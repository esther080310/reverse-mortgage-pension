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dp" ContentType="image/vnd.ms-photo"/>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media/image16.svg" ContentType="image/svg+xml"/>
  <Override PartName="/ppt/media/image25.svg" ContentType="image/svg+xml"/>
  <Override PartName="/ppt/media/image27.svg" ContentType="image/svg+xml"/>
  <Override PartName="/ppt/media/image29.svg" ContentType="image/svg+xml"/>
  <Override PartName="/ppt/media/image39.svg" ContentType="image/svg+xml"/>
  <Override PartName="/ppt/media/image41.svg" ContentType="image/svg+xml"/>
  <Override PartName="/ppt/media/image43.svg" ContentType="image/svg+xml"/>
  <Override PartName="/ppt/media/image45.svg" ContentType="image/svg+xml"/>
  <Override PartName="/ppt/media/image49.svg" ContentType="image/svg+xml"/>
  <Override PartName="/ppt/media/image51.svg" ContentType="image/svg+xml"/>
  <Override PartName="/ppt/media/image53.svg" ContentType="image/svg+xml"/>
  <Override PartName="/ppt/media/image59.svg" ContentType="image/svg+xml"/>
  <Override PartName="/ppt/media/image61.svg" ContentType="image/svg+xml"/>
  <Override PartName="/ppt/media/image65.svg" ContentType="image/svg+xml"/>
  <Override PartName="/ppt/media/image6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handoutMasterIdLst>
    <p:handoutMasterId r:id="rId29"/>
  </p:handoutMasterIdLst>
  <p:sldIdLst>
    <p:sldId id="16602628" r:id="rId3"/>
    <p:sldId id="16602629" r:id="rId5"/>
    <p:sldId id="16602669" r:id="rId6"/>
    <p:sldId id="16602631" r:id="rId7"/>
    <p:sldId id="16602632" r:id="rId8"/>
    <p:sldId id="16602633" r:id="rId9"/>
    <p:sldId id="16602634" r:id="rId10"/>
    <p:sldId id="16602635" r:id="rId11"/>
    <p:sldId id="16602636" r:id="rId12"/>
    <p:sldId id="16602637" r:id="rId13"/>
    <p:sldId id="16602638" r:id="rId14"/>
    <p:sldId id="16602639" r:id="rId15"/>
    <p:sldId id="16602640" r:id="rId16"/>
    <p:sldId id="16602641" r:id="rId17"/>
    <p:sldId id="16602671" r:id="rId18"/>
    <p:sldId id="16602646" r:id="rId19"/>
    <p:sldId id="16602647" r:id="rId20"/>
    <p:sldId id="16602648" r:id="rId21"/>
    <p:sldId id="16602649" r:id="rId22"/>
    <p:sldId id="16602659" r:id="rId23"/>
    <p:sldId id="16602651" r:id="rId24"/>
    <p:sldId id="11092801" r:id="rId25"/>
    <p:sldId id="16602625" r:id="rId26"/>
    <p:sldId id="16602672" r:id="rId27"/>
    <p:sldId id="16602614" r:id="rId28"/>
  </p:sldIdLst>
  <p:sldSz cx="12192000" cy="6858000"/>
  <p:notesSz cx="6858000" cy="9144000"/>
  <p:embeddedFontLst>
    <p:embeddedFont>
      <p:font typeface="微软雅黑" panose="020B0503020204020204" charset="-122"/>
      <p:regular r:id="rId33"/>
    </p:embeddedFont>
    <p:embeddedFont>
      <p:font typeface="华文中宋" panose="02010600040101010101" charset="-122"/>
      <p:regular r:id="rId34"/>
    </p:embeddedFont>
    <p:embeddedFont>
      <p:font typeface="等线" panose="02010600030101010101" charset="-122"/>
      <p:regular r:id="rId35"/>
    </p:embeddedFont>
    <p:embeddedFont>
      <p:font typeface="汉仪超粗宋简" panose="02010600000101010101" charset="-122"/>
      <p:regular r:id="rId36"/>
    </p:embeddedFont>
    <p:embeddedFont>
      <p:font typeface="Noto Sans SC" panose="020B0200000000000000" charset="-122"/>
      <p:regular r:id="rId37"/>
    </p:embeddedFont>
    <p:embeddedFont>
      <p:font typeface="Calibri" panose="020F0502020204030204" charset="0"/>
      <p:regular r:id="rId38"/>
      <p:bold r:id="rId39"/>
      <p:italic r:id="rId40"/>
      <p:boldItalic r:id="rId41"/>
    </p:embeddedFont>
  </p:embeddedFontLst>
  <p:custDataLst>
    <p:tags r:id="rId4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40" userDrawn="1">
          <p15:clr>
            <a:srgbClr val="A4A3A4"/>
          </p15:clr>
        </p15:guide>
        <p15:guide id="2" pos="38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D8A73"/>
    <a:srgbClr val="206252"/>
    <a:srgbClr val="C00000"/>
    <a:srgbClr val="D8A862"/>
    <a:srgbClr val="529B68"/>
    <a:srgbClr val="F0FFFB"/>
    <a:srgbClr val="F0FDF4"/>
    <a:srgbClr val="31A9BB"/>
    <a:srgbClr val="30937B"/>
    <a:srgbClr val="529B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9D7B26C5-4107-4FEC-AEDC-1716B250A1EF}">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B9F6881-8EF2-49F1-8B61-CFC15569C683}" styleName="表样式 1">
    <a:wholeTbl>
      <a:tcTxStyle>
        <a:fontRef idx="none">
          <a:srgbClr val="000000"/>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wholeTbl>
    <a:band2H>
      <a:tcStyle>
        <a:tcBdr/>
        <a:fill>
          <a:solidFill>
            <a:schemeClr val="accent1">
              <a:lumMod val="10000"/>
              <a:lumOff val="90000"/>
            </a:schemeClr>
          </a:solidFill>
        </a:fill>
      </a:tcStyle>
    </a:band2H>
    <a:band1V>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accent1">
              <a:lumMod val="10000"/>
              <a:lumOff val="90000"/>
            </a:schemeClr>
          </a:solidFill>
        </a:fill>
      </a:tcStyle>
    </a:band1V>
    <a:lastCol>
      <a:tcTxStyle b="on">
        <a:fontRef idx="none">
          <a:srgbClr val="08090C"/>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accent1">
              <a:lumMod val="20000"/>
              <a:lumOff val="80000"/>
            </a:schemeClr>
          </a:solidFill>
        </a:fill>
      </a:tcStyle>
    </a:lastCol>
    <a:firstCol>
      <a:tcTxStyle b="on">
        <a:fontRef idx="none">
          <a:srgbClr val="08090C"/>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accent1">
              <a:lumMod val="20000"/>
              <a:lumOff val="80000"/>
            </a:schemeClr>
          </a:solidFill>
        </a:fill>
      </a:tcStyle>
    </a:firstCol>
    <a:lastRow>
      <a:tcTxStyle b="on">
        <a:fontRef idx="none">
          <a:schemeClr val="accent1"/>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lastRow>
    <a:seCell>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eCell>
    <a:swCell>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firstRow>
  </a:tblStyle>
  <a:tblStyle styleId="{F2C13550-016A-4507-B7C1-104620432EB7}" styleName="表样式 1">
    <a:wholeTbl>
      <a:tcTxStyle>
        <a:fontRef idx="none">
          <a:srgbClr val="000000"/>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wholeTbl>
    <a:band2H>
      <a:tcStyle>
        <a:tcBdr/>
        <a:fill>
          <a:solidFill>
            <a:schemeClr val="accent1">
              <a:lumMod val="10000"/>
              <a:lumOff val="90000"/>
            </a:schemeClr>
          </a:solidFill>
        </a:fill>
      </a:tcStyle>
    </a:band2H>
    <a:band1V>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accent1">
              <a:lumMod val="10000"/>
              <a:lumOff val="90000"/>
            </a:schemeClr>
          </a:solidFill>
        </a:fill>
      </a:tcStyle>
    </a:band1V>
    <a:lastCol>
      <a:tcTxStyle b="on">
        <a:fontRef idx="none">
          <a:srgbClr val="08090C"/>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accent1">
              <a:lumMod val="20000"/>
              <a:lumOff val="80000"/>
            </a:schemeClr>
          </a:solidFill>
        </a:fill>
      </a:tcStyle>
    </a:lastCol>
    <a:firstCol>
      <a:tcTxStyle b="on">
        <a:fontRef idx="none">
          <a:srgbClr val="08090C"/>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accent1">
              <a:lumMod val="20000"/>
              <a:lumOff val="80000"/>
            </a:schemeClr>
          </a:solidFill>
        </a:fill>
      </a:tcStyle>
    </a:firstCol>
    <a:lastRow>
      <a:tcTxStyle b="on">
        <a:fontRef idx="none">
          <a:schemeClr val="accent1"/>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lastRow>
    <a:seCell>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eCell>
    <a:swCell>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firstRow>
  </a:tblStyle>
  <a:tblStyle styleId="{6B6ACEB8-EEB3-4FE9-9EC3-7BF49798A44C}" styleName="表样式 1">
    <a:wholeTbl>
      <a:tcTxStyle>
        <a:fontRef idx="none">
          <a:srgbClr val="000000"/>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wholeTbl>
    <a:band2H>
      <a:tcStyle>
        <a:tcBdr/>
        <a:fill>
          <a:solidFill>
            <a:schemeClr val="accent1">
              <a:lumMod val="10000"/>
              <a:lumOff val="90000"/>
            </a:schemeClr>
          </a:solidFill>
        </a:fill>
      </a:tcStyle>
    </a:band2H>
    <a:band1V>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accent1">
              <a:lumMod val="10000"/>
              <a:lumOff val="90000"/>
            </a:schemeClr>
          </a:solidFill>
        </a:fill>
      </a:tcStyle>
    </a:band1V>
    <a:lastCol>
      <a:tcTxStyle b="on">
        <a:fontRef idx="none">
          <a:srgbClr val="08090C"/>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accent1">
              <a:lumMod val="20000"/>
              <a:lumOff val="80000"/>
            </a:schemeClr>
          </a:solidFill>
        </a:fill>
      </a:tcStyle>
    </a:lastCol>
    <a:firstCol>
      <a:tcTxStyle b="on">
        <a:fontRef idx="none">
          <a:srgbClr val="08090C"/>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accent1">
              <a:lumMod val="20000"/>
              <a:lumOff val="80000"/>
            </a:schemeClr>
          </a:solidFill>
        </a:fill>
      </a:tcStyle>
    </a:firstCol>
    <a:lastRow>
      <a:tcTxStyle b="on">
        <a:fontRef idx="none">
          <a:schemeClr val="accent1"/>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lastRow>
    <a:seCell>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eCell>
    <a:swCell>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56" autoAdjust="0"/>
    <p:restoredTop sz="94660"/>
  </p:normalViewPr>
  <p:slideViewPr>
    <p:cSldViewPr snapToGrid="0" showGuides="1">
      <p:cViewPr varScale="1">
        <p:scale>
          <a:sx n="96" d="100"/>
          <a:sy n="96" d="100"/>
        </p:scale>
        <p:origin x="88" y="192"/>
      </p:cViewPr>
      <p:guideLst>
        <p:guide orient="horz" pos="1840"/>
        <p:guide pos="387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2" Type="http://schemas.openxmlformats.org/officeDocument/2006/relationships/tags" Target="tags/tag644.xml"/><Relationship Id="rId41" Type="http://schemas.openxmlformats.org/officeDocument/2006/relationships/font" Target="fonts/font9.fntdata"/><Relationship Id="rId40" Type="http://schemas.openxmlformats.org/officeDocument/2006/relationships/font" Target="fonts/font8.fntdata"/><Relationship Id="rId4" Type="http://schemas.openxmlformats.org/officeDocument/2006/relationships/notesMaster" Target="notesMasters/notesMaster1.xml"/><Relationship Id="rId39" Type="http://schemas.openxmlformats.org/officeDocument/2006/relationships/font" Target="fonts/font7.fntdata"/><Relationship Id="rId38" Type="http://schemas.openxmlformats.org/officeDocument/2006/relationships/font" Target="fonts/font6.fntdata"/><Relationship Id="rId37" Type="http://schemas.openxmlformats.org/officeDocument/2006/relationships/font" Target="fonts/font5.fntdata"/><Relationship Id="rId36" Type="http://schemas.openxmlformats.org/officeDocument/2006/relationships/font" Target="fonts/font4.fntdata"/><Relationship Id="rId35" Type="http://schemas.openxmlformats.org/officeDocument/2006/relationships/font" Target="fonts/font3.fntdata"/><Relationship Id="rId34" Type="http://schemas.openxmlformats.org/officeDocument/2006/relationships/font" Target="fonts/font2.fntdata"/><Relationship Id="rId33" Type="http://schemas.openxmlformats.org/officeDocument/2006/relationships/font" Target="fonts/font1.fntdata"/><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handoutMaster" Target="handoutMasters/handoutMaster1.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CC41153F-BFA7-4E4E-8698-AF2DB4611E52}"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zh-CN" altLang="en-US"/>
        </a:p>
      </dgm:t>
    </dgm:pt>
    <dgm:pt modelId="{B8CCFB4C-B184-4535-9FAC-4F3ABABDD374}">
      <dgm:prSet phldrT="[文本]" phldr="0"/>
      <dgm:spPr>
        <a:solidFill>
          <a:srgbClr val="30937B"/>
        </a:solidFill>
        <a:effectLst>
          <a:outerShdw blurRad="50800" dist="38100" dir="2700000" algn="tl" rotWithShape="0">
            <a:prstClr val="black">
              <a:alpha val="40000"/>
            </a:prstClr>
          </a:outerShdw>
        </a:effectLst>
      </dgm:spPr>
      <dgm:t>
        <a:bodyPr/>
        <a:lstStyle/>
        <a:p>
          <a:r>
            <a:rPr lang="en-US" altLang="zh-CN" dirty="0">
              <a:latin typeface="微软雅黑" panose="020B0503020204020204" charset="-122"/>
              <a:ea typeface="微软雅黑" panose="020B0503020204020204" charset="-122"/>
            </a:rPr>
            <a:t>01</a:t>
          </a:r>
          <a:endParaRPr lang="zh-CN" altLang="en-US" dirty="0">
            <a:latin typeface="微软雅黑" panose="020B0503020204020204" charset="-122"/>
            <a:ea typeface="微软雅黑" panose="020B0503020204020204" charset="-122"/>
          </a:endParaRPr>
        </a:p>
      </dgm:t>
    </dgm:pt>
    <dgm:pt modelId="{73CC470F-6C8B-4D58-B5BC-C253531299B0}" cxnId="{843A9328-E936-4B62-BF98-55A60851078A}" type="parTrans">
      <dgm:prSet/>
      <dgm:spPr/>
      <dgm:t>
        <a:bodyPr/>
        <a:lstStyle/>
        <a:p>
          <a:endParaRPr lang="zh-CN" altLang="en-US"/>
        </a:p>
      </dgm:t>
    </dgm:pt>
    <dgm:pt modelId="{7D34D0A2-EB66-4EFC-9FEB-15DFF8DFAD01}" cxnId="{843A9328-E936-4B62-BF98-55A60851078A}" type="sibTrans">
      <dgm:prSet/>
      <dgm:spPr/>
      <dgm:t>
        <a:bodyPr/>
        <a:lstStyle/>
        <a:p>
          <a:endParaRPr lang="zh-CN" altLang="en-US"/>
        </a:p>
      </dgm:t>
    </dgm:pt>
    <dgm:pt modelId="{72BF02D1-5EA9-4AAE-BAC5-E4BBD1A7A42E}">
      <dgm:prSet phldrT="[文本]" custT="1"/>
      <dgm:spPr>
        <a:solidFill>
          <a:schemeClr val="accent5">
            <a:lumMod val="20000"/>
            <a:lumOff val="80000"/>
            <a:alpha val="90000"/>
          </a:schemeClr>
        </a:solidFill>
        <a:effectLst>
          <a:outerShdw blurRad="50800" dist="38100" dir="2700000" algn="tl" rotWithShape="0">
            <a:prstClr val="black">
              <a:alpha val="40000"/>
            </a:prstClr>
          </a:outerShdw>
        </a:effectLst>
      </dgm:spPr>
      <dgm:t>
        <a:bodyPr/>
        <a:lstStyle/>
        <a:p>
          <a:r>
            <a:rPr lang="zh-CN" altLang="en-US" sz="2500" dirty="0">
              <a:latin typeface="微软雅黑" panose="020B0503020204020204" charset="-122"/>
              <a:ea typeface="微软雅黑" panose="020B0503020204020204" charset="-122"/>
            </a:rPr>
            <a:t>面对</a:t>
          </a:r>
          <a:r>
            <a:rPr lang="zh-CN" altLang="en-US" sz="2500" dirty="0">
              <a:solidFill>
                <a:srgbClr val="30937B"/>
              </a:solidFill>
              <a:latin typeface="微软雅黑" panose="020B0503020204020204" charset="-122"/>
              <a:ea typeface="微软雅黑" panose="020B0503020204020204" charset="-122"/>
            </a:rPr>
            <a:t>全体退役军人</a:t>
          </a:r>
        </a:p>
      </dgm:t>
    </dgm:pt>
    <dgm:pt modelId="{FE0183B7-9B07-4E10-9FBD-0AF4C2681699}" cxnId="{4EE8EC90-36A6-4DAF-9657-5B67F3BD2D55}" type="parTrans">
      <dgm:prSet/>
      <dgm:spPr/>
      <dgm:t>
        <a:bodyPr/>
        <a:lstStyle/>
        <a:p>
          <a:endParaRPr lang="zh-CN" altLang="en-US"/>
        </a:p>
      </dgm:t>
    </dgm:pt>
    <dgm:pt modelId="{49E4924B-574B-42CE-8101-FF6DF494F8D6}" cxnId="{4EE8EC90-36A6-4DAF-9657-5B67F3BD2D55}" type="sibTrans">
      <dgm:prSet/>
      <dgm:spPr/>
      <dgm:t>
        <a:bodyPr/>
        <a:lstStyle/>
        <a:p>
          <a:endParaRPr lang="zh-CN" altLang="en-US"/>
        </a:p>
      </dgm:t>
    </dgm:pt>
    <dgm:pt modelId="{C1DC56CF-9C4B-4E28-AF5C-17AE442C5969}">
      <dgm:prSet phldrT="[文本]" phldr="0"/>
      <dgm:spPr>
        <a:solidFill>
          <a:srgbClr val="30937B"/>
        </a:solidFill>
        <a:effectLst>
          <a:outerShdw blurRad="50800" dist="38100" dir="2700000" algn="tl" rotWithShape="0">
            <a:prstClr val="black">
              <a:alpha val="40000"/>
            </a:prstClr>
          </a:outerShdw>
        </a:effectLst>
      </dgm:spPr>
      <dgm:t>
        <a:bodyPr/>
        <a:lstStyle/>
        <a:p>
          <a:r>
            <a:rPr lang="en-US" altLang="zh-CN" dirty="0">
              <a:latin typeface="微软雅黑" panose="020B0503020204020204" charset="-122"/>
              <a:ea typeface="微软雅黑" panose="020B0503020204020204" charset="-122"/>
            </a:rPr>
            <a:t>02</a:t>
          </a:r>
          <a:endParaRPr lang="zh-CN" altLang="en-US" dirty="0">
            <a:latin typeface="微软雅黑" panose="020B0503020204020204" charset="-122"/>
            <a:ea typeface="微软雅黑" panose="020B0503020204020204" charset="-122"/>
          </a:endParaRPr>
        </a:p>
      </dgm:t>
    </dgm:pt>
    <dgm:pt modelId="{095A8916-4A55-466D-8650-7B012A49AAFB}" cxnId="{E5906CED-C297-4206-BC4E-B838F6029F2D}" type="parTrans">
      <dgm:prSet/>
      <dgm:spPr/>
      <dgm:t>
        <a:bodyPr/>
        <a:lstStyle/>
        <a:p>
          <a:endParaRPr lang="zh-CN" altLang="en-US"/>
        </a:p>
      </dgm:t>
    </dgm:pt>
    <dgm:pt modelId="{D2CDADE6-AF60-4A61-B039-987025B38913}" cxnId="{E5906CED-C297-4206-BC4E-B838F6029F2D}" type="sibTrans">
      <dgm:prSet/>
      <dgm:spPr/>
      <dgm:t>
        <a:bodyPr/>
        <a:lstStyle/>
        <a:p>
          <a:endParaRPr lang="zh-CN" altLang="en-US"/>
        </a:p>
      </dgm:t>
    </dgm:pt>
    <dgm:pt modelId="{4C3D007F-AE10-4C27-BC65-FD6FDCD2E2F1}">
      <dgm:prSet phldrT="[文本]" phldr="0" custT="1"/>
      <dgm:spPr>
        <a:solidFill>
          <a:schemeClr val="accent5">
            <a:lumMod val="20000"/>
            <a:lumOff val="80000"/>
            <a:alpha val="90000"/>
          </a:schemeClr>
        </a:solidFill>
        <a:effectLst>
          <a:outerShdw blurRad="50800" dist="38100" dir="2700000" algn="tl" rotWithShape="0">
            <a:prstClr val="black">
              <a:alpha val="40000"/>
            </a:prstClr>
          </a:outerShdw>
        </a:effectLst>
      </dgm:spPr>
      <dgm:t>
        <a:bodyPr vert="horz" wrap="square"/>
        <a:p>
          <a:pPr>
            <a:lnSpc>
              <a:spcPct val="100000"/>
            </a:lnSpc>
            <a:spcBef>
              <a:spcPct val="0"/>
            </a:spcBef>
            <a:spcAft>
              <a:spcPct val="15000"/>
            </a:spcAft>
          </a:pPr>
          <a:r>
            <a:rPr lang="zh-CN" altLang="en-US" sz="2500" dirty="0">
              <a:latin typeface="微软雅黑" panose="020B0503020204020204" charset="-122"/>
              <a:ea typeface="微软雅黑" panose="020B0503020204020204" charset="-122"/>
            </a:rPr>
            <a:t>规定</a:t>
          </a:r>
          <a:r>
            <a:rPr lang="zh-CN" altLang="en-US" sz="2500" dirty="0">
              <a:latin typeface="微软雅黑" panose="020B0503020204020204" charset="-122"/>
              <a:ea typeface="微软雅黑" panose="020B0503020204020204" charset="-122"/>
            </a:rPr>
            <a:t>为其</a:t>
          </a:r>
          <a:r>
            <a:rPr lang="zh-CN" altLang="en-US" sz="2500" b="0" i="0" dirty="0">
              <a:solidFill>
                <a:srgbClr val="30937B"/>
              </a:solidFill>
              <a:latin typeface="微软雅黑" panose="020B0503020204020204" charset="-122"/>
              <a:ea typeface="微软雅黑" panose="020B0503020204020204" charset="-122"/>
            </a:rPr>
            <a:t>门诊住院医疗费用</a:t>
          </a:r>
          <a:r>
            <a:rPr lang="zh-CN" altLang="en-US" sz="2500" b="0" i="0" dirty="0">
              <a:latin typeface="微软雅黑" panose="020B0503020204020204" charset="-122"/>
              <a:ea typeface="微软雅黑" panose="020B0503020204020204" charset="-122"/>
            </a:rPr>
            <a:t>提供保障，关注</a:t>
          </a:r>
          <a:r>
            <a:rPr lang="zh-CN" altLang="en-US" sz="2500" b="0" i="0" dirty="0">
              <a:solidFill>
                <a:srgbClr val="30937B"/>
              </a:solidFill>
              <a:latin typeface="微软雅黑" panose="020B0503020204020204" charset="-122"/>
              <a:ea typeface="微软雅黑" panose="020B0503020204020204" charset="-122"/>
            </a:rPr>
            <a:t>服役相关问题</a:t>
          </a:r>
          <a:r>
            <a:rPr lang="zh-CN" altLang="en-US" sz="2500" dirty="0">
              <a:solidFill>
                <a:srgbClr val="30937B"/>
              </a:solidFill>
              <a:latin typeface="微软雅黑" panose="020B0503020204020204" charset="-122"/>
              <a:ea typeface="微软雅黑" panose="020B0503020204020204" charset="-122"/>
            </a:rPr>
            <a:t/>
          </a:r>
          <a:endParaRPr lang="zh-CN" altLang="en-US" sz="2500" dirty="0">
            <a:solidFill>
              <a:srgbClr val="30937B"/>
            </a:solidFill>
            <a:latin typeface="微软雅黑" panose="020B0503020204020204" charset="-122"/>
            <a:ea typeface="微软雅黑" panose="020B0503020204020204" charset="-122"/>
          </a:endParaRPr>
        </a:p>
      </dgm:t>
    </dgm:pt>
    <dgm:pt modelId="{835034D9-CEAC-4BA2-838E-276FAC3C40D2}" cxnId="{985F344F-9895-4EAF-A9D7-9C3B99B2C46A}" type="parTrans">
      <dgm:prSet/>
      <dgm:spPr/>
      <dgm:t>
        <a:bodyPr/>
        <a:lstStyle/>
        <a:p>
          <a:endParaRPr lang="zh-CN" altLang="en-US"/>
        </a:p>
      </dgm:t>
    </dgm:pt>
    <dgm:pt modelId="{BBE9CBE3-C697-4B56-A158-A662B34573B6}" cxnId="{985F344F-9895-4EAF-A9D7-9C3B99B2C46A}" type="sibTrans">
      <dgm:prSet/>
      <dgm:spPr/>
      <dgm:t>
        <a:bodyPr/>
        <a:lstStyle/>
        <a:p>
          <a:endParaRPr lang="zh-CN" altLang="en-US"/>
        </a:p>
      </dgm:t>
    </dgm:pt>
    <dgm:pt modelId="{05C95E01-1591-44FB-8D64-0461C7590EEE}">
      <dgm:prSet phldrT="[文本]" phldr="0"/>
      <dgm:spPr>
        <a:solidFill>
          <a:srgbClr val="30937B"/>
        </a:solidFill>
        <a:effectLst>
          <a:outerShdw blurRad="50800" dist="38100" dir="2700000" algn="tl" rotWithShape="0">
            <a:prstClr val="black">
              <a:alpha val="40000"/>
            </a:prstClr>
          </a:outerShdw>
        </a:effectLst>
      </dgm:spPr>
      <dgm:t>
        <a:bodyPr/>
        <a:lstStyle/>
        <a:p>
          <a:r>
            <a:rPr lang="en-US" altLang="zh-CN" dirty="0">
              <a:latin typeface="微软雅黑" panose="020B0503020204020204" charset="-122"/>
              <a:ea typeface="微软雅黑" panose="020B0503020204020204" charset="-122"/>
            </a:rPr>
            <a:t>03</a:t>
          </a:r>
          <a:endParaRPr lang="zh-CN" altLang="en-US" dirty="0">
            <a:latin typeface="微软雅黑" panose="020B0503020204020204" charset="-122"/>
            <a:ea typeface="微软雅黑" panose="020B0503020204020204" charset="-122"/>
          </a:endParaRPr>
        </a:p>
      </dgm:t>
    </dgm:pt>
    <dgm:pt modelId="{C1524C96-A929-4515-A74D-BB7FECF2FF89}" cxnId="{03885C85-0BA7-4C7D-80DD-82F7A0E0A4E3}" type="parTrans">
      <dgm:prSet/>
      <dgm:spPr/>
      <dgm:t>
        <a:bodyPr/>
        <a:lstStyle/>
        <a:p>
          <a:endParaRPr lang="zh-CN" altLang="en-US"/>
        </a:p>
      </dgm:t>
    </dgm:pt>
    <dgm:pt modelId="{D4BA5AF4-7462-4824-987D-923CF96BF391}" cxnId="{03885C85-0BA7-4C7D-80DD-82F7A0E0A4E3}" type="sibTrans">
      <dgm:prSet/>
      <dgm:spPr/>
      <dgm:t>
        <a:bodyPr/>
        <a:lstStyle/>
        <a:p>
          <a:endParaRPr lang="zh-CN" altLang="en-US"/>
        </a:p>
      </dgm:t>
    </dgm:pt>
    <dgm:pt modelId="{DBABEC39-B56C-4BE8-AC45-78218DD816E5}">
      <dgm:prSet phldrT="[文本]" phldr="0" custT="1"/>
      <dgm:spPr>
        <a:solidFill>
          <a:schemeClr val="accent5">
            <a:lumMod val="20000"/>
            <a:lumOff val="80000"/>
            <a:alpha val="90000"/>
          </a:schemeClr>
        </a:solidFill>
        <a:effectLst>
          <a:outerShdw blurRad="50800" dist="38100" dir="2700000" algn="tl" rotWithShape="0">
            <a:prstClr val="black">
              <a:alpha val="40000"/>
            </a:prstClr>
          </a:outerShdw>
        </a:effectLst>
      </dgm:spPr>
      <dgm:t>
        <a:bodyPr vert="horz" wrap="square"/>
        <a:p>
          <a:pPr>
            <a:lnSpc>
              <a:spcPct val="100000"/>
            </a:lnSpc>
            <a:spcBef>
              <a:spcPct val="0"/>
            </a:spcBef>
            <a:spcAft>
              <a:spcPct val="15000"/>
            </a:spcAft>
          </a:pPr>
          <a:r>
            <a:rPr lang="zh-CN" altLang="en-US" sz="2500" dirty="0">
              <a:latin typeface="微软雅黑" panose="020B0503020204020204" charset="-122"/>
              <a:ea typeface="微软雅黑" panose="020B0503020204020204" charset="-122"/>
            </a:rPr>
            <a:t>制度保障坚实，</a:t>
          </a:r>
          <a:r>
            <a:rPr lang="zh-CN" altLang="en-US" sz="2500" dirty="0">
              <a:latin typeface="微软雅黑" panose="020B0503020204020204" charset="-122"/>
              <a:ea typeface="微软雅黑" panose="020B0503020204020204" charset="-122"/>
              <a:sym typeface="+mn-ea"/>
            </a:rPr>
            <a:t>建设</a:t>
          </a:r>
          <a:r>
            <a:rPr lang="zh-CN" altLang="en-US" sz="2500" dirty="0">
              <a:solidFill>
                <a:srgbClr val="30937B"/>
              </a:solidFill>
              <a:latin typeface="微软雅黑" panose="020B0503020204020204" charset="-122"/>
              <a:ea typeface="微软雅黑" panose="020B0503020204020204" charset="-122"/>
            </a:rPr>
            <a:t>多层次</a:t>
          </a:r>
          <a:r>
            <a:rPr lang="zh-CN" altLang="en-US" sz="2500" dirty="0">
              <a:solidFill>
                <a:srgbClr val="30937B"/>
              </a:solidFill>
              <a:latin typeface="微软雅黑" panose="020B0503020204020204" charset="-122"/>
              <a:ea typeface="微软雅黑" panose="020B0503020204020204" charset="-122"/>
            </a:rPr>
            <a:t>保障</a:t>
          </a:r>
          <a:r>
            <a:rPr lang="zh-CN" altLang="en-US" sz="2500" dirty="0">
              <a:solidFill>
                <a:srgbClr val="30937B"/>
              </a:solidFill>
              <a:latin typeface="微软雅黑" panose="020B0503020204020204" charset="-122"/>
              <a:ea typeface="微软雅黑" panose="020B0503020204020204" charset="-122"/>
            </a:rPr>
            <a:t>体系</a:t>
          </a:r>
          <a:r>
            <a:rPr lang="zh-CN" altLang="en-US" sz="2500" dirty="0">
              <a:solidFill>
                <a:srgbClr val="30937B"/>
              </a:solidFill>
              <a:latin typeface="微软雅黑" panose="020B0503020204020204" charset="-122"/>
              <a:ea typeface="微软雅黑" panose="020B0503020204020204" charset="-122"/>
            </a:rPr>
            <a:t/>
          </a:r>
          <a:endParaRPr lang="zh-CN" altLang="en-US" sz="2500" dirty="0">
            <a:solidFill>
              <a:srgbClr val="30937B"/>
            </a:solidFill>
            <a:latin typeface="微软雅黑" panose="020B0503020204020204" charset="-122"/>
            <a:ea typeface="微软雅黑" panose="020B0503020204020204" charset="-122"/>
          </a:endParaRPr>
        </a:p>
      </dgm:t>
    </dgm:pt>
    <dgm:pt modelId="{5A033CF5-E027-4AD1-A70F-1D604A7A4903}" cxnId="{FCDCABC5-17E3-4B80-B5BF-C7FFFCF2FCCB}" type="parTrans">
      <dgm:prSet/>
      <dgm:spPr/>
      <dgm:t>
        <a:bodyPr/>
        <a:lstStyle/>
        <a:p>
          <a:endParaRPr lang="zh-CN" altLang="en-US"/>
        </a:p>
      </dgm:t>
    </dgm:pt>
    <dgm:pt modelId="{99E2FC68-0A37-423F-9868-807920A5076A}" cxnId="{FCDCABC5-17E3-4B80-B5BF-C7FFFCF2FCCB}" type="sibTrans">
      <dgm:prSet/>
      <dgm:spPr/>
      <dgm:t>
        <a:bodyPr/>
        <a:lstStyle/>
        <a:p>
          <a:endParaRPr lang="zh-CN" altLang="en-US"/>
        </a:p>
      </dgm:t>
    </dgm:pt>
    <dgm:pt modelId="{3B9D2582-CDDB-48CE-8A67-CF0ED9D957A2}" type="pres">
      <dgm:prSet presAssocID="{CC41153F-BFA7-4E4E-8698-AF2DB4611E52}" presName="Name0" presStyleCnt="0">
        <dgm:presLayoutVars>
          <dgm:dir/>
          <dgm:animLvl val="lvl"/>
          <dgm:resizeHandles val="exact"/>
        </dgm:presLayoutVars>
      </dgm:prSet>
      <dgm:spPr/>
    </dgm:pt>
    <dgm:pt modelId="{76CE88D7-C059-4EDB-B37A-6A1ECC24EB0A}" type="pres">
      <dgm:prSet presAssocID="{B8CCFB4C-B184-4535-9FAC-4F3ABABDD374}" presName="linNode" presStyleCnt="0"/>
      <dgm:spPr/>
    </dgm:pt>
    <dgm:pt modelId="{D1B98975-F96C-40ED-8CA9-210914F4C989}" type="pres">
      <dgm:prSet presAssocID="{B8CCFB4C-B184-4535-9FAC-4F3ABABDD374}" presName="parentText" presStyleLbl="node1" presStyleIdx="0" presStyleCnt="3" custScaleX="94564" custScaleY="34839">
        <dgm:presLayoutVars>
          <dgm:chMax val="1"/>
          <dgm:bulletEnabled val="1"/>
        </dgm:presLayoutVars>
      </dgm:prSet>
      <dgm:spPr/>
    </dgm:pt>
    <dgm:pt modelId="{1F597432-D177-40FD-AD8B-9443A9C6C828}" type="pres">
      <dgm:prSet presAssocID="{B8CCFB4C-B184-4535-9FAC-4F3ABABDD374}" presName="descendantText" presStyleLbl="alignAccFollowNode1" presStyleIdx="0" presStyleCnt="3" custScaleX="232195" custScaleY="54446">
        <dgm:presLayoutVars>
          <dgm:bulletEnabled val="1"/>
        </dgm:presLayoutVars>
      </dgm:prSet>
      <dgm:spPr/>
    </dgm:pt>
    <dgm:pt modelId="{51020502-8D57-47A5-BB45-83D7FB9389D4}" type="pres">
      <dgm:prSet presAssocID="{7D34D0A2-EB66-4EFC-9FEB-15DFF8DFAD01}" presName="sp" presStyleCnt="0"/>
      <dgm:spPr/>
    </dgm:pt>
    <dgm:pt modelId="{17876106-A3EF-48C3-BEE2-0B36A0813B6D}" type="pres">
      <dgm:prSet presAssocID="{C1DC56CF-9C4B-4E28-AF5C-17AE442C5969}" presName="linNode" presStyleCnt="0"/>
      <dgm:spPr/>
    </dgm:pt>
    <dgm:pt modelId="{34E24CCB-FCFF-45AB-941B-88ABC90BAED0}" type="pres">
      <dgm:prSet presAssocID="{C1DC56CF-9C4B-4E28-AF5C-17AE442C5969}" presName="parentText" presStyleLbl="node1" presStyleIdx="1" presStyleCnt="3" custScaleX="94564" custScaleY="34839">
        <dgm:presLayoutVars>
          <dgm:chMax val="1"/>
          <dgm:bulletEnabled val="1"/>
        </dgm:presLayoutVars>
      </dgm:prSet>
      <dgm:spPr/>
    </dgm:pt>
    <dgm:pt modelId="{7B416E2A-E4A1-4C13-B874-CCFDC824031A}" type="pres">
      <dgm:prSet presAssocID="{C1DC56CF-9C4B-4E28-AF5C-17AE442C5969}" presName="descendantText" presStyleLbl="alignAccFollowNode1" presStyleIdx="1" presStyleCnt="3" custScaleX="232195" custScaleY="54446">
        <dgm:presLayoutVars>
          <dgm:bulletEnabled val="1"/>
        </dgm:presLayoutVars>
      </dgm:prSet>
      <dgm:spPr/>
    </dgm:pt>
    <dgm:pt modelId="{310E6A5A-8FB6-4690-9D13-B170A9AFBD5A}" type="pres">
      <dgm:prSet presAssocID="{D2CDADE6-AF60-4A61-B039-987025B38913}" presName="sp" presStyleCnt="0"/>
      <dgm:spPr/>
    </dgm:pt>
    <dgm:pt modelId="{74BFE3E8-1AA6-4588-BF11-15002B895152}" type="pres">
      <dgm:prSet presAssocID="{05C95E01-1591-44FB-8D64-0461C7590EEE}" presName="linNode" presStyleCnt="0"/>
      <dgm:spPr/>
    </dgm:pt>
    <dgm:pt modelId="{2D25AC82-992E-4FC9-B5AC-69535020A548}" type="pres">
      <dgm:prSet presAssocID="{05C95E01-1591-44FB-8D64-0461C7590EEE}" presName="parentText" presStyleLbl="node1" presStyleIdx="2" presStyleCnt="3" custScaleX="94564" custScaleY="34839">
        <dgm:presLayoutVars>
          <dgm:chMax val="1"/>
          <dgm:bulletEnabled val="1"/>
        </dgm:presLayoutVars>
      </dgm:prSet>
      <dgm:spPr/>
    </dgm:pt>
    <dgm:pt modelId="{C8D889FF-4AEB-4FB2-B2EA-A8A455D18EEB}" type="pres">
      <dgm:prSet presAssocID="{05C95E01-1591-44FB-8D64-0461C7590EEE}" presName="descendantText" presStyleLbl="alignAccFollowNode1" presStyleIdx="2" presStyleCnt="3" custScaleX="232195" custScaleY="54446">
        <dgm:presLayoutVars>
          <dgm:bulletEnabled val="1"/>
        </dgm:presLayoutVars>
      </dgm:prSet>
      <dgm:spPr/>
    </dgm:pt>
  </dgm:ptLst>
  <dgm:cxnLst>
    <dgm:cxn modelId="{843A9328-E936-4B62-BF98-55A60851078A}" srcId="{CC41153F-BFA7-4E4E-8698-AF2DB4611E52}" destId="{B8CCFB4C-B184-4535-9FAC-4F3ABABDD374}" srcOrd="0" destOrd="0" parTransId="{73CC470F-6C8B-4D58-B5BC-C253531299B0}" sibTransId="{7D34D0A2-EB66-4EFC-9FEB-15DFF8DFAD01}"/>
    <dgm:cxn modelId="{4EE8EC90-36A6-4DAF-9657-5B67F3BD2D55}" srcId="{B8CCFB4C-B184-4535-9FAC-4F3ABABDD374}" destId="{72BF02D1-5EA9-4AAE-BAC5-E4BBD1A7A42E}" srcOrd="0" destOrd="0" parTransId="{FE0183B7-9B07-4E10-9FBD-0AF4C2681699}" sibTransId="{49E4924B-574B-42CE-8101-FF6DF494F8D6}"/>
    <dgm:cxn modelId="{E5906CED-C297-4206-BC4E-B838F6029F2D}" srcId="{CC41153F-BFA7-4E4E-8698-AF2DB4611E52}" destId="{C1DC56CF-9C4B-4E28-AF5C-17AE442C5969}" srcOrd="1" destOrd="0" parTransId="{095A8916-4A55-466D-8650-7B012A49AAFB}" sibTransId="{D2CDADE6-AF60-4A61-B039-987025B38913}"/>
    <dgm:cxn modelId="{985F344F-9895-4EAF-A9D7-9C3B99B2C46A}" srcId="{C1DC56CF-9C4B-4E28-AF5C-17AE442C5969}" destId="{4C3D007F-AE10-4C27-BC65-FD6FDCD2E2F1}" srcOrd="0" destOrd="1" parTransId="{835034D9-CEAC-4BA2-838E-276FAC3C40D2}" sibTransId="{BBE9CBE3-C697-4B56-A158-A662B34573B6}"/>
    <dgm:cxn modelId="{03885C85-0BA7-4C7D-80DD-82F7A0E0A4E3}" srcId="{CC41153F-BFA7-4E4E-8698-AF2DB4611E52}" destId="{05C95E01-1591-44FB-8D64-0461C7590EEE}" srcOrd="2" destOrd="0" parTransId="{C1524C96-A929-4515-A74D-BB7FECF2FF89}" sibTransId="{D4BA5AF4-7462-4824-987D-923CF96BF391}"/>
    <dgm:cxn modelId="{FCDCABC5-17E3-4B80-B5BF-C7FFFCF2FCCB}" srcId="{05C95E01-1591-44FB-8D64-0461C7590EEE}" destId="{DBABEC39-B56C-4BE8-AC45-78218DD816E5}" srcOrd="0" destOrd="2" parTransId="{5A033CF5-E027-4AD1-A70F-1D604A7A4903}" sibTransId="{99E2FC68-0A37-423F-9868-807920A5076A}"/>
    <dgm:cxn modelId="{B61F9CE8-D01F-411A-908E-E13B8054E8AB}" type="presOf" srcId="{CC41153F-BFA7-4E4E-8698-AF2DB4611E52}" destId="{3B9D2582-CDDB-48CE-8A67-CF0ED9D957A2}" srcOrd="0" destOrd="0" presId="urn:microsoft.com/office/officeart/2005/8/layout/vList5"/>
    <dgm:cxn modelId="{90CB8541-838D-4F38-A44F-ABF8F0DFB837}" type="presParOf" srcId="{3B9D2582-CDDB-48CE-8A67-CF0ED9D957A2}" destId="{76CE88D7-C059-4EDB-B37A-6A1ECC24EB0A}" srcOrd="0" destOrd="0" presId="urn:microsoft.com/office/officeart/2005/8/layout/vList5"/>
    <dgm:cxn modelId="{A1D8F400-AC15-4D2E-B43E-99AE038368F9}" type="presParOf" srcId="{76CE88D7-C059-4EDB-B37A-6A1ECC24EB0A}" destId="{D1B98975-F96C-40ED-8CA9-210914F4C989}" srcOrd="0" destOrd="0" presId="urn:microsoft.com/office/officeart/2005/8/layout/vList5"/>
    <dgm:cxn modelId="{DE04E217-850D-4B63-A1ED-34D5A09056D8}" type="presOf" srcId="{B8CCFB4C-B184-4535-9FAC-4F3ABABDD374}" destId="{D1B98975-F96C-40ED-8CA9-210914F4C989}" srcOrd="0" destOrd="0" presId="urn:microsoft.com/office/officeart/2005/8/layout/vList5"/>
    <dgm:cxn modelId="{BD1337EA-3BA4-4B7F-BE21-EB10B08B6B25}" type="presParOf" srcId="{76CE88D7-C059-4EDB-B37A-6A1ECC24EB0A}" destId="{1F597432-D177-40FD-AD8B-9443A9C6C828}" srcOrd="1" destOrd="0" presId="urn:microsoft.com/office/officeart/2005/8/layout/vList5"/>
    <dgm:cxn modelId="{8DE9809E-17EC-4B8D-AAC6-EDDDC881B7FB}" type="presOf" srcId="{72BF02D1-5EA9-4AAE-BAC5-E4BBD1A7A42E}" destId="{1F597432-D177-40FD-AD8B-9443A9C6C828}" srcOrd="0" destOrd="0" presId="urn:microsoft.com/office/officeart/2005/8/layout/vList5"/>
    <dgm:cxn modelId="{4EE67837-01E6-4800-B9E4-B7BECD48E9FD}" type="presParOf" srcId="{3B9D2582-CDDB-48CE-8A67-CF0ED9D957A2}" destId="{51020502-8D57-47A5-BB45-83D7FB9389D4}" srcOrd="1" destOrd="0" presId="urn:microsoft.com/office/officeart/2005/8/layout/vList5"/>
    <dgm:cxn modelId="{EE41778C-13D0-4FAB-94DC-353A26A4A95A}" type="presParOf" srcId="{3B9D2582-CDDB-48CE-8A67-CF0ED9D957A2}" destId="{17876106-A3EF-48C3-BEE2-0B36A0813B6D}" srcOrd="2" destOrd="0" presId="urn:microsoft.com/office/officeart/2005/8/layout/vList5"/>
    <dgm:cxn modelId="{97B0A542-CF12-4E7C-B200-573B4B51F3C3}" type="presParOf" srcId="{17876106-A3EF-48C3-BEE2-0B36A0813B6D}" destId="{34E24CCB-FCFF-45AB-941B-88ABC90BAED0}" srcOrd="0" destOrd="2" presId="urn:microsoft.com/office/officeart/2005/8/layout/vList5"/>
    <dgm:cxn modelId="{6669AB9A-81DD-425E-BA20-7729C084FC4B}" type="presOf" srcId="{C1DC56CF-9C4B-4E28-AF5C-17AE442C5969}" destId="{34E24CCB-FCFF-45AB-941B-88ABC90BAED0}" srcOrd="0" destOrd="0" presId="urn:microsoft.com/office/officeart/2005/8/layout/vList5"/>
    <dgm:cxn modelId="{7C7EE21F-CB1D-45F3-90AD-22A5E0388D21}" type="presParOf" srcId="{17876106-A3EF-48C3-BEE2-0B36A0813B6D}" destId="{7B416E2A-E4A1-4C13-B874-CCFDC824031A}" srcOrd="1" destOrd="2" presId="urn:microsoft.com/office/officeart/2005/8/layout/vList5"/>
    <dgm:cxn modelId="{2881B2C8-8137-4AA0-A1F3-725856E944D6}" type="presOf" srcId="{4C3D007F-AE10-4C27-BC65-FD6FDCD2E2F1}" destId="{7B416E2A-E4A1-4C13-B874-CCFDC824031A}" srcOrd="0" destOrd="0" presId="urn:microsoft.com/office/officeart/2005/8/layout/vList5"/>
    <dgm:cxn modelId="{C9642FC3-D660-4F3D-A100-148091FA41F0}" type="presParOf" srcId="{3B9D2582-CDDB-48CE-8A67-CF0ED9D957A2}" destId="{310E6A5A-8FB6-4690-9D13-B170A9AFBD5A}" srcOrd="3" destOrd="0" presId="urn:microsoft.com/office/officeart/2005/8/layout/vList5"/>
    <dgm:cxn modelId="{0C9F83EE-6018-4B7B-9E3C-378CB908E654}" type="presParOf" srcId="{3B9D2582-CDDB-48CE-8A67-CF0ED9D957A2}" destId="{74BFE3E8-1AA6-4588-BF11-15002B895152}" srcOrd="4" destOrd="0" presId="urn:microsoft.com/office/officeart/2005/8/layout/vList5"/>
    <dgm:cxn modelId="{19C0B382-7AB3-4281-9640-E5D74183EB25}" type="presParOf" srcId="{74BFE3E8-1AA6-4588-BF11-15002B895152}" destId="{2D25AC82-992E-4FC9-B5AC-69535020A548}" srcOrd="0" destOrd="4" presId="urn:microsoft.com/office/officeart/2005/8/layout/vList5"/>
    <dgm:cxn modelId="{8C254D51-32C0-4954-91BD-D8296FE19731}" type="presOf" srcId="{05C95E01-1591-44FB-8D64-0461C7590EEE}" destId="{2D25AC82-992E-4FC9-B5AC-69535020A548}" srcOrd="0" destOrd="0" presId="urn:microsoft.com/office/officeart/2005/8/layout/vList5"/>
    <dgm:cxn modelId="{855310AA-446D-4032-BA18-B8E7D3B4ECE7}" type="presParOf" srcId="{74BFE3E8-1AA6-4588-BF11-15002B895152}" destId="{C8D889FF-4AEB-4FB2-B2EA-A8A455D18EEB}" srcOrd="1" destOrd="4" presId="urn:microsoft.com/office/officeart/2005/8/layout/vList5"/>
    <dgm:cxn modelId="{37C24793-8178-49CC-B08A-03AD943F65A5}" type="presOf" srcId="{DBABEC39-B56C-4BE8-AC45-78218DD816E5}" destId="{C8D889FF-4AEB-4FB2-B2EA-A8A455D18EEB}" srcOrd="0" destOrd="0" presId="urn:microsoft.com/office/officeart/2005/8/layout/vList5"/>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398712" cy="4432992"/>
        <a:chOff x="0" y="0"/>
        <a:chExt cx="6398712" cy="4432992"/>
      </a:xfrm>
    </dsp:grpSpPr>
    <dsp:sp modelId="{1F597432-D177-40FD-AD8B-9443A9C6C828}">
      <dsp:nvSpPr>
        <dsp:cNvPr id="4" name="同侧圆角矩形 3"/>
        <dsp:cNvSpPr/>
      </dsp:nvSpPr>
      <dsp:spPr bwMode="white">
        <a:xfrm rot="5400000">
          <a:off x="3109362" y="-1916730"/>
          <a:ext cx="1372620" cy="5206080"/>
        </a:xfrm>
        <a:prstGeom prst="round2SameRect">
          <a:avLst/>
        </a:prstGeom>
        <a:solidFill>
          <a:schemeClr val="accent5">
            <a:lumMod val="20000"/>
            <a:lumOff val="80000"/>
            <a:alpha val="90000"/>
          </a:schemeClr>
        </a:solidFill>
        <a:effectLst>
          <a:outerShdw blurRad="50800" dist="38100" dir="2700000" algn="tl" rotWithShape="0">
            <a:prstClr val="black">
              <a:alpha val="40000"/>
            </a:prstClr>
          </a:outerShdw>
        </a:effectLst>
      </dsp:spPr>
      <dsp:style>
        <a:lnRef idx="2">
          <a:schemeClr val="accent1">
            <a:alpha val="90000"/>
            <a:tint val="40000"/>
          </a:schemeClr>
        </a:lnRef>
        <a:fillRef idx="1">
          <a:schemeClr val="accent1">
            <a:alpha val="90000"/>
            <a:tint val="40000"/>
          </a:schemeClr>
        </a:fillRef>
        <a:effectRef idx="0">
          <a:scrgbClr r="0" g="0" b="0"/>
        </a:effectRef>
        <a:fontRef idx="minor"/>
      </dsp:style>
      <dsp:txBody>
        <a:bodyPr rot="-5400000" lIns="95250" tIns="47625" rIns="95250" bIns="47625" anchor="ctr"/>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228600" lvl="1" indent="-228600">
            <a:lnSpc>
              <a:spcPct val="100000"/>
            </a:lnSpc>
            <a:spcBef>
              <a:spcPct val="0"/>
            </a:spcBef>
            <a:spcAft>
              <a:spcPct val="15000"/>
            </a:spcAft>
            <a:buChar char="•"/>
          </a:pPr>
          <a:r>
            <a:rPr lang="zh-CN" altLang="en-US" sz="2500" dirty="0">
              <a:solidFill>
                <a:schemeClr val="dk1"/>
              </a:solidFill>
              <a:latin typeface="微软雅黑" panose="020B0503020204020204" charset="-122"/>
              <a:ea typeface="微软雅黑" panose="020B0503020204020204" charset="-122"/>
            </a:rPr>
            <a:t>面对</a:t>
          </a:r>
          <a:r>
            <a:rPr lang="zh-CN" altLang="en-US" sz="2500" dirty="0">
              <a:solidFill>
                <a:srgbClr val="30937B"/>
              </a:solidFill>
              <a:latin typeface="微软雅黑" panose="020B0503020204020204" charset="-122"/>
              <a:ea typeface="微软雅黑" panose="020B0503020204020204" charset="-122"/>
            </a:rPr>
            <a:t>全体退役军人</a:t>
          </a:r>
          <a:endParaRPr>
            <a:solidFill>
              <a:schemeClr val="dk1"/>
            </a:solidFill>
          </a:endParaRPr>
        </a:p>
      </dsp:txBody>
      <dsp:txXfrm rot="5400000">
        <a:off x="3109362" y="-1916730"/>
        <a:ext cx="1372620" cy="5206080"/>
      </dsp:txXfrm>
    </dsp:sp>
    <dsp:sp modelId="{D1B98975-F96C-40ED-8CA9-210914F4C989}">
      <dsp:nvSpPr>
        <dsp:cNvPr id="3" name="圆角矩形 2"/>
        <dsp:cNvSpPr/>
      </dsp:nvSpPr>
      <dsp:spPr bwMode="white">
        <a:xfrm>
          <a:off x="0" y="137363"/>
          <a:ext cx="1192632" cy="1097893"/>
        </a:xfrm>
        <a:prstGeom prst="roundRect">
          <a:avLst/>
        </a:prstGeom>
        <a:solidFill>
          <a:srgbClr val="30937B"/>
        </a:solidFill>
        <a:effectLst>
          <a:outerShdw blurRad="50800" dist="38100" dir="2700000" algn="tl" rotWithShape="0">
            <a:prstClr val="black">
              <a:alpha val="40000"/>
            </a:prstClr>
          </a:outerShdw>
        </a:effectLst>
      </dsp:spPr>
      <dsp:style>
        <a:lnRef idx="2">
          <a:schemeClr val="lt1"/>
        </a:lnRef>
        <a:fillRef idx="1">
          <a:schemeClr val="accent1"/>
        </a:fillRef>
        <a:effectRef idx="0">
          <a:scrgbClr r="0" g="0" b="0"/>
        </a:effectRef>
        <a:fontRef idx="minor">
          <a:schemeClr val="lt1"/>
        </a:fontRef>
      </dsp:style>
      <dsp:txBody>
        <a:bodyPr lIns="182879" tIns="91439" rIns="182879" bIns="91439" anchor="ctr"/>
        <a:lstStyle>
          <a:lvl1pPr algn="ctr">
            <a:defRPr sz="4800"/>
          </a:lvl1pPr>
          <a:lvl2pPr marL="285750" indent="-285750" algn="ctr">
            <a:defRPr sz="3700"/>
          </a:lvl2pPr>
          <a:lvl3pPr marL="571500" indent="-285750" algn="ctr">
            <a:defRPr sz="3700"/>
          </a:lvl3pPr>
          <a:lvl4pPr marL="857250" indent="-285750" algn="ctr">
            <a:defRPr sz="3700"/>
          </a:lvl4pPr>
          <a:lvl5pPr marL="1143000" indent="-285750" algn="ctr">
            <a:defRPr sz="3700"/>
          </a:lvl5pPr>
          <a:lvl6pPr marL="1428750" indent="-285750" algn="ctr">
            <a:defRPr sz="3700"/>
          </a:lvl6pPr>
          <a:lvl7pPr marL="1714500" indent="-285750" algn="ctr">
            <a:defRPr sz="3700"/>
          </a:lvl7pPr>
          <a:lvl8pPr marL="2000250" indent="-285750" algn="ctr">
            <a:defRPr sz="3700"/>
          </a:lvl8pPr>
          <a:lvl9pPr marL="2286000" indent="-285750" algn="ctr">
            <a:defRPr sz="3700"/>
          </a:lvl9pPr>
        </a:lstStyle>
        <a:p>
          <a:pPr lvl="0">
            <a:lnSpc>
              <a:spcPct val="100000"/>
            </a:lnSpc>
            <a:spcBef>
              <a:spcPct val="0"/>
            </a:spcBef>
            <a:spcAft>
              <a:spcPct val="35000"/>
            </a:spcAft>
          </a:pPr>
          <a:r>
            <a:rPr lang="en-US" altLang="zh-CN" dirty="0">
              <a:latin typeface="微软雅黑" panose="020B0503020204020204" charset="-122"/>
              <a:ea typeface="微软雅黑" panose="020B0503020204020204" charset="-122"/>
            </a:rPr>
            <a:t>01</a:t>
          </a:r>
          <a:endParaRPr lang="zh-CN" altLang="en-US" dirty="0">
            <a:latin typeface="微软雅黑" panose="020B0503020204020204" charset="-122"/>
            <a:ea typeface="微软雅黑" panose="020B0503020204020204" charset="-122"/>
          </a:endParaRPr>
        </a:p>
      </dsp:txBody>
      <dsp:txXfrm>
        <a:off x="0" y="137363"/>
        <a:ext cx="1192632" cy="1097893"/>
      </dsp:txXfrm>
    </dsp:sp>
    <dsp:sp modelId="{7B416E2A-E4A1-4C13-B874-CCFDC824031A}">
      <dsp:nvSpPr>
        <dsp:cNvPr id="6" name="同侧圆角矩形 5"/>
        <dsp:cNvSpPr/>
      </dsp:nvSpPr>
      <dsp:spPr bwMode="white">
        <a:xfrm rot="5400000">
          <a:off x="3109362" y="-386544"/>
          <a:ext cx="1372620" cy="5206080"/>
        </a:xfrm>
        <a:prstGeom prst="round2SameRect">
          <a:avLst/>
        </a:prstGeom>
        <a:solidFill>
          <a:schemeClr val="accent5">
            <a:lumMod val="20000"/>
            <a:lumOff val="80000"/>
            <a:alpha val="90000"/>
          </a:schemeClr>
        </a:solidFill>
        <a:effectLst>
          <a:outerShdw blurRad="50800" dist="38100" dir="2700000" algn="tl" rotWithShape="0">
            <a:prstClr val="black">
              <a:alpha val="40000"/>
            </a:prstClr>
          </a:outerShdw>
        </a:effectLst>
      </dsp:spPr>
      <dsp:style>
        <a:lnRef idx="2">
          <a:schemeClr val="accent1">
            <a:alpha val="90000"/>
            <a:tint val="40000"/>
          </a:schemeClr>
        </a:lnRef>
        <a:fillRef idx="1">
          <a:schemeClr val="accent1">
            <a:alpha val="90000"/>
            <a:tint val="40000"/>
          </a:schemeClr>
        </a:fillRef>
        <a:effectRef idx="0">
          <a:scrgbClr r="0" g="0" b="0"/>
        </a:effectRef>
        <a:fontRef idx="minor"/>
      </dsp:style>
      <dsp:txBody>
        <a:bodyPr rot="-5400000" vert="horz" wrap="square" lIns="95250" tIns="47625" rIns="95250" bIns="47625" anchor="ctr"/>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228600" lvl="1" indent="-228600">
            <a:lnSpc>
              <a:spcPct val="100000"/>
            </a:lnSpc>
            <a:spcBef>
              <a:spcPct val="0"/>
            </a:spcBef>
            <a:spcAft>
              <a:spcPct val="15000"/>
            </a:spcAft>
            <a:buChar char="•"/>
          </a:pPr>
          <a:r>
            <a:rPr lang="zh-CN" altLang="en-US" sz="2500" dirty="0">
              <a:solidFill>
                <a:schemeClr val="dk1"/>
              </a:solidFill>
              <a:latin typeface="微软雅黑" panose="020B0503020204020204" charset="-122"/>
              <a:ea typeface="微软雅黑" panose="020B0503020204020204" charset="-122"/>
            </a:rPr>
            <a:t>规定</a:t>
          </a:r>
          <a:r>
            <a:rPr lang="zh-CN" altLang="en-US" sz="2500" dirty="0">
              <a:solidFill>
                <a:schemeClr val="dk1"/>
              </a:solidFill>
              <a:latin typeface="微软雅黑" panose="020B0503020204020204" charset="-122"/>
              <a:ea typeface="微软雅黑" panose="020B0503020204020204" charset="-122"/>
            </a:rPr>
            <a:t>为其</a:t>
          </a:r>
          <a:r>
            <a:rPr lang="zh-CN" altLang="en-US" sz="2500" b="0" i="0" dirty="0">
              <a:solidFill>
                <a:srgbClr val="30937B"/>
              </a:solidFill>
              <a:latin typeface="微软雅黑" panose="020B0503020204020204" charset="-122"/>
              <a:ea typeface="微软雅黑" panose="020B0503020204020204" charset="-122"/>
            </a:rPr>
            <a:t>门诊住院医疗费用</a:t>
          </a:r>
          <a:r>
            <a:rPr lang="zh-CN" altLang="en-US" sz="2500" b="0" i="0" dirty="0">
              <a:solidFill>
                <a:schemeClr val="dk1"/>
              </a:solidFill>
              <a:latin typeface="微软雅黑" panose="020B0503020204020204" charset="-122"/>
              <a:ea typeface="微软雅黑" panose="020B0503020204020204" charset="-122"/>
            </a:rPr>
            <a:t>提供保障，关注</a:t>
          </a:r>
          <a:r>
            <a:rPr lang="zh-CN" altLang="en-US" sz="2500" b="0" i="0" dirty="0">
              <a:solidFill>
                <a:srgbClr val="30937B"/>
              </a:solidFill>
              <a:latin typeface="微软雅黑" panose="020B0503020204020204" charset="-122"/>
              <a:ea typeface="微软雅黑" panose="020B0503020204020204" charset="-122"/>
            </a:rPr>
            <a:t>服役相关问题</a:t>
          </a:r>
          <a:endParaRPr lang="zh-CN" altLang="en-US" sz="2500" dirty="0">
            <a:solidFill>
              <a:srgbClr val="30937B"/>
            </a:solidFill>
            <a:latin typeface="微软雅黑" panose="020B0503020204020204" charset="-122"/>
            <a:ea typeface="微软雅黑" panose="020B0503020204020204" charset="-122"/>
          </a:endParaRPr>
        </a:p>
      </dsp:txBody>
      <dsp:txXfrm rot="5400000">
        <a:off x="3109362" y="-386544"/>
        <a:ext cx="1372620" cy="5206080"/>
      </dsp:txXfrm>
    </dsp:sp>
    <dsp:sp modelId="{34E24CCB-FCFF-45AB-941B-88ABC90BAED0}">
      <dsp:nvSpPr>
        <dsp:cNvPr id="5" name="圆角矩形 4"/>
        <dsp:cNvSpPr/>
      </dsp:nvSpPr>
      <dsp:spPr bwMode="white">
        <a:xfrm>
          <a:off x="0" y="1667550"/>
          <a:ext cx="1192632" cy="1097893"/>
        </a:xfrm>
        <a:prstGeom prst="roundRect">
          <a:avLst/>
        </a:prstGeom>
        <a:solidFill>
          <a:srgbClr val="30937B"/>
        </a:solidFill>
        <a:effectLst>
          <a:outerShdw blurRad="50800" dist="38100" dir="2700000" algn="tl" rotWithShape="0">
            <a:prstClr val="black">
              <a:alpha val="40000"/>
            </a:prstClr>
          </a:outerShdw>
        </a:effectLst>
      </dsp:spPr>
      <dsp:style>
        <a:lnRef idx="2">
          <a:schemeClr val="lt1"/>
        </a:lnRef>
        <a:fillRef idx="1">
          <a:schemeClr val="accent1"/>
        </a:fillRef>
        <a:effectRef idx="0">
          <a:scrgbClr r="0" g="0" b="0"/>
        </a:effectRef>
        <a:fontRef idx="minor">
          <a:schemeClr val="lt1"/>
        </a:fontRef>
      </dsp:style>
      <dsp:txBody>
        <a:bodyPr lIns="182879" tIns="91439" rIns="182879" bIns="91439" anchor="ctr"/>
        <a:lstStyle>
          <a:lvl1pPr algn="ctr">
            <a:defRPr sz="4800"/>
          </a:lvl1pPr>
          <a:lvl2pPr marL="285750" indent="-285750" algn="ctr">
            <a:defRPr sz="3700"/>
          </a:lvl2pPr>
          <a:lvl3pPr marL="571500" indent="-285750" algn="ctr">
            <a:defRPr sz="3700"/>
          </a:lvl3pPr>
          <a:lvl4pPr marL="857250" indent="-285750" algn="ctr">
            <a:defRPr sz="3700"/>
          </a:lvl4pPr>
          <a:lvl5pPr marL="1143000" indent="-285750" algn="ctr">
            <a:defRPr sz="3700"/>
          </a:lvl5pPr>
          <a:lvl6pPr marL="1428750" indent="-285750" algn="ctr">
            <a:defRPr sz="3700"/>
          </a:lvl6pPr>
          <a:lvl7pPr marL="1714500" indent="-285750" algn="ctr">
            <a:defRPr sz="3700"/>
          </a:lvl7pPr>
          <a:lvl8pPr marL="2000250" indent="-285750" algn="ctr">
            <a:defRPr sz="3700"/>
          </a:lvl8pPr>
          <a:lvl9pPr marL="2286000" indent="-285750" algn="ctr">
            <a:defRPr sz="3700"/>
          </a:lvl9pPr>
        </a:lstStyle>
        <a:p>
          <a:pPr lvl="0">
            <a:lnSpc>
              <a:spcPct val="100000"/>
            </a:lnSpc>
            <a:spcBef>
              <a:spcPct val="0"/>
            </a:spcBef>
            <a:spcAft>
              <a:spcPct val="35000"/>
            </a:spcAft>
          </a:pPr>
          <a:r>
            <a:rPr lang="en-US" altLang="zh-CN" dirty="0">
              <a:latin typeface="微软雅黑" panose="020B0503020204020204" charset="-122"/>
              <a:ea typeface="微软雅黑" panose="020B0503020204020204" charset="-122"/>
            </a:rPr>
            <a:t>02</a:t>
          </a:r>
          <a:endParaRPr lang="zh-CN" altLang="en-US" dirty="0">
            <a:latin typeface="微软雅黑" panose="020B0503020204020204" charset="-122"/>
            <a:ea typeface="微软雅黑" panose="020B0503020204020204" charset="-122"/>
          </a:endParaRPr>
        </a:p>
      </dsp:txBody>
      <dsp:txXfrm>
        <a:off x="0" y="1667550"/>
        <a:ext cx="1192632" cy="1097893"/>
      </dsp:txXfrm>
    </dsp:sp>
    <dsp:sp modelId="{C8D889FF-4AEB-4FB2-B2EA-A8A455D18EEB}">
      <dsp:nvSpPr>
        <dsp:cNvPr id="8" name="同侧圆角矩形 7"/>
        <dsp:cNvSpPr/>
      </dsp:nvSpPr>
      <dsp:spPr bwMode="white">
        <a:xfrm rot="5400000">
          <a:off x="3109362" y="1143642"/>
          <a:ext cx="1372620" cy="5206080"/>
        </a:xfrm>
        <a:prstGeom prst="round2SameRect">
          <a:avLst/>
        </a:prstGeom>
        <a:solidFill>
          <a:schemeClr val="accent5">
            <a:lumMod val="20000"/>
            <a:lumOff val="80000"/>
            <a:alpha val="90000"/>
          </a:schemeClr>
        </a:solidFill>
        <a:effectLst>
          <a:outerShdw blurRad="50800" dist="38100" dir="2700000" algn="tl" rotWithShape="0">
            <a:prstClr val="black">
              <a:alpha val="40000"/>
            </a:prstClr>
          </a:outerShdw>
        </a:effectLst>
      </dsp:spPr>
      <dsp:style>
        <a:lnRef idx="2">
          <a:schemeClr val="accent1">
            <a:alpha val="90000"/>
            <a:tint val="40000"/>
          </a:schemeClr>
        </a:lnRef>
        <a:fillRef idx="1">
          <a:schemeClr val="accent1">
            <a:alpha val="90000"/>
            <a:tint val="40000"/>
          </a:schemeClr>
        </a:fillRef>
        <a:effectRef idx="0">
          <a:scrgbClr r="0" g="0" b="0"/>
        </a:effectRef>
        <a:fontRef idx="minor"/>
      </dsp:style>
      <dsp:txBody>
        <a:bodyPr rot="-5400000" vert="horz" wrap="square" lIns="95250" tIns="47625" rIns="95250" bIns="47625" anchor="ctr"/>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228600" lvl="1" indent="-228600">
            <a:lnSpc>
              <a:spcPct val="100000"/>
            </a:lnSpc>
            <a:spcBef>
              <a:spcPct val="0"/>
            </a:spcBef>
            <a:spcAft>
              <a:spcPct val="15000"/>
            </a:spcAft>
            <a:buChar char="•"/>
          </a:pPr>
          <a:r>
            <a:rPr lang="zh-CN" altLang="en-US" sz="2500" dirty="0">
              <a:solidFill>
                <a:schemeClr val="dk1"/>
              </a:solidFill>
              <a:latin typeface="微软雅黑" panose="020B0503020204020204" charset="-122"/>
              <a:ea typeface="微软雅黑" panose="020B0503020204020204" charset="-122"/>
            </a:rPr>
            <a:t>制度保障坚实，</a:t>
          </a:r>
          <a:r>
            <a:rPr lang="zh-CN" altLang="en-US" sz="2500" dirty="0">
              <a:solidFill>
                <a:schemeClr val="dk1"/>
              </a:solidFill>
              <a:latin typeface="微软雅黑" panose="020B0503020204020204" charset="-122"/>
              <a:ea typeface="微软雅黑" panose="020B0503020204020204" charset="-122"/>
              <a:sym typeface="+mn-ea"/>
            </a:rPr>
            <a:t>建设</a:t>
          </a:r>
          <a:r>
            <a:rPr lang="zh-CN" altLang="en-US" sz="2500" dirty="0">
              <a:solidFill>
                <a:srgbClr val="30937B"/>
              </a:solidFill>
              <a:latin typeface="微软雅黑" panose="020B0503020204020204" charset="-122"/>
              <a:ea typeface="微软雅黑" panose="020B0503020204020204" charset="-122"/>
            </a:rPr>
            <a:t>多层次</a:t>
          </a:r>
          <a:r>
            <a:rPr lang="zh-CN" altLang="en-US" sz="2500" dirty="0">
              <a:solidFill>
                <a:srgbClr val="30937B"/>
              </a:solidFill>
              <a:latin typeface="微软雅黑" panose="020B0503020204020204" charset="-122"/>
              <a:ea typeface="微软雅黑" panose="020B0503020204020204" charset="-122"/>
            </a:rPr>
            <a:t>保障</a:t>
          </a:r>
          <a:r>
            <a:rPr lang="zh-CN" altLang="en-US" sz="2500" dirty="0">
              <a:solidFill>
                <a:srgbClr val="30937B"/>
              </a:solidFill>
              <a:latin typeface="微软雅黑" panose="020B0503020204020204" charset="-122"/>
              <a:ea typeface="微软雅黑" panose="020B0503020204020204" charset="-122"/>
            </a:rPr>
            <a:t>体系</a:t>
          </a:r>
          <a:endParaRPr lang="zh-CN" altLang="en-US" sz="2500" dirty="0">
            <a:solidFill>
              <a:srgbClr val="30937B"/>
            </a:solidFill>
            <a:latin typeface="微软雅黑" panose="020B0503020204020204" charset="-122"/>
            <a:ea typeface="微软雅黑" panose="020B0503020204020204" charset="-122"/>
          </a:endParaRPr>
        </a:p>
      </dsp:txBody>
      <dsp:txXfrm rot="5400000">
        <a:off x="3109362" y="1143642"/>
        <a:ext cx="1372620" cy="5206080"/>
      </dsp:txXfrm>
    </dsp:sp>
    <dsp:sp modelId="{2D25AC82-992E-4FC9-B5AC-69535020A548}">
      <dsp:nvSpPr>
        <dsp:cNvPr id="7" name="圆角矩形 6"/>
        <dsp:cNvSpPr/>
      </dsp:nvSpPr>
      <dsp:spPr bwMode="white">
        <a:xfrm>
          <a:off x="0" y="3197736"/>
          <a:ext cx="1192632" cy="1097893"/>
        </a:xfrm>
        <a:prstGeom prst="roundRect">
          <a:avLst/>
        </a:prstGeom>
        <a:solidFill>
          <a:srgbClr val="30937B"/>
        </a:solidFill>
        <a:effectLst>
          <a:outerShdw blurRad="50800" dist="38100" dir="2700000" algn="tl" rotWithShape="0">
            <a:prstClr val="black">
              <a:alpha val="40000"/>
            </a:prstClr>
          </a:outerShdw>
        </a:effectLst>
      </dsp:spPr>
      <dsp:style>
        <a:lnRef idx="2">
          <a:schemeClr val="lt1"/>
        </a:lnRef>
        <a:fillRef idx="1">
          <a:schemeClr val="accent1"/>
        </a:fillRef>
        <a:effectRef idx="0">
          <a:scrgbClr r="0" g="0" b="0"/>
        </a:effectRef>
        <a:fontRef idx="minor">
          <a:schemeClr val="lt1"/>
        </a:fontRef>
      </dsp:style>
      <dsp:txBody>
        <a:bodyPr lIns="182879" tIns="91439" rIns="182879" bIns="91439" anchor="ctr"/>
        <a:lstStyle>
          <a:lvl1pPr algn="ctr">
            <a:defRPr sz="4800"/>
          </a:lvl1pPr>
          <a:lvl2pPr marL="285750" indent="-285750" algn="ctr">
            <a:defRPr sz="3700"/>
          </a:lvl2pPr>
          <a:lvl3pPr marL="571500" indent="-285750" algn="ctr">
            <a:defRPr sz="3700"/>
          </a:lvl3pPr>
          <a:lvl4pPr marL="857250" indent="-285750" algn="ctr">
            <a:defRPr sz="3700"/>
          </a:lvl4pPr>
          <a:lvl5pPr marL="1143000" indent="-285750" algn="ctr">
            <a:defRPr sz="3700"/>
          </a:lvl5pPr>
          <a:lvl6pPr marL="1428750" indent="-285750" algn="ctr">
            <a:defRPr sz="3700"/>
          </a:lvl6pPr>
          <a:lvl7pPr marL="1714500" indent="-285750" algn="ctr">
            <a:defRPr sz="3700"/>
          </a:lvl7pPr>
          <a:lvl8pPr marL="2000250" indent="-285750" algn="ctr">
            <a:defRPr sz="3700"/>
          </a:lvl8pPr>
          <a:lvl9pPr marL="2286000" indent="-285750" algn="ctr">
            <a:defRPr sz="3700"/>
          </a:lvl9pPr>
        </a:lstStyle>
        <a:p>
          <a:pPr lvl="0">
            <a:lnSpc>
              <a:spcPct val="100000"/>
            </a:lnSpc>
            <a:spcBef>
              <a:spcPct val="0"/>
            </a:spcBef>
            <a:spcAft>
              <a:spcPct val="35000"/>
            </a:spcAft>
          </a:pPr>
          <a:r>
            <a:rPr lang="en-US" altLang="zh-CN" dirty="0">
              <a:latin typeface="微软雅黑" panose="020B0503020204020204" charset="-122"/>
              <a:ea typeface="微软雅黑" panose="020B0503020204020204" charset="-122"/>
            </a:rPr>
            <a:t>03</a:t>
          </a:r>
          <a:endParaRPr lang="zh-CN" altLang="en-US" dirty="0">
            <a:latin typeface="微软雅黑" panose="020B0503020204020204" charset="-122"/>
            <a:ea typeface="微软雅黑" panose="020B0503020204020204" charset="-122"/>
          </a:endParaRPr>
        </a:p>
      </dsp:txBody>
      <dsp:txXfrm>
        <a:off x="0" y="3197736"/>
        <a:ext cx="1192632" cy="1097893"/>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rSet qsTypeId="urn:microsoft.com/office/officeart/2005/8/quickstyle/simple5"/>
        </dgm:pt>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type="round2SameRect" r:blip="" rot="90">
                    <dgm:adjLst/>
                  </dgm:shape>
                </dgm:if>
                <dgm:else name="Name12">
                  <dgm:shape xmlns:r="http://schemas.openxmlformats.org/officeDocument/2006/relationships" type="round2SameRect" r:blip="" rot="-90">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040A21-0C98-41FB-8990-0A4A1023FBA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DA9FD1-B9EA-4D3C-88A9-50B794421E2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B2C3D50-EFA5-4F6D-A063-BDB718E7238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041AD82-60BD-48B8-B293-CB322BD7474C}"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B2C3D50-EFA5-4F6D-A063-BDB718E7238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B8406544-3376-4519-BD5A-4FF37B9FFC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5CE2E7-D22A-422C-A962-6BC860D6EE26}" type="slidenum">
              <a:rPr lang="zh-CN" altLang="en-US" smtClean="0"/>
            </a:fld>
            <a:endParaRPr lang="zh-CN" altLang="en-US"/>
          </a:p>
        </p:txBody>
      </p:sp>
      <p:grpSp>
        <p:nvGrpSpPr>
          <p:cNvPr id="12" name="组合 11"/>
          <p:cNvGrpSpPr/>
          <p:nvPr userDrawn="1"/>
        </p:nvGrpSpPr>
        <p:grpSpPr>
          <a:xfrm>
            <a:off x="-5592377" y="-3289293"/>
            <a:ext cx="23376750" cy="10973626"/>
            <a:chOff x="-5592377" y="-3289293"/>
            <a:chExt cx="23376750" cy="10973626"/>
          </a:xfrm>
        </p:grpSpPr>
        <p:grpSp>
          <p:nvGrpSpPr>
            <p:cNvPr id="13" name="组合 12"/>
            <p:cNvGrpSpPr/>
            <p:nvPr/>
          </p:nvGrpSpPr>
          <p:grpSpPr>
            <a:xfrm>
              <a:off x="-2" y="0"/>
              <a:ext cx="12192001" cy="6858000"/>
              <a:chOff x="0" y="2"/>
              <a:chExt cx="11687176" cy="6858000"/>
            </a:xfrm>
          </p:grpSpPr>
          <p:pic>
            <p:nvPicPr>
              <p:cNvPr id="15" name="图片 14"/>
              <p:cNvPicPr>
                <a:picLocks noChangeAspect="1"/>
              </p:cNvPicPr>
              <p:nvPr/>
            </p:nvPicPr>
            <p:blipFill>
              <a:blip r:embed="rId2"/>
              <a:stretch>
                <a:fillRect/>
              </a:stretch>
            </p:blipFill>
            <p:spPr>
              <a:xfrm rot="5400000">
                <a:off x="-507206" y="507208"/>
                <a:ext cx="6858000" cy="5843588"/>
              </a:xfrm>
              <a:prstGeom prst="rect">
                <a:avLst/>
              </a:prstGeom>
            </p:spPr>
          </p:pic>
          <p:pic>
            <p:nvPicPr>
              <p:cNvPr id="16" name="图片 15"/>
              <p:cNvPicPr>
                <a:picLocks noChangeAspect="1"/>
              </p:cNvPicPr>
              <p:nvPr/>
            </p:nvPicPr>
            <p:blipFill>
              <a:blip r:embed="rId2"/>
              <a:stretch>
                <a:fillRect/>
              </a:stretch>
            </p:blipFill>
            <p:spPr>
              <a:xfrm rot="16200000" flipH="1">
                <a:off x="5336382" y="507208"/>
                <a:ext cx="6858000" cy="5843588"/>
              </a:xfrm>
              <a:prstGeom prst="rect">
                <a:avLst/>
              </a:prstGeom>
            </p:spPr>
          </p:pic>
        </p:grpSp>
        <p:sp>
          <p:nvSpPr>
            <p:cNvPr id="14" name="椭圆 13"/>
            <p:cNvSpPr/>
            <p:nvPr/>
          </p:nvSpPr>
          <p:spPr>
            <a:xfrm>
              <a:off x="-5592377" y="-3289293"/>
              <a:ext cx="23376750" cy="10973626"/>
            </a:xfrm>
            <a:prstGeom prst="ellipse">
              <a:avLst/>
            </a:prstGeom>
            <a:gradFill flip="none" rotWithShape="1">
              <a:gsLst>
                <a:gs pos="7000">
                  <a:srgbClr val="000F46"/>
                </a:gs>
                <a:gs pos="52000">
                  <a:srgbClr val="000F46">
                    <a:alpha val="0"/>
                  </a:srgbClr>
                </a:gs>
              </a:gsLst>
              <a:path path="shape">
                <a:fillToRect l="50000" t="50000" r="50000" b="50000"/>
              </a:path>
              <a:tileRect/>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zh-CN" altLang="en-US" kern="0" dirty="0">
                <a:solidFill>
                  <a:prstClr val="white"/>
                </a:solidFill>
                <a:latin typeface="演示新手书" panose="00000500000000000000" pitchFamily="2" charset="-122"/>
                <a:ea typeface="演示新手书" panose="00000500000000000000"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B8406544-3376-4519-BD5A-4FF37B9FFC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5CE2E7-D22A-422C-A962-6BC860D6EE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B8406544-3376-4519-BD5A-4FF37B9FFC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5CE2E7-D22A-422C-A962-6BC860D6EE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B8406544-3376-4519-BD5A-4FF37B9FFC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F5CE2E7-D22A-422C-A962-6BC860D6EE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B8406544-3376-4519-BD5A-4FF37B9FFC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F5CE2E7-D22A-422C-A962-6BC860D6EE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B8406544-3376-4519-BD5A-4FF37B9FFC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F5CE2E7-D22A-422C-A962-6BC860D6EE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8406544-3376-4519-BD5A-4FF37B9FFC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F5CE2E7-D22A-422C-A962-6BC860D6EE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空白">
    <p:bg>
      <p:bgPr>
        <a:solidFill>
          <a:srgbClr val="F6F8F8"/>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8406544-3376-4519-BD5A-4FF37B9FFC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F5CE2E7-D22A-422C-A962-6BC860D6EE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空白">
    <p:bg>
      <p:bgPr>
        <a:solidFill>
          <a:srgbClr val="F6F8F8"/>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8406544-3376-4519-BD5A-4FF37B9FFC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F5CE2E7-D22A-422C-A962-6BC860D6EE26}" type="slidenum">
              <a:rPr lang="zh-CN" altLang="en-US" smtClean="0"/>
            </a:fld>
            <a:endParaRPr lang="zh-CN" altLang="en-US"/>
          </a:p>
        </p:txBody>
      </p:sp>
      <p:sp>
        <p:nvSpPr>
          <p:cNvPr id="6" name="标题 5"/>
          <p:cNvSpPr>
            <a:spLocks noGrp="1"/>
          </p:cNvSpPr>
          <p:nvPr>
            <p:ph type="title" hasCustomPrompt="1"/>
          </p:nvPr>
        </p:nvSpPr>
        <p:spPr>
          <a:xfrm>
            <a:off x="606425" y="508455"/>
            <a:ext cx="10515600" cy="476704"/>
          </a:xfrm>
        </p:spPr>
        <p:txBody>
          <a:bodyPr>
            <a:normAutofit/>
          </a:bodyPr>
          <a:lstStyle>
            <a:lvl1pPr>
              <a:lnSpc>
                <a:spcPct val="100000"/>
              </a:lnSpc>
              <a:defRPr sz="2800">
                <a:solidFill>
                  <a:schemeClr val="tx1">
                    <a:lumMod val="75000"/>
                    <a:lumOff val="25000"/>
                  </a:schemeClr>
                </a:solidFill>
              </a:defRPr>
            </a:lvl1pPr>
          </a:lstStyle>
          <a:p>
            <a:r>
              <a:rPr lang="zh-CN" altLang="en-US" dirty="0"/>
              <a:t>输入内容标题</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B8406544-3376-4519-BD5A-4FF37B9FFC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F5CE2E7-D22A-422C-A962-6BC860D6EE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B8406544-3376-4519-BD5A-4FF37B9FFC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F5CE2E7-D22A-422C-A962-6BC860D6EE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B8406544-3376-4519-BD5A-4FF37B9FFC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5CE2E7-D22A-422C-A962-6BC860D6EE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B8406544-3376-4519-BD5A-4FF37B9FFC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5CE2E7-D22A-422C-A962-6BC860D6EE2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图片与标题">
    <p:spTree>
      <p:nvGrpSpPr>
        <p:cNvPr id="1" name=""/>
        <p:cNvGrpSpPr/>
        <p:nvPr/>
      </p:nvGrpSpPr>
      <p:grpSpPr>
        <a:xfrm>
          <a:off x="0" y="0"/>
          <a:ext cx="0" cy="0"/>
          <a:chOff x="0" y="0"/>
          <a:chExt cx="0" cy="0"/>
        </a:xfrm>
      </p:grpSpPr>
      <p:pic>
        <p:nvPicPr>
          <p:cNvPr id="8" name="公众号：进击的晖姑娘" descr="蓝色的天空&#10;&#10;AI 生成的内容可能不正确。"/>
          <p:cNvPicPr>
            <a:picLocks noChangeAspect="1"/>
          </p:cNvPicPr>
          <p:nvPr userDrawn="1"/>
        </p:nvPicPr>
        <p:blipFill>
          <a:blip r:embed="rId2">
            <a:alphaModFix amt="58000"/>
            <a:extLst>
              <a:ext uri="{28A0092B-C50C-407E-A947-70E740481C1C}">
                <a14:useLocalDpi xmlns:a14="http://schemas.microsoft.com/office/drawing/2010/main" val="0"/>
              </a:ext>
            </a:extLst>
          </a:blip>
          <a:srcRect t="19"/>
          <a:stretch>
            <a:fillRect/>
          </a:stretch>
        </p:blipFill>
        <p:spPr>
          <a:xfrm>
            <a:off x="20" y="1282"/>
            <a:ext cx="12191980" cy="6856718"/>
          </a:xfrm>
          <a:prstGeom prst="rect">
            <a:avLst/>
          </a:prstGeom>
        </p:spPr>
      </p:pic>
      <p:sp>
        <p:nvSpPr>
          <p:cNvPr id="9" name="公众号：进击的晖姑娘"/>
          <p:cNvSpPr/>
          <p:nvPr userDrawn="1"/>
        </p:nvSpPr>
        <p:spPr>
          <a:xfrm>
            <a:off x="0" y="0"/>
            <a:ext cx="12192000" cy="6858000"/>
          </a:xfrm>
          <a:prstGeom prst="rect">
            <a:avLst/>
          </a:prstGeom>
          <a:solidFill>
            <a:schemeClr val="bg1">
              <a:alpha val="4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6" name="直接连接符 35"/>
          <p:cNvCxnSpPr/>
          <p:nvPr userDrawn="1"/>
        </p:nvCxnSpPr>
        <p:spPr>
          <a:xfrm flipH="1">
            <a:off x="946465" y="244821"/>
            <a:ext cx="717253" cy="0"/>
          </a:xfrm>
          <a:prstGeom prst="line">
            <a:avLst/>
          </a:prstGeom>
          <a:ln w="15875">
            <a:gradFill>
              <a:gsLst>
                <a:gs pos="0">
                  <a:schemeClr val="accent1">
                    <a:alpha val="49000"/>
                  </a:schemeClr>
                </a:gs>
                <a:gs pos="100000">
                  <a:schemeClr val="accent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53" name="矩形 52"/>
          <p:cNvSpPr/>
          <p:nvPr userDrawn="1"/>
        </p:nvSpPr>
        <p:spPr>
          <a:xfrm>
            <a:off x="-13335" y="-15240"/>
            <a:ext cx="12204065" cy="728980"/>
          </a:xfrm>
          <a:prstGeom prst="rect">
            <a:avLst/>
          </a:prstGeom>
          <a:solidFill>
            <a:sysClr val="window" lastClr="FFFFFF"/>
          </a:solidFill>
          <a:ln>
            <a:solidFill>
              <a:srgbClr val="000000">
                <a:alpha val="0"/>
              </a:srgbClr>
            </a:solidFill>
          </a:ln>
          <a:effectLst>
            <a:outerShdw blurRad="50800" dist="38100" dir="2700000" algn="tl" rotWithShape="0">
              <a:prstClr val="black">
                <a:alpha val="40000"/>
              </a:prstClr>
            </a:outerShdw>
          </a:effectLst>
        </p:spPr>
        <p:style>
          <a:lnRef idx="2">
            <a:srgbClr val="0070C0"/>
          </a:lnRef>
          <a:fillRef idx="0">
            <a:srgbClr val="FFFFFF"/>
          </a:fillRef>
          <a:effectRef idx="0">
            <a:srgbClr val="FFFFFF"/>
          </a:effectRef>
          <a:fontRef idx="minor">
            <a:sysClr val="windowText" lastClr="000000"/>
          </a:fontRef>
        </p:style>
        <p:txBody>
          <a:bodyPr rtlCol="0" anchor="ctr"/>
          <a:lstStyle/>
          <a:p>
            <a:pPr algn="ctr"/>
            <a:endParaRPr lang="zh-CN" altLang="en-US"/>
          </a:p>
        </p:txBody>
      </p:sp>
      <p:sp>
        <p:nvSpPr>
          <p:cNvPr id="57" name="文本框 56"/>
          <p:cNvSpPr txBox="1"/>
          <p:nvPr userDrawn="1"/>
        </p:nvSpPr>
        <p:spPr>
          <a:xfrm>
            <a:off x="1732915" y="82550"/>
            <a:ext cx="1581785" cy="53403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0" cap="none" spc="0" normalizeH="0" baseline="0" noProof="0" dirty="0">
                <a:ln w="0">
                  <a:noFill/>
                </a:ln>
                <a:effectLst/>
                <a:uLnTx/>
                <a:uFillTx/>
                <a:latin typeface="华文中宋" panose="02010600040101010101" charset="-122"/>
                <a:ea typeface="华文中宋" panose="02010600040101010101" charset="-122"/>
                <a:cs typeface="思源宋体 CN Heavy" panose="02020900000000000000" pitchFamily="18" charset="-122"/>
              </a:rPr>
              <a:t>研究思路</a:t>
            </a:r>
            <a:endParaRPr kumimoji="0" lang="zh-CN" altLang="en-US" sz="2400" b="0" i="0" u="none" strike="noStrike" kern="0" cap="none" spc="0" normalizeH="0" baseline="0" noProof="0" dirty="0">
              <a:ln w="0">
                <a:noFill/>
              </a:ln>
              <a:effectLst/>
              <a:uLnTx/>
              <a:uFillTx/>
              <a:latin typeface="华文中宋" panose="02010600040101010101" charset="-122"/>
              <a:ea typeface="华文中宋" panose="02010600040101010101" charset="-122"/>
              <a:cs typeface="思源宋体 CN Heavy" panose="02020900000000000000" pitchFamily="18" charset="-122"/>
            </a:endParaRPr>
          </a:p>
        </p:txBody>
      </p:sp>
      <p:sp>
        <p:nvSpPr>
          <p:cNvPr id="58" name="文本框 57"/>
          <p:cNvSpPr txBox="1"/>
          <p:nvPr userDrawn="1"/>
        </p:nvSpPr>
        <p:spPr>
          <a:xfrm>
            <a:off x="3343275" y="82550"/>
            <a:ext cx="2098040" cy="53403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0" cap="none" spc="0" normalizeH="0" baseline="0" noProof="0" dirty="0">
                <a:ln w="0">
                  <a:noFill/>
                </a:ln>
                <a:effectLst/>
                <a:uLnTx/>
                <a:uFillTx/>
                <a:latin typeface="华文中宋" panose="02010600040101010101" charset="-122"/>
                <a:ea typeface="华文中宋" panose="02010600040101010101" charset="-122"/>
                <a:cs typeface="思源宋体 CN Heavy" panose="02020900000000000000" pitchFamily="18" charset="-122"/>
              </a:rPr>
              <a:t>线上文本挖掘</a:t>
            </a:r>
            <a:endParaRPr kumimoji="0" lang="zh-CN" altLang="en-US" sz="2400" b="0" i="0" u="none" strike="noStrike" kern="0" cap="none" spc="0" normalizeH="0" baseline="0" noProof="0" dirty="0">
              <a:ln w="0">
                <a:noFill/>
              </a:ln>
              <a:effectLst/>
              <a:uLnTx/>
              <a:uFillTx/>
              <a:latin typeface="华文中宋" panose="02010600040101010101" charset="-122"/>
              <a:ea typeface="华文中宋" panose="02010600040101010101" charset="-122"/>
              <a:cs typeface="思源宋体 CN Heavy" panose="02020900000000000000" pitchFamily="18" charset="-122"/>
            </a:endParaRPr>
          </a:p>
        </p:txBody>
      </p:sp>
      <p:sp>
        <p:nvSpPr>
          <p:cNvPr id="65" name="文本框 64"/>
          <p:cNvSpPr txBox="1"/>
          <p:nvPr userDrawn="1"/>
        </p:nvSpPr>
        <p:spPr>
          <a:xfrm>
            <a:off x="5635625" y="82550"/>
            <a:ext cx="2303145" cy="53403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0" cap="none" spc="0" normalizeH="0" baseline="0" noProof="0" dirty="0">
                <a:ln w="0">
                  <a:noFill/>
                </a:ln>
                <a:effectLst/>
                <a:uLnTx/>
                <a:uFillTx/>
                <a:latin typeface="华文中宋" panose="02010600040101010101" charset="-122"/>
                <a:ea typeface="华文中宋" panose="02010600040101010101" charset="-122"/>
                <a:cs typeface="思源宋体 CN Heavy" panose="02020900000000000000" pitchFamily="18" charset="-122"/>
              </a:rPr>
              <a:t>线下实地调研</a:t>
            </a:r>
            <a:endParaRPr kumimoji="0" lang="zh-CN" altLang="en-US" sz="2400" b="0" i="0" u="none" strike="noStrike" kern="0" cap="none" spc="0" normalizeH="0" baseline="0" noProof="0" dirty="0">
              <a:ln w="0">
                <a:noFill/>
              </a:ln>
              <a:effectLst/>
              <a:uLnTx/>
              <a:uFillTx/>
              <a:latin typeface="华文中宋" panose="02010600040101010101" charset="-122"/>
              <a:ea typeface="华文中宋" panose="02010600040101010101" charset="-122"/>
              <a:cs typeface="思源宋体 CN Heavy" panose="02020900000000000000" pitchFamily="18" charset="-122"/>
            </a:endParaRPr>
          </a:p>
        </p:txBody>
      </p:sp>
      <p:sp>
        <p:nvSpPr>
          <p:cNvPr id="66" name="文本框 65"/>
          <p:cNvSpPr txBox="1"/>
          <p:nvPr userDrawn="1"/>
        </p:nvSpPr>
        <p:spPr>
          <a:xfrm>
            <a:off x="7964170" y="82550"/>
            <a:ext cx="1428115" cy="534035"/>
          </a:xfrm>
          <a:prstGeom prst="rect">
            <a:avLst/>
          </a:prstGeom>
          <a:noFill/>
        </p:spPr>
        <p:txBody>
          <a:bodyPr wrap="square">
            <a:spAutoFit/>
          </a:bodyPr>
          <a:lstStyle/>
          <a:p>
            <a:pPr marL="0" marR="0" lvl="0" algn="l"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0" cap="none" spc="0" normalizeH="0" baseline="0" noProof="0" dirty="0">
                <a:ln w="0">
                  <a:noFill/>
                </a:ln>
                <a:effectLst/>
                <a:uLnTx/>
                <a:uFillTx/>
                <a:latin typeface="华文中宋" panose="02010600040101010101" charset="-122"/>
                <a:ea typeface="华文中宋" panose="02010600040101010101" charset="-122"/>
                <a:cs typeface="思源宋体 CN Heavy" panose="02020900000000000000" pitchFamily="18" charset="-122"/>
              </a:rPr>
              <a:t>数据分析</a:t>
            </a:r>
            <a:endParaRPr kumimoji="0" lang="zh-CN" altLang="en-US" sz="2400" b="0" i="0" u="none" strike="noStrike" kern="0" cap="none" spc="0" normalizeH="0" baseline="0" noProof="0" dirty="0">
              <a:ln w="0">
                <a:noFill/>
              </a:ln>
              <a:effectLst/>
              <a:uLnTx/>
              <a:uFillTx/>
              <a:latin typeface="华文中宋" panose="02010600040101010101" charset="-122"/>
              <a:ea typeface="华文中宋" panose="02010600040101010101" charset="-122"/>
              <a:cs typeface="思源宋体 CN Heavy" panose="02020900000000000000" pitchFamily="18" charset="-122"/>
            </a:endParaRPr>
          </a:p>
        </p:txBody>
      </p:sp>
      <p:sp>
        <p:nvSpPr>
          <p:cNvPr id="67" name="文本框 66"/>
          <p:cNvSpPr txBox="1"/>
          <p:nvPr userDrawn="1"/>
        </p:nvSpPr>
        <p:spPr>
          <a:xfrm>
            <a:off x="182880" y="76200"/>
            <a:ext cx="1416050" cy="53403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0" cap="none" spc="0" normalizeH="0" baseline="0" noProof="0" dirty="0">
                <a:ln w="0">
                  <a:noFill/>
                </a:ln>
                <a:effectLst/>
                <a:uLnTx/>
                <a:uFillTx/>
                <a:latin typeface="华文中宋" panose="02010600040101010101" charset="-122"/>
                <a:ea typeface="华文中宋" panose="02010600040101010101" charset="-122"/>
                <a:cs typeface="思源宋体 CN Heavy" panose="02020900000000000000" pitchFamily="18" charset="-122"/>
              </a:rPr>
              <a:t>研究背景</a:t>
            </a:r>
            <a:endParaRPr kumimoji="0" lang="zh-CN" altLang="en-US" sz="2400" b="0" i="0" u="none" strike="noStrike" kern="0" cap="none" spc="0" normalizeH="0" baseline="0" noProof="0" dirty="0">
              <a:ln w="0">
                <a:noFill/>
              </a:ln>
              <a:effectLst/>
              <a:uLnTx/>
              <a:uFillTx/>
              <a:latin typeface="华文中宋" panose="02010600040101010101" charset="-122"/>
              <a:ea typeface="华文中宋" panose="02010600040101010101" charset="-122"/>
              <a:cs typeface="思源宋体 CN Heavy" panose="02020900000000000000" pitchFamily="18" charset="-122"/>
            </a:endParaRPr>
          </a:p>
        </p:txBody>
      </p:sp>
      <p:sp>
        <p:nvSpPr>
          <p:cNvPr id="68" name="文本框 67"/>
          <p:cNvSpPr txBox="1"/>
          <p:nvPr userDrawn="1"/>
        </p:nvSpPr>
        <p:spPr>
          <a:xfrm>
            <a:off x="9685020" y="-12700"/>
            <a:ext cx="2506980" cy="750570"/>
          </a:xfrm>
          <a:prstGeom prst="rect">
            <a:avLst/>
          </a:prstGeom>
          <a:solidFill>
            <a:srgbClr val="1170C0"/>
          </a:solidFill>
          <a:ln>
            <a:solidFill>
              <a:srgbClr val="000000">
                <a:alpha val="0"/>
              </a:srgbClr>
            </a:solidFill>
          </a:ln>
          <a:effectLst>
            <a:outerShdw blurRad="50800" dist="38100" dir="2700000" algn="tl" rotWithShape="0">
              <a:prstClr val="black">
                <a:alpha val="40000"/>
              </a:prstClr>
            </a:outerShdw>
          </a:effectLst>
        </p:spPr>
        <p:style>
          <a:lnRef idx="2">
            <a:sysClr val="window" lastClr="FFFFFF"/>
          </a:lnRef>
          <a:fillRef idx="1">
            <a:srgbClr val="4BACC6"/>
          </a:fillRef>
          <a:effectRef idx="1">
            <a:srgbClr val="4BACC6"/>
          </a:effectRef>
          <a:fontRef idx="minor">
            <a:sysClr val="window" lastClr="FFFFFF"/>
          </a:fontRef>
        </p:style>
        <p:txBody>
          <a:bodyPr wrap="square">
            <a:no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3200" b="1" i="0" u="none" strike="noStrike" kern="0" cap="none" spc="0" normalizeH="0" baseline="0" noProof="0" dirty="0">
                <a:ln w="0">
                  <a:noFill/>
                </a:ln>
                <a:solidFill>
                  <a:sysClr val="window" lastClr="FFFFFF"/>
                </a:solidFill>
                <a:effectLst/>
                <a:uLnTx/>
                <a:uFillTx/>
                <a:latin typeface="华文中宋" panose="02010600040101010101" charset="-122"/>
                <a:ea typeface="华文中宋" panose="02010600040101010101" charset="-122"/>
                <a:cs typeface="思源宋体 CN Heavy" panose="02020900000000000000" pitchFamily="18" charset="-122"/>
              </a:rPr>
              <a:t>结论建议</a:t>
            </a:r>
            <a:endParaRPr kumimoji="0" lang="zh-CN" altLang="en-US" sz="3200" b="1" i="0" u="none" strike="noStrike" kern="0" cap="none" spc="0" normalizeH="0" baseline="0" noProof="0" dirty="0">
              <a:ln w="0">
                <a:noFill/>
              </a:ln>
              <a:solidFill>
                <a:sysClr val="window" lastClr="FFFFFF"/>
              </a:solidFill>
              <a:effectLst/>
              <a:uLnTx/>
              <a:uFillTx/>
              <a:latin typeface="华文中宋" panose="02010600040101010101" charset="-122"/>
              <a:ea typeface="华文中宋" panose="02010600040101010101" charset="-122"/>
              <a:cs typeface="思源宋体 CN Heavy" panose="02020900000000000000" pitchFamily="18" charset="-122"/>
            </a:endParaRPr>
          </a:p>
        </p:txBody>
      </p:sp>
      <p:sp>
        <p:nvSpPr>
          <p:cNvPr id="78" name="等腰三角形 77"/>
          <p:cNvSpPr/>
          <p:nvPr userDrawn="1"/>
        </p:nvSpPr>
        <p:spPr>
          <a:xfrm rot="10800000">
            <a:off x="10649585" y="723900"/>
            <a:ext cx="608330" cy="232410"/>
          </a:xfrm>
          <a:prstGeom prst="triangle">
            <a:avLst/>
          </a:prstGeom>
          <a:ln>
            <a:solidFill>
              <a:srgbClr val="000000">
                <a:alpha val="0"/>
              </a:srgbClr>
            </a:solidFill>
          </a:ln>
          <a:effectLst>
            <a:outerShdw blurRad="50800" dist="38100" dir="2700000" algn="tl" rotWithShape="0">
              <a:prstClr val="black">
                <a:alpha val="40000"/>
              </a:prstClr>
            </a:outerShdw>
          </a:effectLst>
        </p:spPr>
        <p:style>
          <a:lnRef idx="2">
            <a:srgbClr val="0070C0">
              <a:lumMod val="75000"/>
            </a:srgbClr>
          </a:lnRef>
          <a:fillRef idx="1">
            <a:srgbClr val="0070C0"/>
          </a:fillRef>
          <a:effectRef idx="0">
            <a:srgbClr val="FFFFFF"/>
          </a:effectRef>
          <a:fontRef idx="minor">
            <a:sysClr val="window" lastClr="FFFFFF"/>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406544-3376-4519-BD5A-4FF37B9FFC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5CE2E7-D22A-422C-A962-6BC860D6EE26}" type="slidenum">
              <a:rPr lang="zh-CN" altLang="en-US" smtClean="0"/>
            </a:fld>
            <a:endParaRPr lang="zh-CN" altLang="en-US"/>
          </a:p>
        </p:txBody>
      </p:sp>
      <p:sp>
        <p:nvSpPr>
          <p:cNvPr id="7" name="页面-上"/>
          <p:cNvSpPr/>
          <p:nvPr userDrawn="1"/>
        </p:nvSpPr>
        <p:spPr>
          <a:xfrm>
            <a:off x="5778500" y="-22860000"/>
            <a:ext cx="635000" cy="635000"/>
          </a:xfrm>
          <a:prstGeom prst="ellipse">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页面-下"/>
          <p:cNvSpPr/>
          <p:nvPr userDrawn="1"/>
        </p:nvSpPr>
        <p:spPr>
          <a:xfrm>
            <a:off x="5778500" y="22860000"/>
            <a:ext cx="635000" cy="635000"/>
          </a:xfrm>
          <a:prstGeom prst="ellipse">
            <a:avLst/>
          </a:prstGeom>
          <a:noFill/>
          <a:ln w="12700" cap="flat" cmpd="sng" algn="ctr">
            <a:noFill/>
            <a:prstDash val="solid"/>
            <a:miter lim="800000"/>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mc:AlternateContent xmlns:mc="http://schemas.openxmlformats.org/markup-compatibility/2006">
    <mc:Choice xmlns:p14="http://schemas.microsoft.com/office/powerpoint/2010/main" Requires="p14">
      <p:transition p14:dur="300">
        <p:fade/>
      </p:transition>
    </mc:Choice>
    <mc:Fallback>
      <p:transition>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3.xml"/><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tags" Target="../tags/tag2.xml"/><Relationship Id="rId3" Type="http://schemas.openxmlformats.org/officeDocument/2006/relationships/image" Target="../media/image4.png"/><Relationship Id="rId2" Type="http://schemas.openxmlformats.org/officeDocument/2006/relationships/tags" Target="../tags/tag1.xml"/><Relationship Id="rId11" Type="http://schemas.openxmlformats.org/officeDocument/2006/relationships/notesSlide" Target="../notesSlides/notesSlide1.xml"/><Relationship Id="rId10" Type="http://schemas.openxmlformats.org/officeDocument/2006/relationships/slideLayout" Target="../slideLayouts/slideLayout2.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8.xml"/><Relationship Id="rId6" Type="http://schemas.openxmlformats.org/officeDocument/2006/relationships/tags" Target="../tags/tag4.xml"/><Relationship Id="rId5" Type="http://schemas.microsoft.com/office/2007/relationships/hdphoto" Target="../media/image13.wdp"/><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3.xml.rels><?xml version="1.0" encoding="UTF-8" standalone="yes"?>
<Relationships xmlns="http://schemas.openxmlformats.org/package/2006/relationships"><Relationship Id="rId9" Type="http://schemas.openxmlformats.org/officeDocument/2006/relationships/tags" Target="../tags/tag12.xml"/><Relationship Id="rId8" Type="http://schemas.openxmlformats.org/officeDocument/2006/relationships/tags" Target="../tags/tag11.xml"/><Relationship Id="rId7" Type="http://schemas.openxmlformats.org/officeDocument/2006/relationships/tags" Target="../tags/tag10.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tags" Target="../tags/tag6.xml"/><Relationship Id="rId21" Type="http://schemas.openxmlformats.org/officeDocument/2006/relationships/slideLayout" Target="../slideLayouts/slideLayout7.xml"/><Relationship Id="rId20" Type="http://schemas.openxmlformats.org/officeDocument/2006/relationships/image" Target="../media/image18.png"/><Relationship Id="rId2" Type="http://schemas.openxmlformats.org/officeDocument/2006/relationships/tags" Target="../tags/tag5.xml"/><Relationship Id="rId19" Type="http://schemas.openxmlformats.org/officeDocument/2006/relationships/image" Target="../media/image17.png"/><Relationship Id="rId18" Type="http://schemas.openxmlformats.org/officeDocument/2006/relationships/image" Target="../media/image16.svg"/><Relationship Id="rId17" Type="http://schemas.openxmlformats.org/officeDocument/2006/relationships/image" Target="../media/image15.png"/><Relationship Id="rId16" Type="http://schemas.openxmlformats.org/officeDocument/2006/relationships/tags" Target="../tags/tag19.xml"/><Relationship Id="rId15" Type="http://schemas.openxmlformats.org/officeDocument/2006/relationships/tags" Target="../tags/tag18.xml"/><Relationship Id="rId14" Type="http://schemas.openxmlformats.org/officeDocument/2006/relationships/tags" Target="../tags/tag17.xml"/><Relationship Id="rId13" Type="http://schemas.openxmlformats.org/officeDocument/2006/relationships/tags" Target="../tags/tag16.xml"/><Relationship Id="rId12" Type="http://schemas.openxmlformats.org/officeDocument/2006/relationships/tags" Target="../tags/tag15.xml"/><Relationship Id="rId11" Type="http://schemas.openxmlformats.org/officeDocument/2006/relationships/tags" Target="../tags/tag14.xml"/><Relationship Id="rId10" Type="http://schemas.openxmlformats.org/officeDocument/2006/relationships/tags" Target="../tags/tag13.xml"/><Relationship Id="rId1" Type="http://schemas.openxmlformats.org/officeDocument/2006/relationships/image" Target="../media/image14.png"/></Relationships>
</file>

<file path=ppt/slides/_rels/slide4.xml.rels><?xml version="1.0" encoding="UTF-8" standalone="yes"?>
<Relationships xmlns="http://schemas.openxmlformats.org/package/2006/relationships"><Relationship Id="rId9" Type="http://schemas.openxmlformats.org/officeDocument/2006/relationships/image" Target="../media/image23.png"/><Relationship Id="rId8" Type="http://schemas.openxmlformats.org/officeDocument/2006/relationships/image" Target="../media/image22.png"/><Relationship Id="rId7" Type="http://schemas.openxmlformats.org/officeDocument/2006/relationships/image" Target="../media/image21.png"/><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6.svg"/><Relationship Id="rId30" Type="http://schemas.openxmlformats.org/officeDocument/2006/relationships/slideLayout" Target="../slideLayouts/slideLayout7.xml"/><Relationship Id="rId3" Type="http://schemas.openxmlformats.org/officeDocument/2006/relationships/image" Target="../media/image15.png"/><Relationship Id="rId29" Type="http://schemas.openxmlformats.org/officeDocument/2006/relationships/tags" Target="../tags/tag35.xml"/><Relationship Id="rId28" Type="http://schemas.openxmlformats.org/officeDocument/2006/relationships/tags" Target="../tags/tag34.xml"/><Relationship Id="rId27" Type="http://schemas.openxmlformats.org/officeDocument/2006/relationships/tags" Target="../tags/tag33.xml"/><Relationship Id="rId26" Type="http://schemas.openxmlformats.org/officeDocument/2006/relationships/tags" Target="../tags/tag32.xml"/><Relationship Id="rId25" Type="http://schemas.openxmlformats.org/officeDocument/2006/relationships/tags" Target="../tags/tag31.xml"/><Relationship Id="rId24" Type="http://schemas.openxmlformats.org/officeDocument/2006/relationships/tags" Target="../tags/tag30.xml"/><Relationship Id="rId23" Type="http://schemas.openxmlformats.org/officeDocument/2006/relationships/tags" Target="../tags/tag29.xml"/><Relationship Id="rId22" Type="http://schemas.openxmlformats.org/officeDocument/2006/relationships/tags" Target="../tags/tag28.xml"/><Relationship Id="rId21" Type="http://schemas.openxmlformats.org/officeDocument/2006/relationships/tags" Target="../tags/tag27.xml"/><Relationship Id="rId20" Type="http://schemas.openxmlformats.org/officeDocument/2006/relationships/tags" Target="../tags/tag26.xml"/><Relationship Id="rId2" Type="http://schemas.openxmlformats.org/officeDocument/2006/relationships/tags" Target="../tags/tag20.xml"/><Relationship Id="rId19" Type="http://schemas.openxmlformats.org/officeDocument/2006/relationships/tags" Target="../tags/tag25.xml"/><Relationship Id="rId18" Type="http://schemas.openxmlformats.org/officeDocument/2006/relationships/tags" Target="../tags/tag24.xml"/><Relationship Id="rId17" Type="http://schemas.openxmlformats.org/officeDocument/2006/relationships/tags" Target="../tags/tag23.xml"/><Relationship Id="rId16" Type="http://schemas.openxmlformats.org/officeDocument/2006/relationships/tags" Target="../tags/tag22.xml"/><Relationship Id="rId15" Type="http://schemas.microsoft.com/office/2007/relationships/diagramDrawing" Target="../diagrams/drawing1.xml"/><Relationship Id="rId14" Type="http://schemas.openxmlformats.org/officeDocument/2006/relationships/diagramColors" Target="../diagrams/colors1.xml"/><Relationship Id="rId13" Type="http://schemas.openxmlformats.org/officeDocument/2006/relationships/diagramQuickStyle" Target="../diagrams/quickStyle1.xml"/><Relationship Id="rId12" Type="http://schemas.openxmlformats.org/officeDocument/2006/relationships/diagramLayout" Target="../diagrams/layout1.xml"/><Relationship Id="rId11" Type="http://schemas.openxmlformats.org/officeDocument/2006/relationships/diagramData" Target="../diagrams/data1.xml"/><Relationship Id="rId10" Type="http://schemas.openxmlformats.org/officeDocument/2006/relationships/tags" Target="../tags/tag21.xml"/><Relationship Id="rId1" Type="http://schemas.openxmlformats.org/officeDocument/2006/relationships/image" Target="../media/image14.png"/></Relationships>
</file>

<file path=ppt/slides/_rels/slide5.xml.rels><?xml version="1.0" encoding="UTF-8" standalone="yes"?>
<Relationships xmlns="http://schemas.openxmlformats.org/package/2006/relationships"><Relationship Id="rId9" Type="http://schemas.openxmlformats.org/officeDocument/2006/relationships/tags" Target="../tags/tag43.xml"/><Relationship Id="rId8" Type="http://schemas.openxmlformats.org/officeDocument/2006/relationships/tags" Target="../tags/tag42.xml"/><Relationship Id="rId7" Type="http://schemas.openxmlformats.org/officeDocument/2006/relationships/tags" Target="../tags/tag41.xml"/><Relationship Id="rId69" Type="http://schemas.openxmlformats.org/officeDocument/2006/relationships/slideLayout" Target="../slideLayouts/slideLayout7.xml"/><Relationship Id="rId68" Type="http://schemas.openxmlformats.org/officeDocument/2006/relationships/tags" Target="../tags/tag100.xml"/><Relationship Id="rId67" Type="http://schemas.openxmlformats.org/officeDocument/2006/relationships/tags" Target="../tags/tag99.xml"/><Relationship Id="rId66" Type="http://schemas.openxmlformats.org/officeDocument/2006/relationships/tags" Target="../tags/tag98.xml"/><Relationship Id="rId65" Type="http://schemas.openxmlformats.org/officeDocument/2006/relationships/tags" Target="../tags/tag97.xml"/><Relationship Id="rId64" Type="http://schemas.openxmlformats.org/officeDocument/2006/relationships/tags" Target="../tags/tag96.xml"/><Relationship Id="rId63" Type="http://schemas.openxmlformats.org/officeDocument/2006/relationships/tags" Target="../tags/tag95.xml"/><Relationship Id="rId62" Type="http://schemas.openxmlformats.org/officeDocument/2006/relationships/tags" Target="../tags/tag94.xml"/><Relationship Id="rId61" Type="http://schemas.openxmlformats.org/officeDocument/2006/relationships/tags" Target="../tags/tag93.xml"/><Relationship Id="rId60" Type="http://schemas.openxmlformats.org/officeDocument/2006/relationships/tags" Target="../tags/tag92.xml"/><Relationship Id="rId6" Type="http://schemas.openxmlformats.org/officeDocument/2006/relationships/tags" Target="../tags/tag40.xml"/><Relationship Id="rId59" Type="http://schemas.openxmlformats.org/officeDocument/2006/relationships/tags" Target="../tags/tag91.xml"/><Relationship Id="rId58" Type="http://schemas.openxmlformats.org/officeDocument/2006/relationships/tags" Target="../tags/tag90.xml"/><Relationship Id="rId57" Type="http://schemas.openxmlformats.org/officeDocument/2006/relationships/tags" Target="../tags/tag89.xml"/><Relationship Id="rId56" Type="http://schemas.openxmlformats.org/officeDocument/2006/relationships/tags" Target="../tags/tag88.xml"/><Relationship Id="rId55" Type="http://schemas.openxmlformats.org/officeDocument/2006/relationships/tags" Target="../tags/tag87.xml"/><Relationship Id="rId54" Type="http://schemas.openxmlformats.org/officeDocument/2006/relationships/tags" Target="../tags/tag86.xml"/><Relationship Id="rId53" Type="http://schemas.openxmlformats.org/officeDocument/2006/relationships/tags" Target="../tags/tag85.xml"/><Relationship Id="rId52" Type="http://schemas.openxmlformats.org/officeDocument/2006/relationships/tags" Target="../tags/tag84.xml"/><Relationship Id="rId51" Type="http://schemas.openxmlformats.org/officeDocument/2006/relationships/tags" Target="../tags/tag83.xml"/><Relationship Id="rId50" Type="http://schemas.openxmlformats.org/officeDocument/2006/relationships/tags" Target="../tags/tag82.xml"/><Relationship Id="rId5" Type="http://schemas.openxmlformats.org/officeDocument/2006/relationships/tags" Target="../tags/tag39.xml"/><Relationship Id="rId49" Type="http://schemas.openxmlformats.org/officeDocument/2006/relationships/tags" Target="../tags/tag81.xml"/><Relationship Id="rId48" Type="http://schemas.openxmlformats.org/officeDocument/2006/relationships/tags" Target="../tags/tag80.xml"/><Relationship Id="rId47" Type="http://schemas.openxmlformats.org/officeDocument/2006/relationships/tags" Target="../tags/tag79.xml"/><Relationship Id="rId46" Type="http://schemas.openxmlformats.org/officeDocument/2006/relationships/tags" Target="../tags/tag78.xml"/><Relationship Id="rId45" Type="http://schemas.openxmlformats.org/officeDocument/2006/relationships/tags" Target="../tags/tag77.xml"/><Relationship Id="rId44" Type="http://schemas.openxmlformats.org/officeDocument/2006/relationships/tags" Target="../tags/tag76.xml"/><Relationship Id="rId43" Type="http://schemas.openxmlformats.org/officeDocument/2006/relationships/tags" Target="../tags/tag75.xml"/><Relationship Id="rId42" Type="http://schemas.openxmlformats.org/officeDocument/2006/relationships/tags" Target="../tags/tag74.xml"/><Relationship Id="rId41" Type="http://schemas.openxmlformats.org/officeDocument/2006/relationships/tags" Target="../tags/tag73.xml"/><Relationship Id="rId40" Type="http://schemas.openxmlformats.org/officeDocument/2006/relationships/tags" Target="../tags/tag72.xml"/><Relationship Id="rId4" Type="http://schemas.openxmlformats.org/officeDocument/2006/relationships/tags" Target="../tags/tag38.xml"/><Relationship Id="rId39" Type="http://schemas.openxmlformats.org/officeDocument/2006/relationships/tags" Target="../tags/tag71.xml"/><Relationship Id="rId38" Type="http://schemas.openxmlformats.org/officeDocument/2006/relationships/tags" Target="../tags/tag70.xml"/><Relationship Id="rId37" Type="http://schemas.openxmlformats.org/officeDocument/2006/relationships/tags" Target="../tags/tag69.xml"/><Relationship Id="rId36" Type="http://schemas.openxmlformats.org/officeDocument/2006/relationships/tags" Target="../tags/tag68.xml"/><Relationship Id="rId35" Type="http://schemas.openxmlformats.org/officeDocument/2006/relationships/tags" Target="../tags/tag67.xml"/><Relationship Id="rId34" Type="http://schemas.openxmlformats.org/officeDocument/2006/relationships/tags" Target="../tags/tag66.xml"/><Relationship Id="rId33" Type="http://schemas.openxmlformats.org/officeDocument/2006/relationships/tags" Target="../tags/tag65.xml"/><Relationship Id="rId32" Type="http://schemas.openxmlformats.org/officeDocument/2006/relationships/tags" Target="../tags/tag64.xml"/><Relationship Id="rId31" Type="http://schemas.openxmlformats.org/officeDocument/2006/relationships/tags" Target="../tags/tag63.xml"/><Relationship Id="rId30" Type="http://schemas.openxmlformats.org/officeDocument/2006/relationships/tags" Target="../tags/tag62.xml"/><Relationship Id="rId3" Type="http://schemas.openxmlformats.org/officeDocument/2006/relationships/tags" Target="../tags/tag37.xml"/><Relationship Id="rId29" Type="http://schemas.openxmlformats.org/officeDocument/2006/relationships/tags" Target="../tags/tag61.xml"/><Relationship Id="rId28" Type="http://schemas.openxmlformats.org/officeDocument/2006/relationships/tags" Target="../tags/tag60.xml"/><Relationship Id="rId27" Type="http://schemas.openxmlformats.org/officeDocument/2006/relationships/tags" Target="../tags/tag59.xml"/><Relationship Id="rId26" Type="http://schemas.openxmlformats.org/officeDocument/2006/relationships/tags" Target="../tags/tag58.xml"/><Relationship Id="rId25" Type="http://schemas.openxmlformats.org/officeDocument/2006/relationships/tags" Target="../tags/tag57.xml"/><Relationship Id="rId24" Type="http://schemas.openxmlformats.org/officeDocument/2006/relationships/tags" Target="../tags/tag56.xml"/><Relationship Id="rId23" Type="http://schemas.openxmlformats.org/officeDocument/2006/relationships/tags" Target="../tags/tag55.xml"/><Relationship Id="rId22" Type="http://schemas.openxmlformats.org/officeDocument/2006/relationships/tags" Target="../tags/tag54.xml"/><Relationship Id="rId21" Type="http://schemas.openxmlformats.org/officeDocument/2006/relationships/tags" Target="../tags/tag53.xml"/><Relationship Id="rId20" Type="http://schemas.openxmlformats.org/officeDocument/2006/relationships/tags" Target="../tags/tag52.xml"/><Relationship Id="rId2" Type="http://schemas.openxmlformats.org/officeDocument/2006/relationships/tags" Target="../tags/tag36.xml"/><Relationship Id="rId19" Type="http://schemas.openxmlformats.org/officeDocument/2006/relationships/tags" Target="../tags/tag51.xml"/><Relationship Id="rId18" Type="http://schemas.openxmlformats.org/officeDocument/2006/relationships/image" Target="../media/image16.svg"/><Relationship Id="rId17" Type="http://schemas.openxmlformats.org/officeDocument/2006/relationships/image" Target="../media/image15.png"/><Relationship Id="rId16" Type="http://schemas.openxmlformats.org/officeDocument/2006/relationships/tags" Target="../tags/tag50.xml"/><Relationship Id="rId15" Type="http://schemas.openxmlformats.org/officeDocument/2006/relationships/tags" Target="../tags/tag49.xml"/><Relationship Id="rId14" Type="http://schemas.openxmlformats.org/officeDocument/2006/relationships/tags" Target="../tags/tag48.xml"/><Relationship Id="rId13" Type="http://schemas.openxmlformats.org/officeDocument/2006/relationships/tags" Target="../tags/tag47.xml"/><Relationship Id="rId12" Type="http://schemas.openxmlformats.org/officeDocument/2006/relationships/tags" Target="../tags/tag46.xml"/><Relationship Id="rId11" Type="http://schemas.openxmlformats.org/officeDocument/2006/relationships/tags" Target="../tags/tag45.xml"/><Relationship Id="rId10" Type="http://schemas.openxmlformats.org/officeDocument/2006/relationships/tags" Target="../tags/tag44.xml"/><Relationship Id="rId1" Type="http://schemas.openxmlformats.org/officeDocument/2006/relationships/image" Target="../media/image14.png"/></Relationships>
</file>

<file path=ppt/slides/_rels/slide6.xml.rels><?xml version="1.0" encoding="UTF-8" standalone="yes"?>
<Relationships xmlns="http://schemas.openxmlformats.org/package/2006/relationships"><Relationship Id="rId9" Type="http://schemas.openxmlformats.org/officeDocument/2006/relationships/tags" Target="../tags/tag108.xml"/><Relationship Id="rId8" Type="http://schemas.openxmlformats.org/officeDocument/2006/relationships/tags" Target="../tags/tag107.xml"/><Relationship Id="rId7" Type="http://schemas.openxmlformats.org/officeDocument/2006/relationships/tags" Target="../tags/tag106.xml"/><Relationship Id="rId6" Type="http://schemas.openxmlformats.org/officeDocument/2006/relationships/tags" Target="../tags/tag105.xml"/><Relationship Id="rId56" Type="http://schemas.openxmlformats.org/officeDocument/2006/relationships/notesSlide" Target="../notesSlides/notesSlide2.xml"/><Relationship Id="rId55" Type="http://schemas.openxmlformats.org/officeDocument/2006/relationships/slideLayout" Target="../slideLayouts/slideLayout7.xml"/><Relationship Id="rId54" Type="http://schemas.openxmlformats.org/officeDocument/2006/relationships/tags" Target="../tags/tag144.xml"/><Relationship Id="rId53" Type="http://schemas.openxmlformats.org/officeDocument/2006/relationships/tags" Target="../tags/tag143.xml"/><Relationship Id="rId52" Type="http://schemas.openxmlformats.org/officeDocument/2006/relationships/tags" Target="../tags/tag142.xml"/><Relationship Id="rId51" Type="http://schemas.openxmlformats.org/officeDocument/2006/relationships/tags" Target="../tags/tag141.xml"/><Relationship Id="rId50" Type="http://schemas.openxmlformats.org/officeDocument/2006/relationships/tags" Target="../tags/tag140.xml"/><Relationship Id="rId5" Type="http://schemas.openxmlformats.org/officeDocument/2006/relationships/tags" Target="../tags/tag104.xml"/><Relationship Id="rId49" Type="http://schemas.openxmlformats.org/officeDocument/2006/relationships/tags" Target="../tags/tag139.xml"/><Relationship Id="rId48" Type="http://schemas.openxmlformats.org/officeDocument/2006/relationships/tags" Target="../tags/tag138.xml"/><Relationship Id="rId47" Type="http://schemas.openxmlformats.org/officeDocument/2006/relationships/tags" Target="../tags/tag137.xml"/><Relationship Id="rId46" Type="http://schemas.openxmlformats.org/officeDocument/2006/relationships/tags" Target="../tags/tag136.xml"/><Relationship Id="rId45" Type="http://schemas.openxmlformats.org/officeDocument/2006/relationships/tags" Target="../tags/tag135.xml"/><Relationship Id="rId44" Type="http://schemas.openxmlformats.org/officeDocument/2006/relationships/tags" Target="../tags/tag134.xml"/><Relationship Id="rId43" Type="http://schemas.openxmlformats.org/officeDocument/2006/relationships/tags" Target="../tags/tag133.xml"/><Relationship Id="rId42" Type="http://schemas.openxmlformats.org/officeDocument/2006/relationships/tags" Target="../tags/tag132.xml"/><Relationship Id="rId41" Type="http://schemas.openxmlformats.org/officeDocument/2006/relationships/tags" Target="../tags/tag131.xml"/><Relationship Id="rId40" Type="http://schemas.openxmlformats.org/officeDocument/2006/relationships/tags" Target="../tags/tag130.xml"/><Relationship Id="rId4" Type="http://schemas.openxmlformats.org/officeDocument/2006/relationships/tags" Target="../tags/tag103.xml"/><Relationship Id="rId39" Type="http://schemas.openxmlformats.org/officeDocument/2006/relationships/image" Target="../media/image30.png"/><Relationship Id="rId38" Type="http://schemas.openxmlformats.org/officeDocument/2006/relationships/tags" Target="../tags/tag129.xml"/><Relationship Id="rId37" Type="http://schemas.openxmlformats.org/officeDocument/2006/relationships/tags" Target="../tags/tag128.xml"/><Relationship Id="rId36" Type="http://schemas.openxmlformats.org/officeDocument/2006/relationships/tags" Target="../tags/tag127.xml"/><Relationship Id="rId35" Type="http://schemas.openxmlformats.org/officeDocument/2006/relationships/tags" Target="../tags/tag126.xml"/><Relationship Id="rId34" Type="http://schemas.openxmlformats.org/officeDocument/2006/relationships/tags" Target="../tags/tag125.xml"/><Relationship Id="rId33" Type="http://schemas.openxmlformats.org/officeDocument/2006/relationships/tags" Target="../tags/tag124.xml"/><Relationship Id="rId32" Type="http://schemas.openxmlformats.org/officeDocument/2006/relationships/image" Target="../media/image29.svg"/><Relationship Id="rId31" Type="http://schemas.openxmlformats.org/officeDocument/2006/relationships/image" Target="../media/image28.png"/><Relationship Id="rId30" Type="http://schemas.openxmlformats.org/officeDocument/2006/relationships/tags" Target="../tags/tag123.xml"/><Relationship Id="rId3" Type="http://schemas.openxmlformats.org/officeDocument/2006/relationships/tags" Target="../tags/tag102.xml"/><Relationship Id="rId29" Type="http://schemas.openxmlformats.org/officeDocument/2006/relationships/image" Target="../media/image27.svg"/><Relationship Id="rId28" Type="http://schemas.openxmlformats.org/officeDocument/2006/relationships/image" Target="../media/image26.png"/><Relationship Id="rId27" Type="http://schemas.openxmlformats.org/officeDocument/2006/relationships/tags" Target="../tags/tag122.xml"/><Relationship Id="rId26" Type="http://schemas.openxmlformats.org/officeDocument/2006/relationships/image" Target="../media/image25.svg"/><Relationship Id="rId25" Type="http://schemas.openxmlformats.org/officeDocument/2006/relationships/image" Target="../media/image24.png"/><Relationship Id="rId24" Type="http://schemas.openxmlformats.org/officeDocument/2006/relationships/tags" Target="../tags/tag121.xml"/><Relationship Id="rId23" Type="http://schemas.openxmlformats.org/officeDocument/2006/relationships/tags" Target="../tags/tag120.xml"/><Relationship Id="rId22" Type="http://schemas.openxmlformats.org/officeDocument/2006/relationships/tags" Target="../tags/tag119.xml"/><Relationship Id="rId21" Type="http://schemas.openxmlformats.org/officeDocument/2006/relationships/tags" Target="../tags/tag118.xml"/><Relationship Id="rId20" Type="http://schemas.openxmlformats.org/officeDocument/2006/relationships/tags" Target="../tags/tag117.xml"/><Relationship Id="rId2" Type="http://schemas.openxmlformats.org/officeDocument/2006/relationships/tags" Target="../tags/tag101.xml"/><Relationship Id="rId19" Type="http://schemas.openxmlformats.org/officeDocument/2006/relationships/image" Target="../media/image16.svg"/><Relationship Id="rId18" Type="http://schemas.openxmlformats.org/officeDocument/2006/relationships/image" Target="../media/image15.png"/><Relationship Id="rId17" Type="http://schemas.openxmlformats.org/officeDocument/2006/relationships/tags" Target="../tags/tag116.xml"/><Relationship Id="rId16" Type="http://schemas.openxmlformats.org/officeDocument/2006/relationships/tags" Target="../tags/tag115.xml"/><Relationship Id="rId15" Type="http://schemas.openxmlformats.org/officeDocument/2006/relationships/tags" Target="../tags/tag114.xml"/><Relationship Id="rId14" Type="http://schemas.openxmlformats.org/officeDocument/2006/relationships/tags" Target="../tags/tag113.xml"/><Relationship Id="rId13" Type="http://schemas.openxmlformats.org/officeDocument/2006/relationships/tags" Target="../tags/tag112.xml"/><Relationship Id="rId12" Type="http://schemas.openxmlformats.org/officeDocument/2006/relationships/tags" Target="../tags/tag111.xml"/><Relationship Id="rId11" Type="http://schemas.openxmlformats.org/officeDocument/2006/relationships/tags" Target="../tags/tag110.xml"/><Relationship Id="rId10" Type="http://schemas.openxmlformats.org/officeDocument/2006/relationships/tags" Target="../tags/tag109.xml"/><Relationship Id="rId1" Type="http://schemas.openxmlformats.org/officeDocument/2006/relationships/image" Target="../media/image14.png"/></Relationships>
</file>

<file path=ppt/slides/_rels/slide7.xml.rels><?xml version="1.0" encoding="UTF-8" standalone="yes"?>
<Relationships xmlns="http://schemas.openxmlformats.org/package/2006/relationships"><Relationship Id="rId9" Type="http://schemas.openxmlformats.org/officeDocument/2006/relationships/tags" Target="../tags/tag152.xml"/><Relationship Id="rId8" Type="http://schemas.openxmlformats.org/officeDocument/2006/relationships/tags" Target="../tags/tag151.xml"/><Relationship Id="rId7" Type="http://schemas.openxmlformats.org/officeDocument/2006/relationships/tags" Target="../tags/tag150.xml"/><Relationship Id="rId6" Type="http://schemas.openxmlformats.org/officeDocument/2006/relationships/tags" Target="../tags/tag149.xml"/><Relationship Id="rId5" Type="http://schemas.openxmlformats.org/officeDocument/2006/relationships/tags" Target="../tags/tag148.xml"/><Relationship Id="rId4" Type="http://schemas.openxmlformats.org/officeDocument/2006/relationships/tags" Target="../tags/tag147.xml"/><Relationship Id="rId37" Type="http://schemas.openxmlformats.org/officeDocument/2006/relationships/slideLayout" Target="../slideLayouts/slideLayout7.xml"/><Relationship Id="rId36" Type="http://schemas.openxmlformats.org/officeDocument/2006/relationships/tags" Target="../tags/tag177.xml"/><Relationship Id="rId35" Type="http://schemas.openxmlformats.org/officeDocument/2006/relationships/tags" Target="../tags/tag176.xml"/><Relationship Id="rId34" Type="http://schemas.openxmlformats.org/officeDocument/2006/relationships/tags" Target="../tags/tag175.xml"/><Relationship Id="rId33" Type="http://schemas.openxmlformats.org/officeDocument/2006/relationships/tags" Target="../tags/tag174.xml"/><Relationship Id="rId32" Type="http://schemas.openxmlformats.org/officeDocument/2006/relationships/tags" Target="../tags/tag173.xml"/><Relationship Id="rId31" Type="http://schemas.openxmlformats.org/officeDocument/2006/relationships/tags" Target="../tags/tag172.xml"/><Relationship Id="rId30" Type="http://schemas.openxmlformats.org/officeDocument/2006/relationships/tags" Target="../tags/tag171.xml"/><Relationship Id="rId3" Type="http://schemas.openxmlformats.org/officeDocument/2006/relationships/tags" Target="../tags/tag146.xml"/><Relationship Id="rId29" Type="http://schemas.openxmlformats.org/officeDocument/2006/relationships/tags" Target="../tags/tag170.xml"/><Relationship Id="rId28" Type="http://schemas.openxmlformats.org/officeDocument/2006/relationships/tags" Target="../tags/tag169.xml"/><Relationship Id="rId27" Type="http://schemas.openxmlformats.org/officeDocument/2006/relationships/tags" Target="../tags/tag168.xml"/><Relationship Id="rId26" Type="http://schemas.openxmlformats.org/officeDocument/2006/relationships/tags" Target="../tags/tag167.xml"/><Relationship Id="rId25" Type="http://schemas.openxmlformats.org/officeDocument/2006/relationships/tags" Target="../tags/tag166.xml"/><Relationship Id="rId24" Type="http://schemas.openxmlformats.org/officeDocument/2006/relationships/tags" Target="../tags/tag165.xml"/><Relationship Id="rId23" Type="http://schemas.openxmlformats.org/officeDocument/2006/relationships/tags" Target="../tags/tag164.xml"/><Relationship Id="rId22" Type="http://schemas.openxmlformats.org/officeDocument/2006/relationships/tags" Target="../tags/tag163.xml"/><Relationship Id="rId21" Type="http://schemas.openxmlformats.org/officeDocument/2006/relationships/tags" Target="../tags/tag162.xml"/><Relationship Id="rId20" Type="http://schemas.openxmlformats.org/officeDocument/2006/relationships/tags" Target="../tags/tag161.xml"/><Relationship Id="rId2" Type="http://schemas.openxmlformats.org/officeDocument/2006/relationships/tags" Target="../tags/tag145.xml"/><Relationship Id="rId19" Type="http://schemas.openxmlformats.org/officeDocument/2006/relationships/image" Target="../media/image16.svg"/><Relationship Id="rId18" Type="http://schemas.openxmlformats.org/officeDocument/2006/relationships/image" Target="../media/image15.png"/><Relationship Id="rId17" Type="http://schemas.openxmlformats.org/officeDocument/2006/relationships/tags" Target="../tags/tag160.xml"/><Relationship Id="rId16" Type="http://schemas.openxmlformats.org/officeDocument/2006/relationships/tags" Target="../tags/tag159.xml"/><Relationship Id="rId15" Type="http://schemas.openxmlformats.org/officeDocument/2006/relationships/tags" Target="../tags/tag158.xml"/><Relationship Id="rId14" Type="http://schemas.openxmlformats.org/officeDocument/2006/relationships/tags" Target="../tags/tag157.xml"/><Relationship Id="rId13" Type="http://schemas.openxmlformats.org/officeDocument/2006/relationships/tags" Target="../tags/tag156.xml"/><Relationship Id="rId12" Type="http://schemas.openxmlformats.org/officeDocument/2006/relationships/tags" Target="../tags/tag155.xml"/><Relationship Id="rId11" Type="http://schemas.openxmlformats.org/officeDocument/2006/relationships/tags" Target="../tags/tag154.xml"/><Relationship Id="rId10" Type="http://schemas.openxmlformats.org/officeDocument/2006/relationships/tags" Target="../tags/tag153.xml"/><Relationship Id="rId1" Type="http://schemas.openxmlformats.org/officeDocument/2006/relationships/image" Target="../media/image14.png"/></Relationships>
</file>

<file path=ppt/slides/_rels/slide8.xml.rels><?xml version="1.0" encoding="UTF-8" standalone="yes"?>
<Relationships xmlns="http://schemas.openxmlformats.org/package/2006/relationships"><Relationship Id="rId7" Type="http://schemas.openxmlformats.org/officeDocument/2006/relationships/slideLayout" Target="../slideLayouts/slideLayout8.xml"/><Relationship Id="rId6" Type="http://schemas.openxmlformats.org/officeDocument/2006/relationships/tags" Target="../tags/tag178.xml"/><Relationship Id="rId5" Type="http://schemas.openxmlformats.org/officeDocument/2006/relationships/image" Target="../media/image11.png"/><Relationship Id="rId4" Type="http://schemas.microsoft.com/office/2007/relationships/hdphoto" Target="../media/image13.wdp"/><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9" Type="http://schemas.openxmlformats.org/officeDocument/2006/relationships/tags" Target="../tags/tag185.xml"/><Relationship Id="rId8" Type="http://schemas.openxmlformats.org/officeDocument/2006/relationships/tags" Target="../tags/tag184.xml"/><Relationship Id="rId7" Type="http://schemas.openxmlformats.org/officeDocument/2006/relationships/tags" Target="../tags/tag183.xml"/><Relationship Id="rId6" Type="http://schemas.openxmlformats.org/officeDocument/2006/relationships/tags" Target="../tags/tag182.xml"/><Relationship Id="rId53" Type="http://schemas.openxmlformats.org/officeDocument/2006/relationships/slideLayout" Target="../slideLayouts/slideLayout8.xml"/><Relationship Id="rId52" Type="http://schemas.openxmlformats.org/officeDocument/2006/relationships/tags" Target="../tags/tag226.xml"/><Relationship Id="rId51" Type="http://schemas.openxmlformats.org/officeDocument/2006/relationships/tags" Target="../tags/tag225.xml"/><Relationship Id="rId50" Type="http://schemas.openxmlformats.org/officeDocument/2006/relationships/tags" Target="../tags/tag224.xml"/><Relationship Id="rId5" Type="http://schemas.openxmlformats.org/officeDocument/2006/relationships/tags" Target="../tags/tag181.xml"/><Relationship Id="rId49" Type="http://schemas.openxmlformats.org/officeDocument/2006/relationships/tags" Target="../tags/tag223.xml"/><Relationship Id="rId48" Type="http://schemas.openxmlformats.org/officeDocument/2006/relationships/tags" Target="../tags/tag222.xml"/><Relationship Id="rId47" Type="http://schemas.openxmlformats.org/officeDocument/2006/relationships/tags" Target="../tags/tag221.xml"/><Relationship Id="rId46" Type="http://schemas.openxmlformats.org/officeDocument/2006/relationships/tags" Target="../tags/tag220.xml"/><Relationship Id="rId45" Type="http://schemas.openxmlformats.org/officeDocument/2006/relationships/tags" Target="../tags/tag219.xml"/><Relationship Id="rId44" Type="http://schemas.openxmlformats.org/officeDocument/2006/relationships/tags" Target="../tags/tag218.xml"/><Relationship Id="rId43" Type="http://schemas.openxmlformats.org/officeDocument/2006/relationships/tags" Target="../tags/tag217.xml"/><Relationship Id="rId42" Type="http://schemas.openxmlformats.org/officeDocument/2006/relationships/tags" Target="../tags/tag216.xml"/><Relationship Id="rId41" Type="http://schemas.openxmlformats.org/officeDocument/2006/relationships/tags" Target="../tags/tag215.xml"/><Relationship Id="rId40" Type="http://schemas.openxmlformats.org/officeDocument/2006/relationships/tags" Target="../tags/tag214.xml"/><Relationship Id="rId4" Type="http://schemas.openxmlformats.org/officeDocument/2006/relationships/tags" Target="../tags/tag180.xml"/><Relationship Id="rId39" Type="http://schemas.openxmlformats.org/officeDocument/2006/relationships/tags" Target="../tags/tag213.xml"/><Relationship Id="rId38" Type="http://schemas.openxmlformats.org/officeDocument/2006/relationships/tags" Target="../tags/tag212.xml"/><Relationship Id="rId37" Type="http://schemas.openxmlformats.org/officeDocument/2006/relationships/image" Target="../media/image16.svg"/><Relationship Id="rId36" Type="http://schemas.openxmlformats.org/officeDocument/2006/relationships/image" Target="../media/image32.png"/><Relationship Id="rId35" Type="http://schemas.openxmlformats.org/officeDocument/2006/relationships/tags" Target="../tags/tag211.xml"/><Relationship Id="rId34" Type="http://schemas.openxmlformats.org/officeDocument/2006/relationships/tags" Target="../tags/tag210.xml"/><Relationship Id="rId33" Type="http://schemas.openxmlformats.org/officeDocument/2006/relationships/tags" Target="../tags/tag209.xml"/><Relationship Id="rId32" Type="http://schemas.openxmlformats.org/officeDocument/2006/relationships/tags" Target="../tags/tag208.xml"/><Relationship Id="rId31" Type="http://schemas.openxmlformats.org/officeDocument/2006/relationships/tags" Target="../tags/tag207.xml"/><Relationship Id="rId30" Type="http://schemas.openxmlformats.org/officeDocument/2006/relationships/tags" Target="../tags/tag206.xml"/><Relationship Id="rId3" Type="http://schemas.openxmlformats.org/officeDocument/2006/relationships/tags" Target="../tags/tag179.xml"/><Relationship Id="rId29" Type="http://schemas.openxmlformats.org/officeDocument/2006/relationships/tags" Target="../tags/tag205.xml"/><Relationship Id="rId28" Type="http://schemas.openxmlformats.org/officeDocument/2006/relationships/tags" Target="../tags/tag204.xml"/><Relationship Id="rId27" Type="http://schemas.openxmlformats.org/officeDocument/2006/relationships/tags" Target="../tags/tag203.xml"/><Relationship Id="rId26" Type="http://schemas.openxmlformats.org/officeDocument/2006/relationships/tags" Target="../tags/tag202.xml"/><Relationship Id="rId25" Type="http://schemas.openxmlformats.org/officeDocument/2006/relationships/tags" Target="../tags/tag201.xml"/><Relationship Id="rId24" Type="http://schemas.openxmlformats.org/officeDocument/2006/relationships/tags" Target="../tags/tag200.xml"/><Relationship Id="rId23" Type="http://schemas.openxmlformats.org/officeDocument/2006/relationships/tags" Target="../tags/tag199.xml"/><Relationship Id="rId22" Type="http://schemas.openxmlformats.org/officeDocument/2006/relationships/tags" Target="../tags/tag198.xml"/><Relationship Id="rId21" Type="http://schemas.openxmlformats.org/officeDocument/2006/relationships/tags" Target="../tags/tag197.xml"/><Relationship Id="rId20" Type="http://schemas.openxmlformats.org/officeDocument/2006/relationships/tags" Target="../tags/tag196.xml"/><Relationship Id="rId2" Type="http://schemas.openxmlformats.org/officeDocument/2006/relationships/image" Target="../media/image31.png"/><Relationship Id="rId19" Type="http://schemas.openxmlformats.org/officeDocument/2006/relationships/tags" Target="../tags/tag195.xml"/><Relationship Id="rId18" Type="http://schemas.openxmlformats.org/officeDocument/2006/relationships/tags" Target="../tags/tag194.xml"/><Relationship Id="rId17" Type="http://schemas.openxmlformats.org/officeDocument/2006/relationships/tags" Target="../tags/tag193.xml"/><Relationship Id="rId16" Type="http://schemas.openxmlformats.org/officeDocument/2006/relationships/tags" Target="../tags/tag192.xml"/><Relationship Id="rId15" Type="http://schemas.openxmlformats.org/officeDocument/2006/relationships/tags" Target="../tags/tag191.xml"/><Relationship Id="rId14" Type="http://schemas.openxmlformats.org/officeDocument/2006/relationships/tags" Target="../tags/tag190.xml"/><Relationship Id="rId13" Type="http://schemas.openxmlformats.org/officeDocument/2006/relationships/tags" Target="../tags/tag189.xml"/><Relationship Id="rId12" Type="http://schemas.openxmlformats.org/officeDocument/2006/relationships/tags" Target="../tags/tag188.xml"/><Relationship Id="rId11" Type="http://schemas.openxmlformats.org/officeDocument/2006/relationships/tags" Target="../tags/tag187.xml"/><Relationship Id="rId10" Type="http://schemas.openxmlformats.org/officeDocument/2006/relationships/tags" Target="../tags/tag186.xml"/><Relationship Id="rId1" Type="http://schemas.openxmlformats.org/officeDocument/2006/relationships/image" Target="../media/image14.png"/></Relationships>
</file>

<file path=ppt/slides/_rels/slide10.xml.rels><?xml version="1.0" encoding="UTF-8" standalone="yes"?>
<Relationships xmlns="http://schemas.openxmlformats.org/package/2006/relationships"><Relationship Id="rId9" Type="http://schemas.openxmlformats.org/officeDocument/2006/relationships/tags" Target="../tags/tag232.xml"/><Relationship Id="rId8" Type="http://schemas.openxmlformats.org/officeDocument/2006/relationships/tags" Target="../tags/tag231.xml"/><Relationship Id="rId7" Type="http://schemas.openxmlformats.org/officeDocument/2006/relationships/tags" Target="../tags/tag230.xml"/><Relationship Id="rId6" Type="http://schemas.openxmlformats.org/officeDocument/2006/relationships/tags" Target="../tags/tag229.xml"/><Relationship Id="rId5" Type="http://schemas.openxmlformats.org/officeDocument/2006/relationships/tags" Target="../tags/tag228.xml"/><Relationship Id="rId4" Type="http://schemas.openxmlformats.org/officeDocument/2006/relationships/tags" Target="../tags/tag227.xml"/><Relationship Id="rId35" Type="http://schemas.openxmlformats.org/officeDocument/2006/relationships/slideLayout" Target="../slideLayouts/slideLayout7.xml"/><Relationship Id="rId34" Type="http://schemas.openxmlformats.org/officeDocument/2006/relationships/tags" Target="../tags/tag255.xml"/><Relationship Id="rId33" Type="http://schemas.openxmlformats.org/officeDocument/2006/relationships/tags" Target="../tags/tag254.xml"/><Relationship Id="rId32" Type="http://schemas.openxmlformats.org/officeDocument/2006/relationships/tags" Target="../tags/tag253.xml"/><Relationship Id="rId31" Type="http://schemas.openxmlformats.org/officeDocument/2006/relationships/tags" Target="../tags/tag252.xml"/><Relationship Id="rId30" Type="http://schemas.openxmlformats.org/officeDocument/2006/relationships/tags" Target="../tags/tag251.xml"/><Relationship Id="rId3" Type="http://schemas.microsoft.com/office/2007/relationships/hdphoto" Target="../media/image34.wdp"/><Relationship Id="rId29" Type="http://schemas.openxmlformats.org/officeDocument/2006/relationships/tags" Target="../tags/tag250.xml"/><Relationship Id="rId28" Type="http://schemas.openxmlformats.org/officeDocument/2006/relationships/tags" Target="../tags/tag249.xml"/><Relationship Id="rId27" Type="http://schemas.openxmlformats.org/officeDocument/2006/relationships/tags" Target="../tags/tag248.xml"/><Relationship Id="rId26" Type="http://schemas.openxmlformats.org/officeDocument/2006/relationships/tags" Target="../tags/tag247.xml"/><Relationship Id="rId25" Type="http://schemas.openxmlformats.org/officeDocument/2006/relationships/tags" Target="../tags/tag246.xml"/><Relationship Id="rId24" Type="http://schemas.openxmlformats.org/officeDocument/2006/relationships/tags" Target="../tags/tag245.xml"/><Relationship Id="rId23" Type="http://schemas.openxmlformats.org/officeDocument/2006/relationships/tags" Target="../tags/tag244.xml"/><Relationship Id="rId22" Type="http://schemas.openxmlformats.org/officeDocument/2006/relationships/tags" Target="../tags/tag243.xml"/><Relationship Id="rId21" Type="http://schemas.openxmlformats.org/officeDocument/2006/relationships/tags" Target="../tags/tag242.xml"/><Relationship Id="rId20" Type="http://schemas.openxmlformats.org/officeDocument/2006/relationships/image" Target="../media/image16.svg"/><Relationship Id="rId2" Type="http://schemas.openxmlformats.org/officeDocument/2006/relationships/image" Target="../media/image33.png"/><Relationship Id="rId19" Type="http://schemas.openxmlformats.org/officeDocument/2006/relationships/image" Target="../media/image32.png"/><Relationship Id="rId18" Type="http://schemas.openxmlformats.org/officeDocument/2006/relationships/tags" Target="../tags/tag241.xml"/><Relationship Id="rId17" Type="http://schemas.openxmlformats.org/officeDocument/2006/relationships/tags" Target="../tags/tag240.xml"/><Relationship Id="rId16" Type="http://schemas.openxmlformats.org/officeDocument/2006/relationships/tags" Target="../tags/tag239.xml"/><Relationship Id="rId15" Type="http://schemas.openxmlformats.org/officeDocument/2006/relationships/tags" Target="../tags/tag238.xml"/><Relationship Id="rId14" Type="http://schemas.openxmlformats.org/officeDocument/2006/relationships/tags" Target="../tags/tag237.xml"/><Relationship Id="rId13" Type="http://schemas.openxmlformats.org/officeDocument/2006/relationships/tags" Target="../tags/tag236.xml"/><Relationship Id="rId12" Type="http://schemas.openxmlformats.org/officeDocument/2006/relationships/tags" Target="../tags/tag235.xml"/><Relationship Id="rId11" Type="http://schemas.openxmlformats.org/officeDocument/2006/relationships/tags" Target="../tags/tag234.xml"/><Relationship Id="rId10" Type="http://schemas.openxmlformats.org/officeDocument/2006/relationships/tags" Target="../tags/tag233.xml"/><Relationship Id="rId1" Type="http://schemas.openxmlformats.org/officeDocument/2006/relationships/image" Target="../media/image14.png"/></Relationships>
</file>

<file path=ppt/slides/_rels/slide11.xml.rels><?xml version="1.0" encoding="UTF-8" standalone="yes"?>
<Relationships xmlns="http://schemas.openxmlformats.org/package/2006/relationships"><Relationship Id="rId9" Type="http://schemas.openxmlformats.org/officeDocument/2006/relationships/tags" Target="../tags/tag260.xml"/><Relationship Id="rId8" Type="http://schemas.openxmlformats.org/officeDocument/2006/relationships/tags" Target="../tags/tag259.xml"/><Relationship Id="rId7" Type="http://schemas.openxmlformats.org/officeDocument/2006/relationships/image" Target="../media/image37.jpeg"/><Relationship Id="rId6" Type="http://schemas.openxmlformats.org/officeDocument/2006/relationships/tags" Target="../tags/tag258.xml"/><Relationship Id="rId53" Type="http://schemas.openxmlformats.org/officeDocument/2006/relationships/notesSlide" Target="../notesSlides/notesSlide3.xml"/><Relationship Id="rId52" Type="http://schemas.openxmlformats.org/officeDocument/2006/relationships/slideLayout" Target="../slideLayouts/slideLayout7.xml"/><Relationship Id="rId51" Type="http://schemas.openxmlformats.org/officeDocument/2006/relationships/tags" Target="../tags/tag302.xml"/><Relationship Id="rId50" Type="http://schemas.openxmlformats.org/officeDocument/2006/relationships/tags" Target="../tags/tag301.xml"/><Relationship Id="rId5" Type="http://schemas.openxmlformats.org/officeDocument/2006/relationships/image" Target="../media/image36.jpeg"/><Relationship Id="rId49" Type="http://schemas.openxmlformats.org/officeDocument/2006/relationships/tags" Target="../tags/tag300.xml"/><Relationship Id="rId48" Type="http://schemas.openxmlformats.org/officeDocument/2006/relationships/tags" Target="../tags/tag299.xml"/><Relationship Id="rId47" Type="http://schemas.openxmlformats.org/officeDocument/2006/relationships/tags" Target="../tags/tag298.xml"/><Relationship Id="rId46" Type="http://schemas.openxmlformats.org/officeDocument/2006/relationships/tags" Target="../tags/tag297.xml"/><Relationship Id="rId45" Type="http://schemas.openxmlformats.org/officeDocument/2006/relationships/tags" Target="../tags/tag296.xml"/><Relationship Id="rId44" Type="http://schemas.openxmlformats.org/officeDocument/2006/relationships/tags" Target="../tags/tag295.xml"/><Relationship Id="rId43" Type="http://schemas.openxmlformats.org/officeDocument/2006/relationships/tags" Target="../tags/tag294.xml"/><Relationship Id="rId42" Type="http://schemas.openxmlformats.org/officeDocument/2006/relationships/tags" Target="../tags/tag293.xml"/><Relationship Id="rId41" Type="http://schemas.openxmlformats.org/officeDocument/2006/relationships/tags" Target="../tags/tag292.xml"/><Relationship Id="rId40" Type="http://schemas.openxmlformats.org/officeDocument/2006/relationships/tags" Target="../tags/tag291.xml"/><Relationship Id="rId4" Type="http://schemas.openxmlformats.org/officeDocument/2006/relationships/tags" Target="../tags/tag257.xml"/><Relationship Id="rId39" Type="http://schemas.openxmlformats.org/officeDocument/2006/relationships/tags" Target="../tags/tag290.xml"/><Relationship Id="rId38" Type="http://schemas.openxmlformats.org/officeDocument/2006/relationships/tags" Target="../tags/tag289.xml"/><Relationship Id="rId37" Type="http://schemas.openxmlformats.org/officeDocument/2006/relationships/tags" Target="../tags/tag288.xml"/><Relationship Id="rId36" Type="http://schemas.openxmlformats.org/officeDocument/2006/relationships/tags" Target="../tags/tag287.xml"/><Relationship Id="rId35" Type="http://schemas.openxmlformats.org/officeDocument/2006/relationships/tags" Target="../tags/tag286.xml"/><Relationship Id="rId34" Type="http://schemas.openxmlformats.org/officeDocument/2006/relationships/tags" Target="../tags/tag285.xml"/><Relationship Id="rId33" Type="http://schemas.openxmlformats.org/officeDocument/2006/relationships/tags" Target="../tags/tag284.xml"/><Relationship Id="rId32" Type="http://schemas.openxmlformats.org/officeDocument/2006/relationships/tags" Target="../tags/tag283.xml"/><Relationship Id="rId31" Type="http://schemas.openxmlformats.org/officeDocument/2006/relationships/tags" Target="../tags/tag282.xml"/><Relationship Id="rId30" Type="http://schemas.openxmlformats.org/officeDocument/2006/relationships/tags" Target="../tags/tag281.xml"/><Relationship Id="rId3" Type="http://schemas.openxmlformats.org/officeDocument/2006/relationships/image" Target="../media/image35.jpeg"/><Relationship Id="rId29" Type="http://schemas.openxmlformats.org/officeDocument/2006/relationships/tags" Target="../tags/tag280.xml"/><Relationship Id="rId28" Type="http://schemas.openxmlformats.org/officeDocument/2006/relationships/tags" Target="../tags/tag279.xml"/><Relationship Id="rId27" Type="http://schemas.openxmlformats.org/officeDocument/2006/relationships/tags" Target="../tags/tag278.xml"/><Relationship Id="rId26" Type="http://schemas.openxmlformats.org/officeDocument/2006/relationships/tags" Target="../tags/tag277.xml"/><Relationship Id="rId25" Type="http://schemas.openxmlformats.org/officeDocument/2006/relationships/tags" Target="../tags/tag276.xml"/><Relationship Id="rId24" Type="http://schemas.openxmlformats.org/officeDocument/2006/relationships/tags" Target="../tags/tag275.xml"/><Relationship Id="rId23" Type="http://schemas.openxmlformats.org/officeDocument/2006/relationships/tags" Target="../tags/tag274.xml"/><Relationship Id="rId22" Type="http://schemas.openxmlformats.org/officeDocument/2006/relationships/tags" Target="../tags/tag273.xml"/><Relationship Id="rId21" Type="http://schemas.openxmlformats.org/officeDocument/2006/relationships/tags" Target="../tags/tag272.xml"/><Relationship Id="rId20" Type="http://schemas.openxmlformats.org/officeDocument/2006/relationships/tags" Target="../tags/tag271.xml"/><Relationship Id="rId2" Type="http://schemas.openxmlformats.org/officeDocument/2006/relationships/tags" Target="../tags/tag256.xml"/><Relationship Id="rId19" Type="http://schemas.openxmlformats.org/officeDocument/2006/relationships/tags" Target="../tags/tag270.xml"/><Relationship Id="rId18" Type="http://schemas.openxmlformats.org/officeDocument/2006/relationships/tags" Target="../tags/tag269.xml"/><Relationship Id="rId17" Type="http://schemas.openxmlformats.org/officeDocument/2006/relationships/tags" Target="../tags/tag268.xml"/><Relationship Id="rId16" Type="http://schemas.openxmlformats.org/officeDocument/2006/relationships/tags" Target="../tags/tag267.xml"/><Relationship Id="rId15" Type="http://schemas.openxmlformats.org/officeDocument/2006/relationships/tags" Target="../tags/tag266.xml"/><Relationship Id="rId14" Type="http://schemas.openxmlformats.org/officeDocument/2006/relationships/tags" Target="../tags/tag265.xml"/><Relationship Id="rId13" Type="http://schemas.openxmlformats.org/officeDocument/2006/relationships/tags" Target="../tags/tag264.xml"/><Relationship Id="rId12" Type="http://schemas.openxmlformats.org/officeDocument/2006/relationships/tags" Target="../tags/tag263.xml"/><Relationship Id="rId11" Type="http://schemas.openxmlformats.org/officeDocument/2006/relationships/tags" Target="../tags/tag262.xml"/><Relationship Id="rId10" Type="http://schemas.openxmlformats.org/officeDocument/2006/relationships/tags" Target="../tags/tag261.xml"/><Relationship Id="rId1" Type="http://schemas.openxmlformats.org/officeDocument/2006/relationships/image" Target="../media/image14.png"/></Relationships>
</file>

<file path=ppt/slides/_rels/slide12.xml.rels><?xml version="1.0" encoding="UTF-8" standalone="yes"?>
<Relationships xmlns="http://schemas.openxmlformats.org/package/2006/relationships"><Relationship Id="rId9" Type="http://schemas.openxmlformats.org/officeDocument/2006/relationships/image" Target="../media/image45.svg"/><Relationship Id="rId8" Type="http://schemas.openxmlformats.org/officeDocument/2006/relationships/image" Target="../media/image44.png"/><Relationship Id="rId7" Type="http://schemas.openxmlformats.org/officeDocument/2006/relationships/image" Target="../media/image43.svg"/><Relationship Id="rId6" Type="http://schemas.openxmlformats.org/officeDocument/2006/relationships/image" Target="../media/image42.png"/><Relationship Id="rId5" Type="http://schemas.openxmlformats.org/officeDocument/2006/relationships/image" Target="../media/image41.svg"/><Relationship Id="rId44" Type="http://schemas.openxmlformats.org/officeDocument/2006/relationships/notesSlide" Target="../notesSlides/notesSlide4.xml"/><Relationship Id="rId43" Type="http://schemas.openxmlformats.org/officeDocument/2006/relationships/slideLayout" Target="../slideLayouts/slideLayout7.xml"/><Relationship Id="rId42" Type="http://schemas.openxmlformats.org/officeDocument/2006/relationships/tags" Target="../tags/tag332.xml"/><Relationship Id="rId41" Type="http://schemas.openxmlformats.org/officeDocument/2006/relationships/tags" Target="../tags/tag331.xml"/><Relationship Id="rId40" Type="http://schemas.openxmlformats.org/officeDocument/2006/relationships/tags" Target="../tags/tag330.xml"/><Relationship Id="rId4" Type="http://schemas.openxmlformats.org/officeDocument/2006/relationships/image" Target="../media/image40.png"/><Relationship Id="rId39" Type="http://schemas.openxmlformats.org/officeDocument/2006/relationships/tags" Target="../tags/tag329.xml"/><Relationship Id="rId38" Type="http://schemas.openxmlformats.org/officeDocument/2006/relationships/tags" Target="../tags/tag328.xml"/><Relationship Id="rId37" Type="http://schemas.openxmlformats.org/officeDocument/2006/relationships/tags" Target="../tags/tag327.xml"/><Relationship Id="rId36" Type="http://schemas.openxmlformats.org/officeDocument/2006/relationships/tags" Target="../tags/tag326.xml"/><Relationship Id="rId35" Type="http://schemas.openxmlformats.org/officeDocument/2006/relationships/tags" Target="../tags/tag325.xml"/><Relationship Id="rId34" Type="http://schemas.openxmlformats.org/officeDocument/2006/relationships/tags" Target="../tags/tag324.xml"/><Relationship Id="rId33" Type="http://schemas.openxmlformats.org/officeDocument/2006/relationships/tags" Target="../tags/tag323.xml"/><Relationship Id="rId32" Type="http://schemas.openxmlformats.org/officeDocument/2006/relationships/tags" Target="../tags/tag322.xml"/><Relationship Id="rId31" Type="http://schemas.openxmlformats.org/officeDocument/2006/relationships/tags" Target="../tags/tag321.xml"/><Relationship Id="rId30" Type="http://schemas.openxmlformats.org/officeDocument/2006/relationships/tags" Target="../tags/tag320.xml"/><Relationship Id="rId3" Type="http://schemas.openxmlformats.org/officeDocument/2006/relationships/image" Target="../media/image39.svg"/><Relationship Id="rId29" Type="http://schemas.openxmlformats.org/officeDocument/2006/relationships/tags" Target="../tags/tag319.xml"/><Relationship Id="rId28" Type="http://schemas.openxmlformats.org/officeDocument/2006/relationships/image" Target="../media/image16.svg"/><Relationship Id="rId27" Type="http://schemas.openxmlformats.org/officeDocument/2006/relationships/image" Target="../media/image32.png"/><Relationship Id="rId26" Type="http://schemas.openxmlformats.org/officeDocument/2006/relationships/tags" Target="../tags/tag318.xml"/><Relationship Id="rId25" Type="http://schemas.openxmlformats.org/officeDocument/2006/relationships/tags" Target="../tags/tag317.xml"/><Relationship Id="rId24" Type="http://schemas.openxmlformats.org/officeDocument/2006/relationships/tags" Target="../tags/tag316.xml"/><Relationship Id="rId23" Type="http://schemas.openxmlformats.org/officeDocument/2006/relationships/tags" Target="../tags/tag315.xml"/><Relationship Id="rId22" Type="http://schemas.openxmlformats.org/officeDocument/2006/relationships/tags" Target="../tags/tag314.xml"/><Relationship Id="rId21" Type="http://schemas.openxmlformats.org/officeDocument/2006/relationships/tags" Target="../tags/tag313.xml"/><Relationship Id="rId20" Type="http://schemas.openxmlformats.org/officeDocument/2006/relationships/tags" Target="../tags/tag312.xml"/><Relationship Id="rId2" Type="http://schemas.openxmlformats.org/officeDocument/2006/relationships/image" Target="../media/image38.png"/><Relationship Id="rId19" Type="http://schemas.openxmlformats.org/officeDocument/2006/relationships/tags" Target="../tags/tag311.xml"/><Relationship Id="rId18" Type="http://schemas.openxmlformats.org/officeDocument/2006/relationships/tags" Target="../tags/tag310.xml"/><Relationship Id="rId17" Type="http://schemas.openxmlformats.org/officeDocument/2006/relationships/tags" Target="../tags/tag309.xml"/><Relationship Id="rId16" Type="http://schemas.openxmlformats.org/officeDocument/2006/relationships/tags" Target="../tags/tag308.xml"/><Relationship Id="rId15" Type="http://schemas.openxmlformats.org/officeDocument/2006/relationships/tags" Target="../tags/tag307.xml"/><Relationship Id="rId14" Type="http://schemas.openxmlformats.org/officeDocument/2006/relationships/tags" Target="../tags/tag306.xml"/><Relationship Id="rId13" Type="http://schemas.openxmlformats.org/officeDocument/2006/relationships/tags" Target="../tags/tag305.xml"/><Relationship Id="rId12" Type="http://schemas.openxmlformats.org/officeDocument/2006/relationships/tags" Target="../tags/tag304.xml"/><Relationship Id="rId11" Type="http://schemas.openxmlformats.org/officeDocument/2006/relationships/tags" Target="../tags/tag303.xml"/><Relationship Id="rId10" Type="http://schemas.openxmlformats.org/officeDocument/2006/relationships/image" Target="../media/image46.jpeg"/><Relationship Id="rId1" Type="http://schemas.openxmlformats.org/officeDocument/2006/relationships/image" Target="../media/image14.png"/></Relationships>
</file>

<file path=ppt/slides/_rels/slide13.xml.rels><?xml version="1.0" encoding="UTF-8" standalone="yes"?>
<Relationships xmlns="http://schemas.openxmlformats.org/package/2006/relationships"><Relationship Id="rId7" Type="http://schemas.openxmlformats.org/officeDocument/2006/relationships/slideLayout" Target="../slideLayouts/slideLayout8.xml"/><Relationship Id="rId6" Type="http://schemas.openxmlformats.org/officeDocument/2006/relationships/tags" Target="../tags/tag333.xml"/><Relationship Id="rId5" Type="http://schemas.microsoft.com/office/2007/relationships/hdphoto" Target="../media/image13.wdp"/><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9" Type="http://schemas.openxmlformats.org/officeDocument/2006/relationships/tags" Target="../tags/tag341.xml"/><Relationship Id="rId8" Type="http://schemas.openxmlformats.org/officeDocument/2006/relationships/tags" Target="../tags/tag340.xml"/><Relationship Id="rId7" Type="http://schemas.openxmlformats.org/officeDocument/2006/relationships/tags" Target="../tags/tag339.xml"/><Relationship Id="rId6" Type="http://schemas.openxmlformats.org/officeDocument/2006/relationships/tags" Target="../tags/tag338.xml"/><Relationship Id="rId5" Type="http://schemas.openxmlformats.org/officeDocument/2006/relationships/tags" Target="../tags/tag337.xml"/><Relationship Id="rId4" Type="http://schemas.openxmlformats.org/officeDocument/2006/relationships/tags" Target="../tags/tag336.xml"/><Relationship Id="rId39" Type="http://schemas.openxmlformats.org/officeDocument/2006/relationships/slideLayout" Target="../slideLayouts/slideLayout7.xml"/><Relationship Id="rId38" Type="http://schemas.openxmlformats.org/officeDocument/2006/relationships/tags" Target="../tags/tag365.xml"/><Relationship Id="rId37" Type="http://schemas.openxmlformats.org/officeDocument/2006/relationships/tags" Target="../tags/tag364.xml"/><Relationship Id="rId36" Type="http://schemas.openxmlformats.org/officeDocument/2006/relationships/tags" Target="../tags/tag363.xml"/><Relationship Id="rId35" Type="http://schemas.openxmlformats.org/officeDocument/2006/relationships/tags" Target="../tags/tag362.xml"/><Relationship Id="rId34" Type="http://schemas.openxmlformats.org/officeDocument/2006/relationships/tags" Target="../tags/tag361.xml"/><Relationship Id="rId33" Type="http://schemas.openxmlformats.org/officeDocument/2006/relationships/tags" Target="../tags/tag360.xml"/><Relationship Id="rId32" Type="http://schemas.openxmlformats.org/officeDocument/2006/relationships/tags" Target="../tags/tag359.xml"/><Relationship Id="rId31" Type="http://schemas.openxmlformats.org/officeDocument/2006/relationships/tags" Target="../tags/tag358.xml"/><Relationship Id="rId30" Type="http://schemas.openxmlformats.org/officeDocument/2006/relationships/tags" Target="../tags/tag357.xml"/><Relationship Id="rId3" Type="http://schemas.openxmlformats.org/officeDocument/2006/relationships/tags" Target="../tags/tag335.xml"/><Relationship Id="rId29" Type="http://schemas.openxmlformats.org/officeDocument/2006/relationships/tags" Target="../tags/tag356.xml"/><Relationship Id="rId28" Type="http://schemas.openxmlformats.org/officeDocument/2006/relationships/tags" Target="../tags/tag355.xml"/><Relationship Id="rId27" Type="http://schemas.openxmlformats.org/officeDocument/2006/relationships/tags" Target="../tags/tag354.xml"/><Relationship Id="rId26" Type="http://schemas.openxmlformats.org/officeDocument/2006/relationships/tags" Target="../tags/tag353.xml"/><Relationship Id="rId25" Type="http://schemas.openxmlformats.org/officeDocument/2006/relationships/tags" Target="../tags/tag352.xml"/><Relationship Id="rId24" Type="http://schemas.openxmlformats.org/officeDocument/2006/relationships/image" Target="../media/image49.svg"/><Relationship Id="rId23" Type="http://schemas.openxmlformats.org/officeDocument/2006/relationships/image" Target="../media/image48.png"/><Relationship Id="rId22" Type="http://schemas.openxmlformats.org/officeDocument/2006/relationships/tags" Target="../tags/tag351.xml"/><Relationship Id="rId21" Type="http://schemas.openxmlformats.org/officeDocument/2006/relationships/image" Target="../media/image47.png"/><Relationship Id="rId20" Type="http://schemas.openxmlformats.org/officeDocument/2006/relationships/image" Target="../media/image16.svg"/><Relationship Id="rId2" Type="http://schemas.openxmlformats.org/officeDocument/2006/relationships/tags" Target="../tags/tag334.xml"/><Relationship Id="rId19" Type="http://schemas.openxmlformats.org/officeDocument/2006/relationships/image" Target="../media/image32.png"/><Relationship Id="rId18" Type="http://schemas.openxmlformats.org/officeDocument/2006/relationships/tags" Target="../tags/tag350.xml"/><Relationship Id="rId17" Type="http://schemas.openxmlformats.org/officeDocument/2006/relationships/tags" Target="../tags/tag349.xml"/><Relationship Id="rId16" Type="http://schemas.openxmlformats.org/officeDocument/2006/relationships/tags" Target="../tags/tag348.xml"/><Relationship Id="rId15" Type="http://schemas.openxmlformats.org/officeDocument/2006/relationships/tags" Target="../tags/tag347.xml"/><Relationship Id="rId14" Type="http://schemas.openxmlformats.org/officeDocument/2006/relationships/tags" Target="../tags/tag346.xml"/><Relationship Id="rId13" Type="http://schemas.openxmlformats.org/officeDocument/2006/relationships/tags" Target="../tags/tag345.xml"/><Relationship Id="rId12" Type="http://schemas.openxmlformats.org/officeDocument/2006/relationships/tags" Target="../tags/tag344.xml"/><Relationship Id="rId11" Type="http://schemas.openxmlformats.org/officeDocument/2006/relationships/tags" Target="../tags/tag343.xml"/><Relationship Id="rId10" Type="http://schemas.openxmlformats.org/officeDocument/2006/relationships/tags" Target="../tags/tag342.xml"/><Relationship Id="rId1" Type="http://schemas.openxmlformats.org/officeDocument/2006/relationships/image" Target="../media/image14.png"/></Relationships>
</file>

<file path=ppt/slides/_rels/slide15.xml.rels><?xml version="1.0" encoding="UTF-8" standalone="yes"?>
<Relationships xmlns="http://schemas.openxmlformats.org/package/2006/relationships"><Relationship Id="rId9" Type="http://schemas.openxmlformats.org/officeDocument/2006/relationships/tags" Target="../tags/tag373.xml"/><Relationship Id="rId8" Type="http://schemas.openxmlformats.org/officeDocument/2006/relationships/tags" Target="../tags/tag372.xml"/><Relationship Id="rId7" Type="http://schemas.openxmlformats.org/officeDocument/2006/relationships/tags" Target="../tags/tag371.xml"/><Relationship Id="rId6" Type="http://schemas.openxmlformats.org/officeDocument/2006/relationships/tags" Target="../tags/tag370.xml"/><Relationship Id="rId5" Type="http://schemas.openxmlformats.org/officeDocument/2006/relationships/tags" Target="../tags/tag369.xml"/><Relationship Id="rId40" Type="http://schemas.openxmlformats.org/officeDocument/2006/relationships/slideLayout" Target="../slideLayouts/slideLayout7.xml"/><Relationship Id="rId4" Type="http://schemas.openxmlformats.org/officeDocument/2006/relationships/tags" Target="../tags/tag368.xml"/><Relationship Id="rId39" Type="http://schemas.openxmlformats.org/officeDocument/2006/relationships/tags" Target="../tags/tag397.xml"/><Relationship Id="rId38" Type="http://schemas.openxmlformats.org/officeDocument/2006/relationships/tags" Target="../tags/tag396.xml"/><Relationship Id="rId37" Type="http://schemas.openxmlformats.org/officeDocument/2006/relationships/tags" Target="../tags/tag395.xml"/><Relationship Id="rId36" Type="http://schemas.openxmlformats.org/officeDocument/2006/relationships/tags" Target="../tags/tag394.xml"/><Relationship Id="rId35" Type="http://schemas.openxmlformats.org/officeDocument/2006/relationships/tags" Target="../tags/tag393.xml"/><Relationship Id="rId34" Type="http://schemas.openxmlformats.org/officeDocument/2006/relationships/tags" Target="../tags/tag392.xml"/><Relationship Id="rId33" Type="http://schemas.openxmlformats.org/officeDocument/2006/relationships/tags" Target="../tags/tag391.xml"/><Relationship Id="rId32" Type="http://schemas.openxmlformats.org/officeDocument/2006/relationships/tags" Target="../tags/tag390.xml"/><Relationship Id="rId31" Type="http://schemas.openxmlformats.org/officeDocument/2006/relationships/tags" Target="../tags/tag389.xml"/><Relationship Id="rId30" Type="http://schemas.openxmlformats.org/officeDocument/2006/relationships/tags" Target="../tags/tag388.xml"/><Relationship Id="rId3" Type="http://schemas.openxmlformats.org/officeDocument/2006/relationships/tags" Target="../tags/tag367.xml"/><Relationship Id="rId29" Type="http://schemas.openxmlformats.org/officeDocument/2006/relationships/tags" Target="../tags/tag387.xml"/><Relationship Id="rId28" Type="http://schemas.openxmlformats.org/officeDocument/2006/relationships/tags" Target="../tags/tag386.xml"/><Relationship Id="rId27" Type="http://schemas.openxmlformats.org/officeDocument/2006/relationships/tags" Target="../tags/tag385.xml"/><Relationship Id="rId26" Type="http://schemas.openxmlformats.org/officeDocument/2006/relationships/tags" Target="../tags/tag384.xml"/><Relationship Id="rId25" Type="http://schemas.openxmlformats.org/officeDocument/2006/relationships/image" Target="../media/image53.svg"/><Relationship Id="rId24" Type="http://schemas.openxmlformats.org/officeDocument/2006/relationships/image" Target="../media/image52.png"/><Relationship Id="rId23" Type="http://schemas.openxmlformats.org/officeDocument/2006/relationships/image" Target="../media/image51.svg"/><Relationship Id="rId22" Type="http://schemas.openxmlformats.org/officeDocument/2006/relationships/image" Target="../media/image50.png"/><Relationship Id="rId21" Type="http://schemas.openxmlformats.org/officeDocument/2006/relationships/image" Target="../media/image16.svg"/><Relationship Id="rId20" Type="http://schemas.openxmlformats.org/officeDocument/2006/relationships/image" Target="../media/image32.png"/><Relationship Id="rId2" Type="http://schemas.openxmlformats.org/officeDocument/2006/relationships/tags" Target="../tags/tag366.xml"/><Relationship Id="rId19" Type="http://schemas.openxmlformats.org/officeDocument/2006/relationships/tags" Target="../tags/tag383.xml"/><Relationship Id="rId18" Type="http://schemas.openxmlformats.org/officeDocument/2006/relationships/tags" Target="../tags/tag382.xml"/><Relationship Id="rId17" Type="http://schemas.openxmlformats.org/officeDocument/2006/relationships/tags" Target="../tags/tag381.xml"/><Relationship Id="rId16" Type="http://schemas.openxmlformats.org/officeDocument/2006/relationships/tags" Target="../tags/tag380.xml"/><Relationship Id="rId15" Type="http://schemas.openxmlformats.org/officeDocument/2006/relationships/tags" Target="../tags/tag379.xml"/><Relationship Id="rId14" Type="http://schemas.openxmlformats.org/officeDocument/2006/relationships/tags" Target="../tags/tag378.xml"/><Relationship Id="rId13" Type="http://schemas.openxmlformats.org/officeDocument/2006/relationships/tags" Target="../tags/tag377.xml"/><Relationship Id="rId12" Type="http://schemas.openxmlformats.org/officeDocument/2006/relationships/tags" Target="../tags/tag376.xml"/><Relationship Id="rId11" Type="http://schemas.openxmlformats.org/officeDocument/2006/relationships/tags" Target="../tags/tag375.xml"/><Relationship Id="rId10" Type="http://schemas.openxmlformats.org/officeDocument/2006/relationships/tags" Target="../tags/tag374.xml"/><Relationship Id="rId1" Type="http://schemas.openxmlformats.org/officeDocument/2006/relationships/image" Target="../media/image14.png"/></Relationships>
</file>

<file path=ppt/slides/_rels/slide16.xml.rels><?xml version="1.0" encoding="UTF-8" standalone="yes"?>
<Relationships xmlns="http://schemas.openxmlformats.org/package/2006/relationships"><Relationship Id="rId7" Type="http://schemas.openxmlformats.org/officeDocument/2006/relationships/slideLayout" Target="../slideLayouts/slideLayout8.xml"/><Relationship Id="rId6" Type="http://schemas.openxmlformats.org/officeDocument/2006/relationships/tags" Target="../tags/tag398.xml"/><Relationship Id="rId5" Type="http://schemas.openxmlformats.org/officeDocument/2006/relationships/image" Target="../media/image11.png"/><Relationship Id="rId4" Type="http://schemas.microsoft.com/office/2007/relationships/hdphoto" Target="../media/image13.wdp"/><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9" Type="http://schemas.openxmlformats.org/officeDocument/2006/relationships/tags" Target="../tags/tag407.xml"/><Relationship Id="rId8" Type="http://schemas.openxmlformats.org/officeDocument/2006/relationships/tags" Target="../tags/tag406.xml"/><Relationship Id="rId7" Type="http://schemas.openxmlformats.org/officeDocument/2006/relationships/tags" Target="../tags/tag405.xml"/><Relationship Id="rId6" Type="http://schemas.openxmlformats.org/officeDocument/2006/relationships/tags" Target="../tags/tag404.xml"/><Relationship Id="rId5" Type="http://schemas.openxmlformats.org/officeDocument/2006/relationships/tags" Target="../tags/tag403.xml"/><Relationship Id="rId4" Type="http://schemas.openxmlformats.org/officeDocument/2006/relationships/tags" Target="../tags/tag402.xml"/><Relationship Id="rId39" Type="http://schemas.openxmlformats.org/officeDocument/2006/relationships/slideLayout" Target="../slideLayouts/slideLayout8.xml"/><Relationship Id="rId38" Type="http://schemas.openxmlformats.org/officeDocument/2006/relationships/tags" Target="../tags/tag433.xml"/><Relationship Id="rId37" Type="http://schemas.openxmlformats.org/officeDocument/2006/relationships/tags" Target="../tags/tag432.xml"/><Relationship Id="rId36" Type="http://schemas.openxmlformats.org/officeDocument/2006/relationships/tags" Target="../tags/tag431.xml"/><Relationship Id="rId35" Type="http://schemas.openxmlformats.org/officeDocument/2006/relationships/tags" Target="../tags/tag430.xml"/><Relationship Id="rId34" Type="http://schemas.openxmlformats.org/officeDocument/2006/relationships/tags" Target="../tags/tag429.xml"/><Relationship Id="rId33" Type="http://schemas.openxmlformats.org/officeDocument/2006/relationships/tags" Target="../tags/tag428.xml"/><Relationship Id="rId32" Type="http://schemas.openxmlformats.org/officeDocument/2006/relationships/tags" Target="../tags/tag427.xml"/><Relationship Id="rId31" Type="http://schemas.openxmlformats.org/officeDocument/2006/relationships/tags" Target="../tags/tag426.xml"/><Relationship Id="rId30" Type="http://schemas.openxmlformats.org/officeDocument/2006/relationships/tags" Target="../tags/tag425.xml"/><Relationship Id="rId3" Type="http://schemas.openxmlformats.org/officeDocument/2006/relationships/tags" Target="../tags/tag401.xml"/><Relationship Id="rId29" Type="http://schemas.openxmlformats.org/officeDocument/2006/relationships/tags" Target="../tags/tag424.xml"/><Relationship Id="rId28" Type="http://schemas.openxmlformats.org/officeDocument/2006/relationships/tags" Target="../tags/tag423.xml"/><Relationship Id="rId27" Type="http://schemas.openxmlformats.org/officeDocument/2006/relationships/tags" Target="../tags/tag422.xml"/><Relationship Id="rId26" Type="http://schemas.openxmlformats.org/officeDocument/2006/relationships/tags" Target="../tags/tag421.xml"/><Relationship Id="rId25" Type="http://schemas.openxmlformats.org/officeDocument/2006/relationships/tags" Target="../tags/tag420.xml"/><Relationship Id="rId24" Type="http://schemas.openxmlformats.org/officeDocument/2006/relationships/tags" Target="../tags/tag419.xml"/><Relationship Id="rId23" Type="http://schemas.openxmlformats.org/officeDocument/2006/relationships/tags" Target="../tags/tag418.xml"/><Relationship Id="rId22" Type="http://schemas.openxmlformats.org/officeDocument/2006/relationships/tags" Target="../tags/tag417.xml"/><Relationship Id="rId21" Type="http://schemas.openxmlformats.org/officeDocument/2006/relationships/tags" Target="../tags/tag416.xml"/><Relationship Id="rId20" Type="http://schemas.openxmlformats.org/officeDocument/2006/relationships/image" Target="../media/image54.png"/><Relationship Id="rId2" Type="http://schemas.openxmlformats.org/officeDocument/2006/relationships/tags" Target="../tags/tag400.xml"/><Relationship Id="rId19" Type="http://schemas.openxmlformats.org/officeDocument/2006/relationships/image" Target="../media/image16.svg"/><Relationship Id="rId18" Type="http://schemas.openxmlformats.org/officeDocument/2006/relationships/image" Target="../media/image32.png"/><Relationship Id="rId17" Type="http://schemas.openxmlformats.org/officeDocument/2006/relationships/tags" Target="../tags/tag415.xml"/><Relationship Id="rId16" Type="http://schemas.openxmlformats.org/officeDocument/2006/relationships/tags" Target="../tags/tag414.xml"/><Relationship Id="rId15" Type="http://schemas.openxmlformats.org/officeDocument/2006/relationships/tags" Target="../tags/tag413.xml"/><Relationship Id="rId14" Type="http://schemas.openxmlformats.org/officeDocument/2006/relationships/tags" Target="../tags/tag412.xml"/><Relationship Id="rId13" Type="http://schemas.openxmlformats.org/officeDocument/2006/relationships/tags" Target="../tags/tag411.xml"/><Relationship Id="rId12" Type="http://schemas.openxmlformats.org/officeDocument/2006/relationships/tags" Target="../tags/tag410.xml"/><Relationship Id="rId11" Type="http://schemas.openxmlformats.org/officeDocument/2006/relationships/tags" Target="../tags/tag409.xml"/><Relationship Id="rId10" Type="http://schemas.openxmlformats.org/officeDocument/2006/relationships/tags" Target="../tags/tag408.xml"/><Relationship Id="rId1" Type="http://schemas.openxmlformats.org/officeDocument/2006/relationships/tags" Target="../tags/tag399.xml"/></Relationships>
</file>

<file path=ppt/slides/_rels/slide18.xml.rels><?xml version="1.0" encoding="UTF-8" standalone="yes"?>
<Relationships xmlns="http://schemas.openxmlformats.org/package/2006/relationships"><Relationship Id="rId9" Type="http://schemas.openxmlformats.org/officeDocument/2006/relationships/tags" Target="../tags/tag440.xml"/><Relationship Id="rId8" Type="http://schemas.openxmlformats.org/officeDocument/2006/relationships/tags" Target="../tags/tag439.xml"/><Relationship Id="rId7" Type="http://schemas.openxmlformats.org/officeDocument/2006/relationships/tags" Target="../tags/tag438.xml"/><Relationship Id="rId6" Type="http://schemas.openxmlformats.org/officeDocument/2006/relationships/tags" Target="../tags/tag437.xml"/><Relationship Id="rId5" Type="http://schemas.openxmlformats.org/officeDocument/2006/relationships/tags" Target="../tags/tag436.xml"/><Relationship Id="rId43" Type="http://schemas.openxmlformats.org/officeDocument/2006/relationships/slideLayout" Target="../slideLayouts/slideLayout8.xml"/><Relationship Id="rId42" Type="http://schemas.openxmlformats.org/officeDocument/2006/relationships/tags" Target="../tags/tag467.xml"/><Relationship Id="rId41" Type="http://schemas.openxmlformats.org/officeDocument/2006/relationships/tags" Target="../tags/tag466.xml"/><Relationship Id="rId40" Type="http://schemas.openxmlformats.org/officeDocument/2006/relationships/tags" Target="../tags/tag465.xml"/><Relationship Id="rId4" Type="http://schemas.openxmlformats.org/officeDocument/2006/relationships/tags" Target="../tags/tag435.xml"/><Relationship Id="rId39" Type="http://schemas.openxmlformats.org/officeDocument/2006/relationships/tags" Target="../tags/tag464.xml"/><Relationship Id="rId38" Type="http://schemas.openxmlformats.org/officeDocument/2006/relationships/tags" Target="../tags/tag463.xml"/><Relationship Id="rId37" Type="http://schemas.openxmlformats.org/officeDocument/2006/relationships/tags" Target="../tags/tag462.xml"/><Relationship Id="rId36" Type="http://schemas.openxmlformats.org/officeDocument/2006/relationships/tags" Target="../tags/tag461.xml"/><Relationship Id="rId35" Type="http://schemas.openxmlformats.org/officeDocument/2006/relationships/tags" Target="../tags/tag460.xml"/><Relationship Id="rId34" Type="http://schemas.openxmlformats.org/officeDocument/2006/relationships/tags" Target="../tags/tag459.xml"/><Relationship Id="rId33" Type="http://schemas.openxmlformats.org/officeDocument/2006/relationships/tags" Target="../tags/tag458.xml"/><Relationship Id="rId32" Type="http://schemas.openxmlformats.org/officeDocument/2006/relationships/tags" Target="../tags/tag457.xml"/><Relationship Id="rId31" Type="http://schemas.openxmlformats.org/officeDocument/2006/relationships/tags" Target="../tags/tag456.xml"/><Relationship Id="rId30" Type="http://schemas.openxmlformats.org/officeDocument/2006/relationships/tags" Target="../tags/tag455.xml"/><Relationship Id="rId3" Type="http://schemas.openxmlformats.org/officeDocument/2006/relationships/tags" Target="../tags/tag434.xml"/><Relationship Id="rId29" Type="http://schemas.openxmlformats.org/officeDocument/2006/relationships/tags" Target="../tags/tag454.xml"/><Relationship Id="rId28" Type="http://schemas.openxmlformats.org/officeDocument/2006/relationships/tags" Target="../tags/tag453.xml"/><Relationship Id="rId27" Type="http://schemas.openxmlformats.org/officeDocument/2006/relationships/tags" Target="../tags/tag452.xml"/><Relationship Id="rId26" Type="http://schemas.openxmlformats.org/officeDocument/2006/relationships/tags" Target="../tags/tag451.xml"/><Relationship Id="rId25" Type="http://schemas.openxmlformats.org/officeDocument/2006/relationships/image" Target="../media/image57.png"/><Relationship Id="rId24" Type="http://schemas.openxmlformats.org/officeDocument/2006/relationships/tags" Target="../tags/tag450.xml"/><Relationship Id="rId23" Type="http://schemas.openxmlformats.org/officeDocument/2006/relationships/tags" Target="../tags/tag449.xml"/><Relationship Id="rId22" Type="http://schemas.openxmlformats.org/officeDocument/2006/relationships/image" Target="../media/image56.jpeg"/><Relationship Id="rId21" Type="http://schemas.openxmlformats.org/officeDocument/2006/relationships/image" Target="../media/image16.svg"/><Relationship Id="rId20" Type="http://schemas.openxmlformats.org/officeDocument/2006/relationships/image" Target="../media/image32.png"/><Relationship Id="rId2" Type="http://schemas.openxmlformats.org/officeDocument/2006/relationships/image" Target="../media/image31.png"/><Relationship Id="rId19" Type="http://schemas.openxmlformats.org/officeDocument/2006/relationships/tags" Target="../tags/tag448.xml"/><Relationship Id="rId18" Type="http://schemas.openxmlformats.org/officeDocument/2006/relationships/tags" Target="../tags/tag447.xml"/><Relationship Id="rId17" Type="http://schemas.openxmlformats.org/officeDocument/2006/relationships/tags" Target="../tags/tag446.xml"/><Relationship Id="rId16" Type="http://schemas.openxmlformats.org/officeDocument/2006/relationships/tags" Target="../tags/tag445.xml"/><Relationship Id="rId15" Type="http://schemas.openxmlformats.org/officeDocument/2006/relationships/tags" Target="../tags/tag444.xml"/><Relationship Id="rId14" Type="http://schemas.openxmlformats.org/officeDocument/2006/relationships/tags" Target="../tags/tag443.xml"/><Relationship Id="rId13" Type="http://schemas.openxmlformats.org/officeDocument/2006/relationships/tags" Target="../tags/tag442.xml"/><Relationship Id="rId12" Type="http://schemas.openxmlformats.org/officeDocument/2006/relationships/tags" Target="../tags/tag441.xml"/><Relationship Id="rId11" Type="http://schemas.openxmlformats.org/officeDocument/2006/relationships/image" Target="../media/image55.png"/><Relationship Id="rId10" Type="http://schemas.openxmlformats.org/officeDocument/2006/relationships/image" Target="../media/image8.png"/><Relationship Id="rId1" Type="http://schemas.openxmlformats.org/officeDocument/2006/relationships/image" Target="../media/image14.png"/></Relationships>
</file>

<file path=ppt/slides/_rels/slide19.xml.rels><?xml version="1.0" encoding="UTF-8" standalone="yes"?>
<Relationships xmlns="http://schemas.openxmlformats.org/package/2006/relationships"><Relationship Id="rId9" Type="http://schemas.openxmlformats.org/officeDocument/2006/relationships/tags" Target="../tags/tag474.xml"/><Relationship Id="rId8" Type="http://schemas.openxmlformats.org/officeDocument/2006/relationships/tags" Target="../tags/tag473.xml"/><Relationship Id="rId7" Type="http://schemas.openxmlformats.org/officeDocument/2006/relationships/tags" Target="../tags/tag472.xml"/><Relationship Id="rId6" Type="http://schemas.openxmlformats.org/officeDocument/2006/relationships/tags" Target="../tags/tag471.xml"/><Relationship Id="rId5" Type="http://schemas.openxmlformats.org/officeDocument/2006/relationships/tags" Target="../tags/tag470.xml"/><Relationship Id="rId41" Type="http://schemas.openxmlformats.org/officeDocument/2006/relationships/slideLayout" Target="../slideLayouts/slideLayout8.xml"/><Relationship Id="rId40" Type="http://schemas.openxmlformats.org/officeDocument/2006/relationships/tags" Target="../tags/tag500.xml"/><Relationship Id="rId4" Type="http://schemas.openxmlformats.org/officeDocument/2006/relationships/tags" Target="../tags/tag469.xml"/><Relationship Id="rId39" Type="http://schemas.openxmlformats.org/officeDocument/2006/relationships/tags" Target="../tags/tag499.xml"/><Relationship Id="rId38" Type="http://schemas.openxmlformats.org/officeDocument/2006/relationships/tags" Target="../tags/tag498.xml"/><Relationship Id="rId37" Type="http://schemas.openxmlformats.org/officeDocument/2006/relationships/tags" Target="../tags/tag497.xml"/><Relationship Id="rId36" Type="http://schemas.openxmlformats.org/officeDocument/2006/relationships/tags" Target="../tags/tag496.xml"/><Relationship Id="rId35" Type="http://schemas.openxmlformats.org/officeDocument/2006/relationships/tags" Target="../tags/tag495.xml"/><Relationship Id="rId34" Type="http://schemas.openxmlformats.org/officeDocument/2006/relationships/tags" Target="../tags/tag494.xml"/><Relationship Id="rId33" Type="http://schemas.openxmlformats.org/officeDocument/2006/relationships/tags" Target="../tags/tag493.xml"/><Relationship Id="rId32" Type="http://schemas.openxmlformats.org/officeDocument/2006/relationships/tags" Target="../tags/tag492.xml"/><Relationship Id="rId31" Type="http://schemas.openxmlformats.org/officeDocument/2006/relationships/tags" Target="../tags/tag491.xml"/><Relationship Id="rId30" Type="http://schemas.openxmlformats.org/officeDocument/2006/relationships/tags" Target="../tags/tag490.xml"/><Relationship Id="rId3" Type="http://schemas.openxmlformats.org/officeDocument/2006/relationships/tags" Target="../tags/tag468.xml"/><Relationship Id="rId29" Type="http://schemas.openxmlformats.org/officeDocument/2006/relationships/tags" Target="../tags/tag489.xml"/><Relationship Id="rId28" Type="http://schemas.openxmlformats.org/officeDocument/2006/relationships/tags" Target="../tags/tag488.xml"/><Relationship Id="rId27" Type="http://schemas.openxmlformats.org/officeDocument/2006/relationships/tags" Target="../tags/tag487.xml"/><Relationship Id="rId26" Type="http://schemas.openxmlformats.org/officeDocument/2006/relationships/tags" Target="../tags/tag486.xml"/><Relationship Id="rId25" Type="http://schemas.openxmlformats.org/officeDocument/2006/relationships/tags" Target="../tags/tag485.xml"/><Relationship Id="rId24" Type="http://schemas.openxmlformats.org/officeDocument/2006/relationships/tags" Target="../tags/tag484.xml"/><Relationship Id="rId23" Type="http://schemas.openxmlformats.org/officeDocument/2006/relationships/image" Target="../media/image59.svg"/><Relationship Id="rId22" Type="http://schemas.openxmlformats.org/officeDocument/2006/relationships/image" Target="../media/image58.png"/><Relationship Id="rId21" Type="http://schemas.openxmlformats.org/officeDocument/2006/relationships/tags" Target="../tags/tag483.xml"/><Relationship Id="rId20" Type="http://schemas.openxmlformats.org/officeDocument/2006/relationships/image" Target="../media/image16.svg"/><Relationship Id="rId2" Type="http://schemas.openxmlformats.org/officeDocument/2006/relationships/image" Target="../media/image31.png"/><Relationship Id="rId19" Type="http://schemas.openxmlformats.org/officeDocument/2006/relationships/image" Target="../media/image32.png"/><Relationship Id="rId18" Type="http://schemas.openxmlformats.org/officeDocument/2006/relationships/tags" Target="../tags/tag482.xml"/><Relationship Id="rId17" Type="http://schemas.openxmlformats.org/officeDocument/2006/relationships/tags" Target="../tags/tag481.xml"/><Relationship Id="rId16" Type="http://schemas.openxmlformats.org/officeDocument/2006/relationships/tags" Target="../tags/tag480.xml"/><Relationship Id="rId15" Type="http://schemas.openxmlformats.org/officeDocument/2006/relationships/tags" Target="../tags/tag479.xml"/><Relationship Id="rId14" Type="http://schemas.openxmlformats.org/officeDocument/2006/relationships/tags" Target="../tags/tag478.xml"/><Relationship Id="rId13" Type="http://schemas.openxmlformats.org/officeDocument/2006/relationships/tags" Target="../tags/tag477.xml"/><Relationship Id="rId12" Type="http://schemas.openxmlformats.org/officeDocument/2006/relationships/tags" Target="../tags/tag476.xml"/><Relationship Id="rId11" Type="http://schemas.openxmlformats.org/officeDocument/2006/relationships/tags" Target="../tags/tag475.xml"/><Relationship Id="rId10" Type="http://schemas.openxmlformats.org/officeDocument/2006/relationships/image" Target="../media/image8.png"/><Relationship Id="rId1" Type="http://schemas.openxmlformats.org/officeDocument/2006/relationships/image" Target="../media/image14.png"/></Relationships>
</file>

<file path=ppt/slides/_rels/slide20.xml.rels><?xml version="1.0" encoding="UTF-8" standalone="yes"?>
<Relationships xmlns="http://schemas.openxmlformats.org/package/2006/relationships"><Relationship Id="rId9" Type="http://schemas.openxmlformats.org/officeDocument/2006/relationships/tags" Target="../tags/tag507.xml"/><Relationship Id="rId8" Type="http://schemas.openxmlformats.org/officeDocument/2006/relationships/tags" Target="../tags/tag506.xml"/><Relationship Id="rId7" Type="http://schemas.openxmlformats.org/officeDocument/2006/relationships/tags" Target="../tags/tag505.xml"/><Relationship Id="rId6" Type="http://schemas.openxmlformats.org/officeDocument/2006/relationships/tags" Target="../tags/tag504.xml"/><Relationship Id="rId5" Type="http://schemas.openxmlformats.org/officeDocument/2006/relationships/tags" Target="../tags/tag503.xml"/><Relationship Id="rId49" Type="http://schemas.openxmlformats.org/officeDocument/2006/relationships/vmlDrawing" Target="../drawings/vmlDrawing1.vml"/><Relationship Id="rId48" Type="http://schemas.openxmlformats.org/officeDocument/2006/relationships/slideLayout" Target="../slideLayouts/slideLayout8.xml"/><Relationship Id="rId47" Type="http://schemas.openxmlformats.org/officeDocument/2006/relationships/tags" Target="../tags/tag533.xml"/><Relationship Id="rId46" Type="http://schemas.openxmlformats.org/officeDocument/2006/relationships/image" Target="../media/image54.png"/><Relationship Id="rId45" Type="http://schemas.openxmlformats.org/officeDocument/2006/relationships/image" Target="../media/image47.png"/><Relationship Id="rId44" Type="http://schemas.openxmlformats.org/officeDocument/2006/relationships/tags" Target="../tags/tag532.xml"/><Relationship Id="rId43" Type="http://schemas.openxmlformats.org/officeDocument/2006/relationships/tags" Target="../tags/tag531.xml"/><Relationship Id="rId42" Type="http://schemas.openxmlformats.org/officeDocument/2006/relationships/tags" Target="../tags/tag530.xml"/><Relationship Id="rId41" Type="http://schemas.openxmlformats.org/officeDocument/2006/relationships/tags" Target="../tags/tag529.xml"/><Relationship Id="rId40" Type="http://schemas.openxmlformats.org/officeDocument/2006/relationships/tags" Target="../tags/tag528.xml"/><Relationship Id="rId4" Type="http://schemas.openxmlformats.org/officeDocument/2006/relationships/tags" Target="../tags/tag502.xml"/><Relationship Id="rId39" Type="http://schemas.openxmlformats.org/officeDocument/2006/relationships/tags" Target="../tags/tag527.xml"/><Relationship Id="rId38" Type="http://schemas.openxmlformats.org/officeDocument/2006/relationships/tags" Target="../tags/tag526.xml"/><Relationship Id="rId37" Type="http://schemas.openxmlformats.org/officeDocument/2006/relationships/tags" Target="../tags/tag525.xml"/><Relationship Id="rId36" Type="http://schemas.openxmlformats.org/officeDocument/2006/relationships/tags" Target="../tags/tag524.xml"/><Relationship Id="rId35" Type="http://schemas.openxmlformats.org/officeDocument/2006/relationships/tags" Target="../tags/tag523.xml"/><Relationship Id="rId34" Type="http://schemas.openxmlformats.org/officeDocument/2006/relationships/tags" Target="../tags/tag522.xml"/><Relationship Id="rId33" Type="http://schemas.openxmlformats.org/officeDocument/2006/relationships/tags" Target="../tags/tag521.xml"/><Relationship Id="rId32" Type="http://schemas.openxmlformats.org/officeDocument/2006/relationships/tags" Target="../tags/tag520.xml"/><Relationship Id="rId31" Type="http://schemas.openxmlformats.org/officeDocument/2006/relationships/tags" Target="../tags/tag519.xml"/><Relationship Id="rId30" Type="http://schemas.openxmlformats.org/officeDocument/2006/relationships/image" Target="../media/image67.svg"/><Relationship Id="rId3" Type="http://schemas.openxmlformats.org/officeDocument/2006/relationships/tags" Target="../tags/tag501.xml"/><Relationship Id="rId29" Type="http://schemas.openxmlformats.org/officeDocument/2006/relationships/image" Target="../media/image66.png"/><Relationship Id="rId28" Type="http://schemas.openxmlformats.org/officeDocument/2006/relationships/tags" Target="../tags/tag518.xml"/><Relationship Id="rId27" Type="http://schemas.openxmlformats.org/officeDocument/2006/relationships/tags" Target="../tags/tag517.xml"/><Relationship Id="rId26" Type="http://schemas.openxmlformats.org/officeDocument/2006/relationships/image" Target="../media/image65.svg"/><Relationship Id="rId25" Type="http://schemas.openxmlformats.org/officeDocument/2006/relationships/image" Target="../media/image64.png"/><Relationship Id="rId24" Type="http://schemas.openxmlformats.org/officeDocument/2006/relationships/tags" Target="../tags/tag516.xml"/><Relationship Id="rId23" Type="http://schemas.openxmlformats.org/officeDocument/2006/relationships/image" Target="../media/image63.png"/><Relationship Id="rId22" Type="http://schemas.openxmlformats.org/officeDocument/2006/relationships/image" Target="../media/image62.wmf"/><Relationship Id="rId21" Type="http://schemas.openxmlformats.org/officeDocument/2006/relationships/oleObject" Target="../embeddings/oleObject1.bin"/><Relationship Id="rId20" Type="http://schemas.openxmlformats.org/officeDocument/2006/relationships/image" Target="../media/image61.svg"/><Relationship Id="rId2" Type="http://schemas.openxmlformats.org/officeDocument/2006/relationships/image" Target="../media/image31.png"/><Relationship Id="rId19" Type="http://schemas.openxmlformats.org/officeDocument/2006/relationships/image" Target="../media/image60.png"/><Relationship Id="rId18" Type="http://schemas.openxmlformats.org/officeDocument/2006/relationships/tags" Target="../tags/tag515.xml"/><Relationship Id="rId17" Type="http://schemas.openxmlformats.org/officeDocument/2006/relationships/tags" Target="../tags/tag514.xml"/><Relationship Id="rId16" Type="http://schemas.openxmlformats.org/officeDocument/2006/relationships/tags" Target="../tags/tag513.xml"/><Relationship Id="rId15" Type="http://schemas.openxmlformats.org/officeDocument/2006/relationships/tags" Target="../tags/tag512.xml"/><Relationship Id="rId14" Type="http://schemas.openxmlformats.org/officeDocument/2006/relationships/tags" Target="../tags/tag511.xml"/><Relationship Id="rId13" Type="http://schemas.openxmlformats.org/officeDocument/2006/relationships/tags" Target="../tags/tag510.xml"/><Relationship Id="rId12" Type="http://schemas.openxmlformats.org/officeDocument/2006/relationships/tags" Target="../tags/tag509.xml"/><Relationship Id="rId11" Type="http://schemas.openxmlformats.org/officeDocument/2006/relationships/tags" Target="../tags/tag508.xml"/><Relationship Id="rId10" Type="http://schemas.openxmlformats.org/officeDocument/2006/relationships/image" Target="../media/image8.png"/><Relationship Id="rId1" Type="http://schemas.openxmlformats.org/officeDocument/2006/relationships/image" Target="../media/image14.png"/></Relationships>
</file>

<file path=ppt/slides/_rels/slide21.xml.rels><?xml version="1.0" encoding="UTF-8" standalone="yes"?>
<Relationships xmlns="http://schemas.openxmlformats.org/package/2006/relationships"><Relationship Id="rId9" Type="http://schemas.openxmlformats.org/officeDocument/2006/relationships/tags" Target="../tags/tag540.xml"/><Relationship Id="rId8" Type="http://schemas.openxmlformats.org/officeDocument/2006/relationships/tags" Target="../tags/tag539.xml"/><Relationship Id="rId7" Type="http://schemas.openxmlformats.org/officeDocument/2006/relationships/tags" Target="../tags/tag538.xml"/><Relationship Id="rId6" Type="http://schemas.openxmlformats.org/officeDocument/2006/relationships/tags" Target="../tags/tag537.xml"/><Relationship Id="rId5" Type="http://schemas.openxmlformats.org/officeDocument/2006/relationships/tags" Target="../tags/tag536.xml"/><Relationship Id="rId40" Type="http://schemas.openxmlformats.org/officeDocument/2006/relationships/slideLayout" Target="../slideLayouts/slideLayout8.xml"/><Relationship Id="rId4" Type="http://schemas.openxmlformats.org/officeDocument/2006/relationships/tags" Target="../tags/tag535.xml"/><Relationship Id="rId39" Type="http://schemas.openxmlformats.org/officeDocument/2006/relationships/tags" Target="../tags/tag564.xml"/><Relationship Id="rId38" Type="http://schemas.openxmlformats.org/officeDocument/2006/relationships/tags" Target="../tags/tag563.xml"/><Relationship Id="rId37" Type="http://schemas.openxmlformats.org/officeDocument/2006/relationships/tags" Target="../tags/tag562.xml"/><Relationship Id="rId36" Type="http://schemas.openxmlformats.org/officeDocument/2006/relationships/tags" Target="../tags/tag561.xml"/><Relationship Id="rId35" Type="http://schemas.openxmlformats.org/officeDocument/2006/relationships/tags" Target="../tags/tag560.xml"/><Relationship Id="rId34" Type="http://schemas.openxmlformats.org/officeDocument/2006/relationships/tags" Target="../tags/tag559.xml"/><Relationship Id="rId33" Type="http://schemas.openxmlformats.org/officeDocument/2006/relationships/tags" Target="../tags/tag558.xml"/><Relationship Id="rId32" Type="http://schemas.openxmlformats.org/officeDocument/2006/relationships/tags" Target="../tags/tag557.xml"/><Relationship Id="rId31" Type="http://schemas.openxmlformats.org/officeDocument/2006/relationships/tags" Target="../tags/tag556.xml"/><Relationship Id="rId30" Type="http://schemas.openxmlformats.org/officeDocument/2006/relationships/tags" Target="../tags/tag555.xml"/><Relationship Id="rId3" Type="http://schemas.openxmlformats.org/officeDocument/2006/relationships/tags" Target="../tags/tag534.xml"/><Relationship Id="rId29" Type="http://schemas.openxmlformats.org/officeDocument/2006/relationships/tags" Target="../tags/tag554.xml"/><Relationship Id="rId28" Type="http://schemas.openxmlformats.org/officeDocument/2006/relationships/tags" Target="../tags/tag553.xml"/><Relationship Id="rId27" Type="http://schemas.openxmlformats.org/officeDocument/2006/relationships/tags" Target="../tags/tag552.xml"/><Relationship Id="rId26" Type="http://schemas.openxmlformats.org/officeDocument/2006/relationships/tags" Target="../tags/tag551.xml"/><Relationship Id="rId25" Type="http://schemas.openxmlformats.org/officeDocument/2006/relationships/tags" Target="../tags/tag550.xml"/><Relationship Id="rId24" Type="http://schemas.openxmlformats.org/officeDocument/2006/relationships/image" Target="../media/image67.svg"/><Relationship Id="rId23" Type="http://schemas.openxmlformats.org/officeDocument/2006/relationships/image" Target="../media/image66.png"/><Relationship Id="rId22" Type="http://schemas.openxmlformats.org/officeDocument/2006/relationships/tags" Target="../tags/tag549.xml"/><Relationship Id="rId21" Type="http://schemas.openxmlformats.org/officeDocument/2006/relationships/image" Target="../media/image16.svg"/><Relationship Id="rId20" Type="http://schemas.openxmlformats.org/officeDocument/2006/relationships/image" Target="../media/image32.png"/><Relationship Id="rId2" Type="http://schemas.openxmlformats.org/officeDocument/2006/relationships/image" Target="../media/image31.png"/><Relationship Id="rId19" Type="http://schemas.openxmlformats.org/officeDocument/2006/relationships/tags" Target="../tags/tag548.xml"/><Relationship Id="rId18" Type="http://schemas.openxmlformats.org/officeDocument/2006/relationships/tags" Target="../tags/tag547.xml"/><Relationship Id="rId17" Type="http://schemas.openxmlformats.org/officeDocument/2006/relationships/tags" Target="../tags/tag546.xml"/><Relationship Id="rId16" Type="http://schemas.openxmlformats.org/officeDocument/2006/relationships/tags" Target="../tags/tag545.xml"/><Relationship Id="rId15" Type="http://schemas.openxmlformats.org/officeDocument/2006/relationships/tags" Target="../tags/tag544.xml"/><Relationship Id="rId14" Type="http://schemas.openxmlformats.org/officeDocument/2006/relationships/tags" Target="../tags/tag543.xml"/><Relationship Id="rId13" Type="http://schemas.openxmlformats.org/officeDocument/2006/relationships/image" Target="../media/image47.png"/><Relationship Id="rId12" Type="http://schemas.openxmlformats.org/officeDocument/2006/relationships/tags" Target="../tags/tag542.xml"/><Relationship Id="rId11" Type="http://schemas.openxmlformats.org/officeDocument/2006/relationships/tags" Target="../tags/tag541.xml"/><Relationship Id="rId10" Type="http://schemas.openxmlformats.org/officeDocument/2006/relationships/image" Target="../media/image8.png"/><Relationship Id="rId1" Type="http://schemas.openxmlformats.org/officeDocument/2006/relationships/image" Target="../media/image14.png"/></Relationships>
</file>

<file path=ppt/slides/_rels/slide22.xml.rels><?xml version="1.0" encoding="UTF-8" standalone="yes"?>
<Relationships xmlns="http://schemas.openxmlformats.org/package/2006/relationships"><Relationship Id="rId7" Type="http://schemas.openxmlformats.org/officeDocument/2006/relationships/slideLayout" Target="../slideLayouts/slideLayout8.xml"/><Relationship Id="rId6" Type="http://schemas.openxmlformats.org/officeDocument/2006/relationships/tags" Target="../tags/tag565.xml"/><Relationship Id="rId5" Type="http://schemas.microsoft.com/office/2007/relationships/hdphoto" Target="../media/image13.wdp"/><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23.xml.rels><?xml version="1.0" encoding="UTF-8" standalone="yes"?>
<Relationships xmlns="http://schemas.openxmlformats.org/package/2006/relationships"><Relationship Id="rId9" Type="http://schemas.openxmlformats.org/officeDocument/2006/relationships/tags" Target="../tags/tag573.xml"/><Relationship Id="rId8" Type="http://schemas.openxmlformats.org/officeDocument/2006/relationships/tags" Target="../tags/tag572.xml"/><Relationship Id="rId7" Type="http://schemas.openxmlformats.org/officeDocument/2006/relationships/tags" Target="../tags/tag571.xml"/><Relationship Id="rId6" Type="http://schemas.openxmlformats.org/officeDocument/2006/relationships/tags" Target="../tags/tag570.xml"/><Relationship Id="rId5" Type="http://schemas.openxmlformats.org/officeDocument/2006/relationships/tags" Target="../tags/tag569.xml"/><Relationship Id="rId4" Type="http://schemas.openxmlformats.org/officeDocument/2006/relationships/tags" Target="../tags/tag568.xml"/><Relationship Id="rId36" Type="http://schemas.openxmlformats.org/officeDocument/2006/relationships/slideLayout" Target="../slideLayouts/slideLayout7.xml"/><Relationship Id="rId35" Type="http://schemas.openxmlformats.org/officeDocument/2006/relationships/tags" Target="../tags/tag595.xml"/><Relationship Id="rId34" Type="http://schemas.openxmlformats.org/officeDocument/2006/relationships/tags" Target="../tags/tag594.xml"/><Relationship Id="rId33" Type="http://schemas.openxmlformats.org/officeDocument/2006/relationships/tags" Target="../tags/tag593.xml"/><Relationship Id="rId32" Type="http://schemas.openxmlformats.org/officeDocument/2006/relationships/tags" Target="../tags/tag592.xml"/><Relationship Id="rId31" Type="http://schemas.openxmlformats.org/officeDocument/2006/relationships/tags" Target="../tags/tag591.xml"/><Relationship Id="rId30" Type="http://schemas.openxmlformats.org/officeDocument/2006/relationships/tags" Target="../tags/tag590.xml"/><Relationship Id="rId3" Type="http://schemas.openxmlformats.org/officeDocument/2006/relationships/tags" Target="../tags/tag567.xml"/><Relationship Id="rId29" Type="http://schemas.openxmlformats.org/officeDocument/2006/relationships/tags" Target="../tags/tag589.xml"/><Relationship Id="rId28" Type="http://schemas.openxmlformats.org/officeDocument/2006/relationships/tags" Target="../tags/tag588.xml"/><Relationship Id="rId27" Type="http://schemas.openxmlformats.org/officeDocument/2006/relationships/tags" Target="../tags/tag587.xml"/><Relationship Id="rId26" Type="http://schemas.openxmlformats.org/officeDocument/2006/relationships/tags" Target="../tags/tag586.xml"/><Relationship Id="rId25" Type="http://schemas.openxmlformats.org/officeDocument/2006/relationships/tags" Target="../tags/tag585.xml"/><Relationship Id="rId24" Type="http://schemas.openxmlformats.org/officeDocument/2006/relationships/tags" Target="../tags/tag584.xml"/><Relationship Id="rId23" Type="http://schemas.openxmlformats.org/officeDocument/2006/relationships/tags" Target="../tags/tag583.xml"/><Relationship Id="rId22" Type="http://schemas.openxmlformats.org/officeDocument/2006/relationships/tags" Target="../tags/tag582.xml"/><Relationship Id="rId21" Type="http://schemas.openxmlformats.org/officeDocument/2006/relationships/image" Target="../media/image16.svg"/><Relationship Id="rId20" Type="http://schemas.openxmlformats.org/officeDocument/2006/relationships/image" Target="../media/image32.png"/><Relationship Id="rId2" Type="http://schemas.openxmlformats.org/officeDocument/2006/relationships/tags" Target="../tags/tag566.xml"/><Relationship Id="rId19" Type="http://schemas.openxmlformats.org/officeDocument/2006/relationships/tags" Target="../tags/tag581.xml"/><Relationship Id="rId18" Type="http://schemas.openxmlformats.org/officeDocument/2006/relationships/image" Target="../media/image69.png"/><Relationship Id="rId17" Type="http://schemas.openxmlformats.org/officeDocument/2006/relationships/image" Target="../media/image68.png"/><Relationship Id="rId16" Type="http://schemas.openxmlformats.org/officeDocument/2006/relationships/tags" Target="../tags/tag580.xml"/><Relationship Id="rId15" Type="http://schemas.openxmlformats.org/officeDocument/2006/relationships/tags" Target="../tags/tag579.xml"/><Relationship Id="rId14" Type="http://schemas.openxmlformats.org/officeDocument/2006/relationships/tags" Target="../tags/tag578.xml"/><Relationship Id="rId13" Type="http://schemas.openxmlformats.org/officeDocument/2006/relationships/tags" Target="../tags/tag577.xml"/><Relationship Id="rId12" Type="http://schemas.openxmlformats.org/officeDocument/2006/relationships/tags" Target="../tags/tag576.xml"/><Relationship Id="rId11" Type="http://schemas.openxmlformats.org/officeDocument/2006/relationships/tags" Target="../tags/tag575.xml"/><Relationship Id="rId10" Type="http://schemas.openxmlformats.org/officeDocument/2006/relationships/tags" Target="../tags/tag574.xml"/><Relationship Id="rId1" Type="http://schemas.openxmlformats.org/officeDocument/2006/relationships/image" Target="../media/image14.png"/></Relationships>
</file>

<file path=ppt/slides/_rels/slide24.xml.rels><?xml version="1.0" encoding="UTF-8" standalone="yes"?>
<Relationships xmlns="http://schemas.openxmlformats.org/package/2006/relationships"><Relationship Id="rId9" Type="http://schemas.openxmlformats.org/officeDocument/2006/relationships/tags" Target="../tags/tag602.xml"/><Relationship Id="rId8" Type="http://schemas.openxmlformats.org/officeDocument/2006/relationships/tags" Target="../tags/tag601.xml"/><Relationship Id="rId7" Type="http://schemas.openxmlformats.org/officeDocument/2006/relationships/tags" Target="../tags/tag600.xml"/><Relationship Id="rId6" Type="http://schemas.openxmlformats.org/officeDocument/2006/relationships/tags" Target="../tags/tag599.xml"/><Relationship Id="rId51" Type="http://schemas.openxmlformats.org/officeDocument/2006/relationships/slideLayout" Target="../slideLayouts/slideLayout8.xml"/><Relationship Id="rId50" Type="http://schemas.openxmlformats.org/officeDocument/2006/relationships/tags" Target="../tags/tag640.xml"/><Relationship Id="rId5" Type="http://schemas.openxmlformats.org/officeDocument/2006/relationships/tags" Target="../tags/tag598.xml"/><Relationship Id="rId49" Type="http://schemas.openxmlformats.org/officeDocument/2006/relationships/image" Target="../media/image16.svg"/><Relationship Id="rId48" Type="http://schemas.openxmlformats.org/officeDocument/2006/relationships/image" Target="../media/image32.png"/><Relationship Id="rId47" Type="http://schemas.openxmlformats.org/officeDocument/2006/relationships/tags" Target="../tags/tag639.xml"/><Relationship Id="rId46" Type="http://schemas.openxmlformats.org/officeDocument/2006/relationships/tags" Target="../tags/tag638.xml"/><Relationship Id="rId45" Type="http://schemas.openxmlformats.org/officeDocument/2006/relationships/tags" Target="../tags/tag637.xml"/><Relationship Id="rId44" Type="http://schemas.openxmlformats.org/officeDocument/2006/relationships/tags" Target="../tags/tag636.xml"/><Relationship Id="rId43" Type="http://schemas.openxmlformats.org/officeDocument/2006/relationships/tags" Target="../tags/tag635.xml"/><Relationship Id="rId42" Type="http://schemas.openxmlformats.org/officeDocument/2006/relationships/tags" Target="../tags/tag634.xml"/><Relationship Id="rId41" Type="http://schemas.openxmlformats.org/officeDocument/2006/relationships/tags" Target="../tags/tag633.xml"/><Relationship Id="rId40" Type="http://schemas.openxmlformats.org/officeDocument/2006/relationships/tags" Target="../tags/tag632.xml"/><Relationship Id="rId4" Type="http://schemas.openxmlformats.org/officeDocument/2006/relationships/tags" Target="../tags/tag597.xml"/><Relationship Id="rId39" Type="http://schemas.openxmlformats.org/officeDocument/2006/relationships/tags" Target="../tags/tag631.xml"/><Relationship Id="rId38" Type="http://schemas.openxmlformats.org/officeDocument/2006/relationships/tags" Target="../tags/tag630.xml"/><Relationship Id="rId37" Type="http://schemas.openxmlformats.org/officeDocument/2006/relationships/tags" Target="../tags/tag629.xml"/><Relationship Id="rId36" Type="http://schemas.openxmlformats.org/officeDocument/2006/relationships/tags" Target="../tags/tag628.xml"/><Relationship Id="rId35" Type="http://schemas.openxmlformats.org/officeDocument/2006/relationships/tags" Target="../tags/tag627.xml"/><Relationship Id="rId34" Type="http://schemas.openxmlformats.org/officeDocument/2006/relationships/tags" Target="../tags/tag626.xml"/><Relationship Id="rId33" Type="http://schemas.openxmlformats.org/officeDocument/2006/relationships/tags" Target="../tags/tag625.xml"/><Relationship Id="rId32" Type="http://schemas.openxmlformats.org/officeDocument/2006/relationships/tags" Target="../tags/tag624.xml"/><Relationship Id="rId31" Type="http://schemas.openxmlformats.org/officeDocument/2006/relationships/tags" Target="../tags/tag623.xml"/><Relationship Id="rId30" Type="http://schemas.openxmlformats.org/officeDocument/2006/relationships/tags" Target="../tags/tag622.xml"/><Relationship Id="rId3" Type="http://schemas.openxmlformats.org/officeDocument/2006/relationships/tags" Target="../tags/tag596.xml"/><Relationship Id="rId29" Type="http://schemas.openxmlformats.org/officeDocument/2006/relationships/tags" Target="../tags/tag621.xml"/><Relationship Id="rId28" Type="http://schemas.openxmlformats.org/officeDocument/2006/relationships/tags" Target="../tags/tag620.xml"/><Relationship Id="rId27" Type="http://schemas.openxmlformats.org/officeDocument/2006/relationships/tags" Target="../tags/tag619.xml"/><Relationship Id="rId26" Type="http://schemas.openxmlformats.org/officeDocument/2006/relationships/tags" Target="../tags/tag618.xml"/><Relationship Id="rId25" Type="http://schemas.openxmlformats.org/officeDocument/2006/relationships/tags" Target="../tags/tag617.xml"/><Relationship Id="rId24" Type="http://schemas.openxmlformats.org/officeDocument/2006/relationships/tags" Target="../tags/tag616.xml"/><Relationship Id="rId23" Type="http://schemas.openxmlformats.org/officeDocument/2006/relationships/tags" Target="../tags/tag615.xml"/><Relationship Id="rId22" Type="http://schemas.openxmlformats.org/officeDocument/2006/relationships/tags" Target="../tags/tag614.xml"/><Relationship Id="rId21" Type="http://schemas.openxmlformats.org/officeDocument/2006/relationships/tags" Target="../tags/tag613.xml"/><Relationship Id="rId20" Type="http://schemas.openxmlformats.org/officeDocument/2006/relationships/tags" Target="../tags/tag612.xml"/><Relationship Id="rId2" Type="http://schemas.openxmlformats.org/officeDocument/2006/relationships/image" Target="../media/image31.png"/><Relationship Id="rId19" Type="http://schemas.openxmlformats.org/officeDocument/2006/relationships/tags" Target="../tags/tag611.xml"/><Relationship Id="rId18" Type="http://schemas.openxmlformats.org/officeDocument/2006/relationships/tags" Target="../tags/tag610.xml"/><Relationship Id="rId17" Type="http://schemas.openxmlformats.org/officeDocument/2006/relationships/tags" Target="../tags/tag609.xml"/><Relationship Id="rId16" Type="http://schemas.openxmlformats.org/officeDocument/2006/relationships/tags" Target="../tags/tag608.xml"/><Relationship Id="rId15" Type="http://schemas.openxmlformats.org/officeDocument/2006/relationships/tags" Target="../tags/tag607.xml"/><Relationship Id="rId14" Type="http://schemas.openxmlformats.org/officeDocument/2006/relationships/tags" Target="../tags/tag606.xml"/><Relationship Id="rId13" Type="http://schemas.openxmlformats.org/officeDocument/2006/relationships/tags" Target="../tags/tag605.xml"/><Relationship Id="rId12" Type="http://schemas.openxmlformats.org/officeDocument/2006/relationships/tags" Target="../tags/tag604.xml"/><Relationship Id="rId11" Type="http://schemas.openxmlformats.org/officeDocument/2006/relationships/tags" Target="../tags/tag603.xml"/><Relationship Id="rId10" Type="http://schemas.openxmlformats.org/officeDocument/2006/relationships/image" Target="../media/image8.png"/><Relationship Id="rId1" Type="http://schemas.openxmlformats.org/officeDocument/2006/relationships/image" Target="../media/image14.png"/></Relationships>
</file>

<file path=ppt/slides/_rels/slide25.xml.rels><?xml version="1.0" encoding="UTF-8" standalone="yes"?>
<Relationships xmlns="http://schemas.openxmlformats.org/package/2006/relationships"><Relationship Id="rId9" Type="http://schemas.openxmlformats.org/officeDocument/2006/relationships/image" Target="../media/image12.png"/><Relationship Id="rId8" Type="http://schemas.openxmlformats.org/officeDocument/2006/relationships/image" Target="../media/image6.png"/><Relationship Id="rId7" Type="http://schemas.openxmlformats.org/officeDocument/2006/relationships/image" Target="../media/image5.png"/><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tags" Target="../tags/tag642.xml"/><Relationship Id="rId3" Type="http://schemas.openxmlformats.org/officeDocument/2006/relationships/image" Target="../media/image4.png"/><Relationship Id="rId2" Type="http://schemas.openxmlformats.org/officeDocument/2006/relationships/tags" Target="../tags/tag641.xml"/><Relationship Id="rId13" Type="http://schemas.openxmlformats.org/officeDocument/2006/relationships/notesSlide" Target="../notesSlides/notesSlide5.xml"/><Relationship Id="rId12" Type="http://schemas.openxmlformats.org/officeDocument/2006/relationships/slideLayout" Target="../slideLayouts/slideLayout2.xml"/><Relationship Id="rId11" Type="http://schemas.openxmlformats.org/officeDocument/2006/relationships/tags" Target="../tags/tag643.xml"/><Relationship Id="rId10" Type="http://schemas.microsoft.com/office/2007/relationships/hdphoto" Target="../media/image13.wdp"/><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8"/>
          <p:cNvPicPr>
            <a:picLocks noChangeAspect="1"/>
          </p:cNvPicPr>
          <p:nvPr/>
        </p:nvPicPr>
        <p:blipFill>
          <a:blip r:embed="rId1"/>
          <a:stretch>
            <a:fillRect/>
          </a:stretch>
        </p:blipFill>
        <p:spPr>
          <a:xfrm flipH="1">
            <a:off x="-19532" y="0"/>
            <a:ext cx="6139097" cy="6906484"/>
          </a:xfrm>
          <a:prstGeom prst="rect">
            <a:avLst/>
          </a:prstGeom>
        </p:spPr>
      </p:pic>
      <p:pic>
        <p:nvPicPr>
          <p:cNvPr id="22" name="Picture 8"/>
          <p:cNvPicPr>
            <a:picLocks noChangeAspect="1"/>
          </p:cNvPicPr>
          <p:nvPr/>
        </p:nvPicPr>
        <p:blipFill>
          <a:blip r:embed="rId1"/>
          <a:stretch>
            <a:fillRect/>
          </a:stretch>
        </p:blipFill>
        <p:spPr>
          <a:xfrm>
            <a:off x="6085245" y="0"/>
            <a:ext cx="6139097" cy="6906484"/>
          </a:xfrm>
          <a:prstGeom prst="rect">
            <a:avLst/>
          </a:prstGeom>
        </p:spPr>
      </p:pic>
      <p:pic>
        <p:nvPicPr>
          <p:cNvPr id="142" name="PA-图片 13"/>
          <p:cNvPicPr>
            <a:picLocks noChangeAspect="1" noChangeArrowheads="1"/>
          </p:cNvPicPr>
          <p:nvPr>
            <p:custDataLst>
              <p:tags r:id="rId2"/>
            </p:custDataLst>
          </p:nvPr>
        </p:nvPicPr>
        <p:blipFill>
          <a:blip r:embed="rId3">
            <a:duotone>
              <a:schemeClr val="accent3">
                <a:shade val="45000"/>
                <a:satMod val="135000"/>
              </a:schemeClr>
              <a:prstClr val="white"/>
            </a:duotone>
            <a:extLst>
              <a:ext uri="{28A0092B-C50C-407E-A947-70E740481C1C}">
                <a14:useLocalDpi xmlns:a14="http://schemas.microsoft.com/office/drawing/2010/main" val="0"/>
              </a:ext>
            </a:extLst>
          </a:blip>
          <a:srcRect l="2201" t="8724" r="9739" b="11882"/>
          <a:stretch>
            <a:fillRect/>
          </a:stretch>
        </p:blipFill>
        <p:spPr bwMode="auto">
          <a:xfrm flipH="1">
            <a:off x="-19532" y="-21740"/>
            <a:ext cx="12192000" cy="6725558"/>
          </a:xfrm>
          <a:custGeom>
            <a:avLst/>
            <a:gdLst>
              <a:gd name="connsiteX0" fmla="*/ 12192000 w 12192000"/>
              <a:gd name="connsiteY0" fmla="*/ 0 h 6725558"/>
              <a:gd name="connsiteX1" fmla="*/ 0 w 12192000"/>
              <a:gd name="connsiteY1" fmla="*/ 0 h 6725558"/>
              <a:gd name="connsiteX2" fmla="*/ 0 w 12192000"/>
              <a:gd name="connsiteY2" fmla="*/ 6725558 h 6725558"/>
              <a:gd name="connsiteX3" fmla="*/ 12192000 w 12192000"/>
              <a:gd name="connsiteY3" fmla="*/ 6725558 h 6725558"/>
            </a:gdLst>
            <a:ahLst/>
            <a:cxnLst>
              <a:cxn ang="0">
                <a:pos x="connsiteX0" y="connsiteY0"/>
              </a:cxn>
              <a:cxn ang="0">
                <a:pos x="connsiteX1" y="connsiteY1"/>
              </a:cxn>
              <a:cxn ang="0">
                <a:pos x="connsiteX2" y="connsiteY2"/>
              </a:cxn>
              <a:cxn ang="0">
                <a:pos x="connsiteX3" y="connsiteY3"/>
              </a:cxn>
            </a:cxnLst>
            <a:rect l="l" t="t" r="r" b="b"/>
            <a:pathLst>
              <a:path w="12192000" h="6725558">
                <a:moveTo>
                  <a:pt x="12192000" y="0"/>
                </a:moveTo>
                <a:lnTo>
                  <a:pt x="0" y="0"/>
                </a:lnTo>
                <a:lnTo>
                  <a:pt x="0" y="6725558"/>
                </a:lnTo>
                <a:lnTo>
                  <a:pt x="12192000" y="6725558"/>
                </a:lnTo>
                <a:close/>
              </a:path>
            </a:pathLst>
          </a:custGeom>
          <a:noFill/>
          <a:extLst>
            <a:ext uri="{909E8E84-426E-40DD-AFC4-6F175D3DCCD1}">
              <a14:hiddenFill xmlns:a14="http://schemas.microsoft.com/office/drawing/2010/main">
                <a:solidFill>
                  <a:srgbClr val="FFFFFF"/>
                </a:solidFill>
              </a14:hiddenFill>
            </a:ext>
          </a:extLst>
        </p:spPr>
      </p:pic>
      <p:pic>
        <p:nvPicPr>
          <p:cNvPr id="143" name="PA-图片 13"/>
          <p:cNvPicPr>
            <a:picLocks noChangeAspect="1" noChangeArrowheads="1"/>
          </p:cNvPicPr>
          <p:nvPr>
            <p:custDataLst>
              <p:tags r:id="rId4"/>
            </p:custDataLst>
          </p:nvPr>
        </p:nvPicPr>
        <p:blipFill>
          <a:blip r:embed="rId3">
            <a:duotone>
              <a:schemeClr val="accent3">
                <a:shade val="45000"/>
                <a:satMod val="135000"/>
              </a:schemeClr>
              <a:prstClr val="white"/>
            </a:duotone>
            <a:extLst>
              <a:ext uri="{28A0092B-C50C-407E-A947-70E740481C1C}">
                <a14:useLocalDpi xmlns:a14="http://schemas.microsoft.com/office/drawing/2010/main" val="0"/>
              </a:ext>
            </a:extLst>
          </a:blip>
          <a:srcRect l="2201" t="8724" r="9739" b="11882"/>
          <a:stretch>
            <a:fillRect/>
          </a:stretch>
        </p:blipFill>
        <p:spPr bwMode="auto">
          <a:xfrm>
            <a:off x="40570" y="0"/>
            <a:ext cx="12192000" cy="6725558"/>
          </a:xfrm>
          <a:custGeom>
            <a:avLst/>
            <a:gdLst>
              <a:gd name="connsiteX0" fmla="*/ 12192000 w 12192000"/>
              <a:gd name="connsiteY0" fmla="*/ 0 h 6725558"/>
              <a:gd name="connsiteX1" fmla="*/ 0 w 12192000"/>
              <a:gd name="connsiteY1" fmla="*/ 0 h 6725558"/>
              <a:gd name="connsiteX2" fmla="*/ 0 w 12192000"/>
              <a:gd name="connsiteY2" fmla="*/ 6725558 h 6725558"/>
              <a:gd name="connsiteX3" fmla="*/ 12192000 w 12192000"/>
              <a:gd name="connsiteY3" fmla="*/ 6725558 h 6725558"/>
            </a:gdLst>
            <a:ahLst/>
            <a:cxnLst>
              <a:cxn ang="0">
                <a:pos x="connsiteX0" y="connsiteY0"/>
              </a:cxn>
              <a:cxn ang="0">
                <a:pos x="connsiteX1" y="connsiteY1"/>
              </a:cxn>
              <a:cxn ang="0">
                <a:pos x="connsiteX2" y="connsiteY2"/>
              </a:cxn>
              <a:cxn ang="0">
                <a:pos x="connsiteX3" y="connsiteY3"/>
              </a:cxn>
            </a:cxnLst>
            <a:rect l="l" t="t" r="r" b="b"/>
            <a:pathLst>
              <a:path w="12192000" h="6725558">
                <a:moveTo>
                  <a:pt x="12192000" y="0"/>
                </a:moveTo>
                <a:lnTo>
                  <a:pt x="0" y="0"/>
                </a:lnTo>
                <a:lnTo>
                  <a:pt x="0" y="6725558"/>
                </a:lnTo>
                <a:lnTo>
                  <a:pt x="12192000" y="6725558"/>
                </a:lnTo>
                <a:close/>
              </a:path>
            </a:pathLst>
          </a:custGeom>
          <a:noFill/>
          <a:extLst>
            <a:ext uri="{909E8E84-426E-40DD-AFC4-6F175D3DCCD1}">
              <a14:hiddenFill xmlns:a14="http://schemas.microsoft.com/office/drawing/2010/main">
                <a:solidFill>
                  <a:srgbClr val="FFFFFF"/>
                </a:solidFill>
              </a14:hiddenFill>
            </a:ext>
          </a:extLst>
        </p:spPr>
      </p:pic>
      <p:pic>
        <p:nvPicPr>
          <p:cNvPr id="6" name="图片 5"/>
          <p:cNvPicPr/>
          <p:nvPr/>
        </p:nvPicPr>
        <p:blipFill>
          <a:blip r:embed="rId5">
            <a:extLst>
              <a:ext uri="{28A0092B-C50C-407E-A947-70E740481C1C}">
                <a14:useLocalDpi xmlns:a14="http://schemas.microsoft.com/office/drawing/2010/main" val="0"/>
              </a:ext>
            </a:extLst>
          </a:blip>
          <a:stretch>
            <a:fillRect/>
          </a:stretch>
        </p:blipFill>
        <p:spPr>
          <a:xfrm rot="1124933" flipH="1" flipV="1">
            <a:off x="-2533934" y="598960"/>
            <a:ext cx="6606451" cy="1811074"/>
          </a:xfrm>
          <a:prstGeom prst="rect">
            <a:avLst/>
          </a:prstGeom>
        </p:spPr>
      </p:pic>
      <p:pic>
        <p:nvPicPr>
          <p:cNvPr id="9" name="图片 8"/>
          <p:cNvPicPr/>
          <p:nvPr/>
        </p:nvPicPr>
        <p:blipFill>
          <a:blip r:embed="rId5">
            <a:extLst>
              <a:ext uri="{28A0092B-C50C-407E-A947-70E740481C1C}">
                <a14:useLocalDpi xmlns:a14="http://schemas.microsoft.com/office/drawing/2010/main" val="0"/>
              </a:ext>
            </a:extLst>
          </a:blip>
          <a:stretch>
            <a:fillRect/>
          </a:stretch>
        </p:blipFill>
        <p:spPr>
          <a:xfrm rot="20475067" flipV="1">
            <a:off x="8893147" y="517062"/>
            <a:ext cx="6606451" cy="1811074"/>
          </a:xfrm>
          <a:prstGeom prst="rect">
            <a:avLst/>
          </a:prstGeom>
        </p:spPr>
      </p:pic>
      <p:pic>
        <p:nvPicPr>
          <p:cNvPr id="2" name="Picture 4"/>
          <p:cNvPicPr>
            <a:picLocks noChangeAspect="1"/>
          </p:cNvPicPr>
          <p:nvPr/>
        </p:nvPicPr>
        <p:blipFill>
          <a:blip r:embed="rId6"/>
          <a:stretch>
            <a:fillRect/>
          </a:stretch>
        </p:blipFill>
        <p:spPr>
          <a:xfrm>
            <a:off x="250004" y="38979"/>
            <a:ext cx="9870443" cy="2442935"/>
          </a:xfrm>
          <a:prstGeom prst="rect">
            <a:avLst/>
          </a:prstGeom>
        </p:spPr>
      </p:pic>
      <p:pic>
        <p:nvPicPr>
          <p:cNvPr id="44" name="Picture 4"/>
          <p:cNvPicPr>
            <a:picLocks noChangeAspect="1"/>
          </p:cNvPicPr>
          <p:nvPr/>
        </p:nvPicPr>
        <p:blipFill>
          <a:blip r:embed="rId6"/>
          <a:stretch>
            <a:fillRect/>
          </a:stretch>
        </p:blipFill>
        <p:spPr>
          <a:xfrm>
            <a:off x="285670" y="8586"/>
            <a:ext cx="9870443" cy="2442935"/>
          </a:xfrm>
          <a:prstGeom prst="rect">
            <a:avLst/>
          </a:prstGeom>
        </p:spPr>
      </p:pic>
      <p:sp>
        <p:nvSpPr>
          <p:cNvPr id="105" name="椭圆 104"/>
          <p:cNvSpPr/>
          <p:nvPr/>
        </p:nvSpPr>
        <p:spPr>
          <a:xfrm>
            <a:off x="-5611907" y="-2798374"/>
            <a:ext cx="23376750" cy="10973626"/>
          </a:xfrm>
          <a:prstGeom prst="ellipse">
            <a:avLst/>
          </a:prstGeom>
          <a:gradFill flip="none" rotWithShape="1">
            <a:gsLst>
              <a:gs pos="7000">
                <a:schemeClr val="accent2">
                  <a:lumMod val="50000"/>
                </a:schemeClr>
              </a:gs>
              <a:gs pos="52000">
                <a:schemeClr val="accent2">
                  <a:lumMod val="50000"/>
                  <a:alpha val="0"/>
                </a:schemeClr>
              </a:gs>
            </a:gsLst>
            <a:path path="shape">
              <a:fillToRect l="50000" t="50000" r="50000" b="50000"/>
            </a:path>
            <a:tileRect/>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演示新手书" panose="00000500000000000000" pitchFamily="2" charset="-122"/>
              <a:ea typeface="演示新手书" panose="00000500000000000000" pitchFamily="2" charset="-122"/>
              <a:cs typeface="+mn-cs"/>
            </a:endParaRPr>
          </a:p>
        </p:txBody>
      </p:sp>
      <p:pic>
        <p:nvPicPr>
          <p:cNvPr id="106" name="图片 105"/>
          <p:cNvPicPr>
            <a:picLocks noChangeAspect="1"/>
          </p:cNvPicPr>
          <p:nvPr/>
        </p:nvPicPr>
        <p:blipFill>
          <a:blip r:embed="rId7"/>
          <a:srcRect b="14109"/>
          <a:stretch>
            <a:fillRect/>
          </a:stretch>
        </p:blipFill>
        <p:spPr>
          <a:xfrm>
            <a:off x="1361869" y="1582133"/>
            <a:ext cx="9400723" cy="5374945"/>
          </a:xfrm>
          <a:custGeom>
            <a:avLst/>
            <a:gdLst>
              <a:gd name="connsiteX0" fmla="*/ 0 w 9400723"/>
              <a:gd name="connsiteY0" fmla="*/ 0 h 5374945"/>
              <a:gd name="connsiteX1" fmla="*/ 9400723 w 9400723"/>
              <a:gd name="connsiteY1" fmla="*/ 0 h 5374945"/>
              <a:gd name="connsiteX2" fmla="*/ 9400723 w 9400723"/>
              <a:gd name="connsiteY2" fmla="*/ 5374945 h 5374945"/>
              <a:gd name="connsiteX3" fmla="*/ 0 w 9400723"/>
              <a:gd name="connsiteY3" fmla="*/ 5374945 h 5374945"/>
            </a:gdLst>
            <a:ahLst/>
            <a:cxnLst>
              <a:cxn ang="0">
                <a:pos x="connsiteX0" y="connsiteY0"/>
              </a:cxn>
              <a:cxn ang="0">
                <a:pos x="connsiteX1" y="connsiteY1"/>
              </a:cxn>
              <a:cxn ang="0">
                <a:pos x="connsiteX2" y="connsiteY2"/>
              </a:cxn>
              <a:cxn ang="0">
                <a:pos x="connsiteX3" y="connsiteY3"/>
              </a:cxn>
            </a:cxnLst>
            <a:rect l="l" t="t" r="r" b="b"/>
            <a:pathLst>
              <a:path w="9400723" h="5374945">
                <a:moveTo>
                  <a:pt x="0" y="0"/>
                </a:moveTo>
                <a:lnTo>
                  <a:pt x="9400723" y="0"/>
                </a:lnTo>
                <a:lnTo>
                  <a:pt x="9400723" y="5374945"/>
                </a:lnTo>
                <a:lnTo>
                  <a:pt x="0" y="5374945"/>
                </a:lnTo>
                <a:close/>
              </a:path>
            </a:pathLst>
          </a:custGeom>
        </p:spPr>
      </p:pic>
      <p:grpSp>
        <p:nvGrpSpPr>
          <p:cNvPr id="3" name="组合 2"/>
          <p:cNvGrpSpPr/>
          <p:nvPr/>
        </p:nvGrpSpPr>
        <p:grpSpPr>
          <a:xfrm>
            <a:off x="851548" y="279489"/>
            <a:ext cx="11320145" cy="3153410"/>
            <a:chOff x="1110728" y="278081"/>
            <a:chExt cx="10110907" cy="3153410"/>
          </a:xfrm>
        </p:grpSpPr>
        <p:sp>
          <p:nvSpPr>
            <p:cNvPr id="4" name="文本框 3"/>
            <p:cNvSpPr txBox="1"/>
            <p:nvPr/>
          </p:nvSpPr>
          <p:spPr>
            <a:xfrm>
              <a:off x="1879808" y="278081"/>
              <a:ext cx="276778" cy="31534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900" b="0" i="0" u="none" strike="noStrike" kern="0" cap="none" spc="0" normalizeH="0" baseline="0" noProof="0" dirty="0">
                <a:ln w="41275">
                  <a:noFill/>
                </a:ln>
                <a:gradFill>
                  <a:gsLst>
                    <a:gs pos="88000">
                      <a:srgbClr val="44C1A3">
                        <a:lumMod val="60000"/>
                        <a:lumOff val="40000"/>
                      </a:srgbClr>
                    </a:gs>
                    <a:gs pos="23000">
                      <a:prstClr val="white"/>
                    </a:gs>
                  </a:gsLst>
                  <a:lin ang="5400000" scaled="1"/>
                </a:gradFill>
                <a:effectLst/>
                <a:uLnTx/>
                <a:uFillTx/>
                <a:latin typeface="演示新手书" panose="00000500000000000000" pitchFamily="2" charset="-122"/>
                <a:ea typeface="演示新手书" panose="00000500000000000000" pitchFamily="2" charset="-122"/>
                <a:cs typeface="+mn-cs"/>
              </a:endParaRPr>
            </a:p>
          </p:txBody>
        </p:sp>
        <p:sp>
          <p:nvSpPr>
            <p:cNvPr id="5" name="文本框 4"/>
            <p:cNvSpPr txBox="1"/>
            <p:nvPr/>
          </p:nvSpPr>
          <p:spPr>
            <a:xfrm>
              <a:off x="1110728" y="819736"/>
              <a:ext cx="10110907" cy="144526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800" b="0" i="0" u="none" strike="noStrike" kern="0" cap="none" spc="0" normalizeH="0" baseline="0" noProof="0" dirty="0">
                  <a:ln w="41275">
                    <a:noFill/>
                  </a:ln>
                  <a:gradFill>
                    <a:gsLst>
                      <a:gs pos="88000">
                        <a:srgbClr val="44C1A3">
                          <a:lumMod val="60000"/>
                          <a:lumOff val="40000"/>
                        </a:srgbClr>
                      </a:gs>
                      <a:gs pos="23000">
                        <a:prstClr val="white"/>
                      </a:gs>
                    </a:gsLst>
                    <a:lin ang="5400000" scaled="1"/>
                  </a:gradFill>
                  <a:effectLst/>
                  <a:uLnTx/>
                  <a:uFillTx/>
                  <a:latin typeface="微软雅黑" panose="020B0503020204020204" charset="-122"/>
                  <a:ea typeface="微软雅黑" panose="020B0503020204020204" charset="-122"/>
                </a:rPr>
                <a:t>军社商三位一体</a:t>
              </a:r>
              <a:endParaRPr kumimoji="0" lang="zh-CN" altLang="en-US" sz="8800" b="0" i="0" u="none" strike="noStrike" kern="0" cap="none" spc="0" normalizeH="0" baseline="0" noProof="0" dirty="0">
                <a:ln w="41275">
                  <a:noFill/>
                </a:ln>
                <a:gradFill>
                  <a:gsLst>
                    <a:gs pos="88000">
                      <a:srgbClr val="44C1A3">
                        <a:lumMod val="60000"/>
                        <a:lumOff val="40000"/>
                      </a:srgbClr>
                    </a:gs>
                    <a:gs pos="23000">
                      <a:prstClr val="white"/>
                    </a:gs>
                  </a:gsLst>
                  <a:lin ang="5400000" scaled="1"/>
                </a:gradFill>
                <a:effectLst/>
                <a:uLnTx/>
                <a:uFillTx/>
                <a:latin typeface="微软雅黑" panose="020B0503020204020204" charset="-122"/>
                <a:ea typeface="微软雅黑" panose="020B0503020204020204" charset="-122"/>
              </a:endParaRPr>
            </a:p>
          </p:txBody>
        </p:sp>
      </p:grpSp>
      <p:pic>
        <p:nvPicPr>
          <p:cNvPr id="85" name="Picture 153"/>
          <p:cNvPicPr>
            <a:picLocks noChangeAspect="1"/>
          </p:cNvPicPr>
          <p:nvPr/>
        </p:nvPicPr>
        <p:blipFill>
          <a:blip r:embed="rId8"/>
          <a:stretch>
            <a:fillRect/>
          </a:stretch>
        </p:blipFill>
        <p:spPr>
          <a:xfrm>
            <a:off x="2283975" y="3563079"/>
            <a:ext cx="9936302" cy="3323692"/>
          </a:xfrm>
          <a:prstGeom prst="rect">
            <a:avLst/>
          </a:prstGeom>
        </p:spPr>
      </p:pic>
      <p:pic>
        <p:nvPicPr>
          <p:cNvPr id="86" name="Picture 153"/>
          <p:cNvPicPr>
            <a:picLocks noChangeAspect="1"/>
          </p:cNvPicPr>
          <p:nvPr/>
        </p:nvPicPr>
        <p:blipFill>
          <a:blip r:embed="rId8"/>
          <a:stretch>
            <a:fillRect/>
          </a:stretch>
        </p:blipFill>
        <p:spPr>
          <a:xfrm flipH="1">
            <a:off x="-67414" y="3578681"/>
            <a:ext cx="9936302" cy="3323692"/>
          </a:xfrm>
          <a:prstGeom prst="rect">
            <a:avLst/>
          </a:prstGeom>
        </p:spPr>
      </p:pic>
      <p:sp>
        <p:nvSpPr>
          <p:cNvPr id="23" name="矩形 22"/>
          <p:cNvSpPr/>
          <p:nvPr/>
        </p:nvSpPr>
        <p:spPr>
          <a:xfrm>
            <a:off x="2416882" y="2944955"/>
            <a:ext cx="7377518" cy="665748"/>
          </a:xfrm>
          <a:prstGeom prst="rect">
            <a:avLst/>
          </a:prstGeom>
          <a:gradFill flip="none" rotWithShape="1">
            <a:gsLst>
              <a:gs pos="86782">
                <a:schemeClr val="accent5">
                  <a:lumMod val="40000"/>
                  <a:lumOff val="60000"/>
                  <a:alpha val="0"/>
                </a:schemeClr>
              </a:gs>
              <a:gs pos="0">
                <a:schemeClr val="accent5">
                  <a:lumMod val="40000"/>
                  <a:lumOff val="60000"/>
                  <a:alpha val="0"/>
                </a:schemeClr>
              </a:gs>
              <a:gs pos="51000">
                <a:schemeClr val="accent1">
                  <a:lumMod val="75000"/>
                  <a:alpha val="42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6" name="文本框 25"/>
          <p:cNvSpPr txBox="1"/>
          <p:nvPr>
            <p:custDataLst>
              <p:tags r:id="rId9"/>
            </p:custDataLst>
          </p:nvPr>
        </p:nvSpPr>
        <p:spPr>
          <a:xfrm>
            <a:off x="3362325" y="2990215"/>
            <a:ext cx="5570220" cy="532130"/>
          </a:xfrm>
          <a:prstGeom prst="rect">
            <a:avLst/>
          </a:prstGeom>
          <a:noFill/>
          <a:ln>
            <a:noFill/>
          </a:ln>
          <a:effectLst/>
        </p:spPr>
        <p:txBody>
          <a:bodyPr wrap="square" lIns="102445" tIns="51223" rIns="102445" bIns="51223" rtlCol="0">
            <a:spAutoFit/>
            <a:scene3d>
              <a:camera prst="orthographicFront"/>
              <a:lightRig rig="threePt" dir="t"/>
            </a:scene3d>
            <a:sp3d>
              <a:bevelT w="0" h="0"/>
              <a:bevelB w="0" h="0"/>
            </a:sp3d>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a:noFill/>
                </a:ln>
                <a:gradFill>
                  <a:gsLst>
                    <a:gs pos="33000">
                      <a:prstClr val="white"/>
                    </a:gs>
                    <a:gs pos="87000">
                      <a:srgbClr val="99CB38">
                        <a:lumMod val="20000"/>
                        <a:lumOff val="80000"/>
                      </a:srgbClr>
                    </a:gs>
                  </a:gsLst>
                  <a:lin ang="5400000" scaled="0"/>
                </a:gradFill>
                <a:effectLst>
                  <a:outerShdw blurRad="213128" sx="102000" sy="102000" algn="ctr" rotWithShape="0">
                    <a:prstClr val="black">
                      <a:alpha val="40000"/>
                    </a:prstClr>
                  </a:outerShdw>
                </a:effectLst>
                <a:uLnTx/>
                <a:uFillTx/>
                <a:latin typeface="微软雅黑" panose="020B0503020204020204" charset="-122"/>
                <a:ea typeface="微软雅黑" panose="020B0503020204020204" charset="-122"/>
                <a:sym typeface="阿里妈妈数黑体" pitchFamily="2" charset="-122"/>
              </a:rPr>
              <a:t>退役军人医疗保障协同创新研究</a:t>
            </a:r>
            <a:endParaRPr kumimoji="0" lang="zh-CN" altLang="en-US" sz="2800" b="1" i="0" u="none" strike="noStrike" kern="0" cap="none" spc="0" normalizeH="0" baseline="0" noProof="0" dirty="0">
              <a:ln>
                <a:noFill/>
              </a:ln>
              <a:gradFill>
                <a:gsLst>
                  <a:gs pos="33000">
                    <a:prstClr val="white"/>
                  </a:gs>
                  <a:gs pos="87000">
                    <a:srgbClr val="99CB38">
                      <a:lumMod val="20000"/>
                      <a:lumOff val="80000"/>
                    </a:srgbClr>
                  </a:gs>
                </a:gsLst>
                <a:lin ang="5400000" scaled="0"/>
              </a:gradFill>
              <a:effectLst>
                <a:outerShdw blurRad="213128" sx="102000" sy="102000" algn="ctr" rotWithShape="0">
                  <a:prstClr val="black">
                    <a:alpha val="40000"/>
                  </a:prstClr>
                </a:outerShdw>
              </a:effectLst>
              <a:uLnTx/>
              <a:uFillTx/>
              <a:latin typeface="微软雅黑" panose="020B0503020204020204" charset="-122"/>
              <a:ea typeface="微软雅黑" panose="020B0503020204020204" charset="-122"/>
              <a:sym typeface="阿里妈妈数黑体" pitchFamily="2" charset="-122"/>
            </a:endParaRPr>
          </a:p>
        </p:txBody>
      </p:sp>
      <p:cxnSp>
        <p:nvCxnSpPr>
          <p:cNvPr id="27" name="直接连接符 26"/>
          <p:cNvCxnSpPr/>
          <p:nvPr/>
        </p:nvCxnSpPr>
        <p:spPr>
          <a:xfrm>
            <a:off x="1812167" y="2964627"/>
            <a:ext cx="9195217" cy="0"/>
          </a:xfrm>
          <a:prstGeom prst="line">
            <a:avLst/>
          </a:prstGeom>
          <a:ln w="22225">
            <a:gradFill flip="none" rotWithShape="1">
              <a:gsLst>
                <a:gs pos="0">
                  <a:schemeClr val="accent1">
                    <a:lumMod val="5000"/>
                    <a:lumOff val="95000"/>
                    <a:alpha val="0"/>
                  </a:schemeClr>
                </a:gs>
                <a:gs pos="47000">
                  <a:schemeClr val="accent1">
                    <a:lumMod val="45000"/>
                    <a:lumOff val="55000"/>
                  </a:schemeClr>
                </a:gs>
                <a:gs pos="100000">
                  <a:schemeClr val="bg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1812167" y="3610703"/>
            <a:ext cx="9195217" cy="0"/>
          </a:xfrm>
          <a:prstGeom prst="line">
            <a:avLst/>
          </a:prstGeom>
          <a:ln w="25400">
            <a:gradFill flip="none" rotWithShape="1">
              <a:gsLst>
                <a:gs pos="0">
                  <a:schemeClr val="accent1">
                    <a:lumMod val="5000"/>
                    <a:lumOff val="95000"/>
                    <a:alpha val="0"/>
                  </a:schemeClr>
                </a:gs>
                <a:gs pos="47000">
                  <a:schemeClr val="accent1">
                    <a:lumMod val="45000"/>
                    <a:lumOff val="55000"/>
                  </a:schemeClr>
                </a:gs>
                <a:gs pos="100000">
                  <a:schemeClr val="bg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29" name="组合 28"/>
          <p:cNvGrpSpPr/>
          <p:nvPr/>
        </p:nvGrpSpPr>
        <p:grpSpPr>
          <a:xfrm rot="16200000">
            <a:off x="3225962" y="3085582"/>
            <a:ext cx="450349" cy="333930"/>
            <a:chOff x="2492304" y="2822879"/>
            <a:chExt cx="649193" cy="301383"/>
          </a:xfrm>
        </p:grpSpPr>
        <p:sp>
          <p:nvSpPr>
            <p:cNvPr id="30" name="任意形状 268"/>
            <p:cNvSpPr/>
            <p:nvPr/>
          </p:nvSpPr>
          <p:spPr>
            <a:xfrm rot="10800000" flipH="1">
              <a:off x="2492304" y="2822879"/>
              <a:ext cx="649193" cy="237017"/>
            </a:xfrm>
            <a:custGeom>
              <a:avLst/>
              <a:gdLst>
                <a:gd name="connsiteX0" fmla="*/ 732665 w 1457604"/>
                <a:gd name="connsiteY0" fmla="*/ 0 h 715059"/>
                <a:gd name="connsiteX1" fmla="*/ 728802 w 1457604"/>
                <a:gd name="connsiteY1" fmla="*/ 3771 h 715059"/>
                <a:gd name="connsiteX2" fmla="*/ 724939 w 1457604"/>
                <a:gd name="connsiteY2" fmla="*/ 0 h 715059"/>
                <a:gd name="connsiteX3" fmla="*/ 724921 w 1457604"/>
                <a:gd name="connsiteY3" fmla="*/ 7558 h 715059"/>
                <a:gd name="connsiteX4" fmla="*/ 0 w 1457604"/>
                <a:gd name="connsiteY4" fmla="*/ 715059 h 715059"/>
                <a:gd name="connsiteX5" fmla="*/ 728802 w 1457604"/>
                <a:gd name="connsiteY5" fmla="*/ 483764 h 715059"/>
                <a:gd name="connsiteX6" fmla="*/ 1457604 w 1457604"/>
                <a:gd name="connsiteY6" fmla="*/ 715059 h 715059"/>
                <a:gd name="connsiteX7" fmla="*/ 732683 w 1457604"/>
                <a:gd name="connsiteY7" fmla="*/ 7558 h 715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57604" h="715059">
                  <a:moveTo>
                    <a:pt x="732665" y="0"/>
                  </a:moveTo>
                  <a:lnTo>
                    <a:pt x="728802" y="3771"/>
                  </a:lnTo>
                  <a:lnTo>
                    <a:pt x="724939" y="0"/>
                  </a:lnTo>
                  <a:lnTo>
                    <a:pt x="724921" y="7558"/>
                  </a:lnTo>
                  <a:lnTo>
                    <a:pt x="0" y="715059"/>
                  </a:lnTo>
                  <a:lnTo>
                    <a:pt x="728802" y="483764"/>
                  </a:lnTo>
                  <a:lnTo>
                    <a:pt x="1457604" y="715059"/>
                  </a:lnTo>
                  <a:lnTo>
                    <a:pt x="732683" y="7558"/>
                  </a:lnTo>
                  <a:close/>
                </a:path>
              </a:pathLst>
            </a:custGeom>
            <a:gradFill flip="none" rotWithShape="1">
              <a:gsLst>
                <a:gs pos="89000">
                  <a:schemeClr val="accent4">
                    <a:lumMod val="60000"/>
                    <a:lumOff val="40000"/>
                  </a:schemeClr>
                </a:gs>
                <a:gs pos="0">
                  <a:schemeClr val="accent4">
                    <a:lumMod val="20000"/>
                    <a:lumOff val="80000"/>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1" name="任意形状 291"/>
            <p:cNvSpPr/>
            <p:nvPr/>
          </p:nvSpPr>
          <p:spPr>
            <a:xfrm rot="10800000" flipH="1">
              <a:off x="2631185" y="2988654"/>
              <a:ext cx="371432" cy="135608"/>
            </a:xfrm>
            <a:custGeom>
              <a:avLst/>
              <a:gdLst>
                <a:gd name="connsiteX0" fmla="*/ 732665 w 1457604"/>
                <a:gd name="connsiteY0" fmla="*/ 0 h 715059"/>
                <a:gd name="connsiteX1" fmla="*/ 728802 w 1457604"/>
                <a:gd name="connsiteY1" fmla="*/ 3771 h 715059"/>
                <a:gd name="connsiteX2" fmla="*/ 724939 w 1457604"/>
                <a:gd name="connsiteY2" fmla="*/ 0 h 715059"/>
                <a:gd name="connsiteX3" fmla="*/ 724921 w 1457604"/>
                <a:gd name="connsiteY3" fmla="*/ 7558 h 715059"/>
                <a:gd name="connsiteX4" fmla="*/ 0 w 1457604"/>
                <a:gd name="connsiteY4" fmla="*/ 715059 h 715059"/>
                <a:gd name="connsiteX5" fmla="*/ 728802 w 1457604"/>
                <a:gd name="connsiteY5" fmla="*/ 483764 h 715059"/>
                <a:gd name="connsiteX6" fmla="*/ 1457604 w 1457604"/>
                <a:gd name="connsiteY6" fmla="*/ 715059 h 715059"/>
                <a:gd name="connsiteX7" fmla="*/ 732683 w 1457604"/>
                <a:gd name="connsiteY7" fmla="*/ 7558 h 715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57604" h="715059">
                  <a:moveTo>
                    <a:pt x="732665" y="0"/>
                  </a:moveTo>
                  <a:lnTo>
                    <a:pt x="728802" y="3771"/>
                  </a:lnTo>
                  <a:lnTo>
                    <a:pt x="724939" y="0"/>
                  </a:lnTo>
                  <a:lnTo>
                    <a:pt x="724921" y="7558"/>
                  </a:lnTo>
                  <a:lnTo>
                    <a:pt x="0" y="715059"/>
                  </a:lnTo>
                  <a:lnTo>
                    <a:pt x="728802" y="483764"/>
                  </a:lnTo>
                  <a:lnTo>
                    <a:pt x="1457604" y="715059"/>
                  </a:lnTo>
                  <a:lnTo>
                    <a:pt x="732683" y="7558"/>
                  </a:lnTo>
                  <a:close/>
                </a:path>
              </a:pathLst>
            </a:custGeom>
            <a:gradFill flip="none" rotWithShape="1">
              <a:gsLst>
                <a:gs pos="89000">
                  <a:schemeClr val="accent4">
                    <a:lumMod val="60000"/>
                    <a:lumOff val="40000"/>
                  </a:schemeClr>
                </a:gs>
                <a:gs pos="0">
                  <a:schemeClr val="accent4">
                    <a:lumMod val="20000"/>
                    <a:lumOff val="80000"/>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20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grpSp>
        <p:nvGrpSpPr>
          <p:cNvPr id="33" name="组合 32"/>
          <p:cNvGrpSpPr/>
          <p:nvPr/>
        </p:nvGrpSpPr>
        <p:grpSpPr>
          <a:xfrm rot="5400000" flipH="1">
            <a:off x="8796347" y="3078598"/>
            <a:ext cx="450349" cy="333930"/>
            <a:chOff x="2492304" y="2822879"/>
            <a:chExt cx="649193" cy="301383"/>
          </a:xfrm>
        </p:grpSpPr>
        <p:sp>
          <p:nvSpPr>
            <p:cNvPr id="37" name="任意形状 268"/>
            <p:cNvSpPr/>
            <p:nvPr/>
          </p:nvSpPr>
          <p:spPr>
            <a:xfrm rot="10800000" flipH="1">
              <a:off x="2492304" y="2822879"/>
              <a:ext cx="649193" cy="237017"/>
            </a:xfrm>
            <a:custGeom>
              <a:avLst/>
              <a:gdLst>
                <a:gd name="connsiteX0" fmla="*/ 732665 w 1457604"/>
                <a:gd name="connsiteY0" fmla="*/ 0 h 715059"/>
                <a:gd name="connsiteX1" fmla="*/ 728802 w 1457604"/>
                <a:gd name="connsiteY1" fmla="*/ 3771 h 715059"/>
                <a:gd name="connsiteX2" fmla="*/ 724939 w 1457604"/>
                <a:gd name="connsiteY2" fmla="*/ 0 h 715059"/>
                <a:gd name="connsiteX3" fmla="*/ 724921 w 1457604"/>
                <a:gd name="connsiteY3" fmla="*/ 7558 h 715059"/>
                <a:gd name="connsiteX4" fmla="*/ 0 w 1457604"/>
                <a:gd name="connsiteY4" fmla="*/ 715059 h 715059"/>
                <a:gd name="connsiteX5" fmla="*/ 728802 w 1457604"/>
                <a:gd name="connsiteY5" fmla="*/ 483764 h 715059"/>
                <a:gd name="connsiteX6" fmla="*/ 1457604 w 1457604"/>
                <a:gd name="connsiteY6" fmla="*/ 715059 h 715059"/>
                <a:gd name="connsiteX7" fmla="*/ 732683 w 1457604"/>
                <a:gd name="connsiteY7" fmla="*/ 7558 h 715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57604" h="715059">
                  <a:moveTo>
                    <a:pt x="732665" y="0"/>
                  </a:moveTo>
                  <a:lnTo>
                    <a:pt x="728802" y="3771"/>
                  </a:lnTo>
                  <a:lnTo>
                    <a:pt x="724939" y="0"/>
                  </a:lnTo>
                  <a:lnTo>
                    <a:pt x="724921" y="7558"/>
                  </a:lnTo>
                  <a:lnTo>
                    <a:pt x="0" y="715059"/>
                  </a:lnTo>
                  <a:lnTo>
                    <a:pt x="728802" y="483764"/>
                  </a:lnTo>
                  <a:lnTo>
                    <a:pt x="1457604" y="715059"/>
                  </a:lnTo>
                  <a:lnTo>
                    <a:pt x="732683" y="7558"/>
                  </a:lnTo>
                  <a:close/>
                </a:path>
              </a:pathLst>
            </a:custGeom>
            <a:gradFill flip="none" rotWithShape="1">
              <a:gsLst>
                <a:gs pos="89000">
                  <a:schemeClr val="accent4">
                    <a:lumMod val="60000"/>
                    <a:lumOff val="40000"/>
                  </a:schemeClr>
                </a:gs>
                <a:gs pos="0">
                  <a:schemeClr val="accent4">
                    <a:lumMod val="20000"/>
                    <a:lumOff val="80000"/>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9" name="任意形状 291"/>
            <p:cNvSpPr/>
            <p:nvPr/>
          </p:nvSpPr>
          <p:spPr>
            <a:xfrm rot="10800000" flipH="1">
              <a:off x="2631185" y="2988654"/>
              <a:ext cx="371432" cy="135608"/>
            </a:xfrm>
            <a:custGeom>
              <a:avLst/>
              <a:gdLst>
                <a:gd name="connsiteX0" fmla="*/ 732665 w 1457604"/>
                <a:gd name="connsiteY0" fmla="*/ 0 h 715059"/>
                <a:gd name="connsiteX1" fmla="*/ 728802 w 1457604"/>
                <a:gd name="connsiteY1" fmla="*/ 3771 h 715059"/>
                <a:gd name="connsiteX2" fmla="*/ 724939 w 1457604"/>
                <a:gd name="connsiteY2" fmla="*/ 0 h 715059"/>
                <a:gd name="connsiteX3" fmla="*/ 724921 w 1457604"/>
                <a:gd name="connsiteY3" fmla="*/ 7558 h 715059"/>
                <a:gd name="connsiteX4" fmla="*/ 0 w 1457604"/>
                <a:gd name="connsiteY4" fmla="*/ 715059 h 715059"/>
                <a:gd name="connsiteX5" fmla="*/ 728802 w 1457604"/>
                <a:gd name="connsiteY5" fmla="*/ 483764 h 715059"/>
                <a:gd name="connsiteX6" fmla="*/ 1457604 w 1457604"/>
                <a:gd name="connsiteY6" fmla="*/ 715059 h 715059"/>
                <a:gd name="connsiteX7" fmla="*/ 732683 w 1457604"/>
                <a:gd name="connsiteY7" fmla="*/ 7558 h 715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57604" h="715059">
                  <a:moveTo>
                    <a:pt x="732665" y="0"/>
                  </a:moveTo>
                  <a:lnTo>
                    <a:pt x="728802" y="3771"/>
                  </a:lnTo>
                  <a:lnTo>
                    <a:pt x="724939" y="0"/>
                  </a:lnTo>
                  <a:lnTo>
                    <a:pt x="724921" y="7558"/>
                  </a:lnTo>
                  <a:lnTo>
                    <a:pt x="0" y="715059"/>
                  </a:lnTo>
                  <a:lnTo>
                    <a:pt x="728802" y="483764"/>
                  </a:lnTo>
                  <a:lnTo>
                    <a:pt x="1457604" y="715059"/>
                  </a:lnTo>
                  <a:lnTo>
                    <a:pt x="732683" y="7558"/>
                  </a:lnTo>
                  <a:close/>
                </a:path>
              </a:pathLst>
            </a:custGeom>
            <a:gradFill flip="none" rotWithShape="1">
              <a:gsLst>
                <a:gs pos="89000">
                  <a:schemeClr val="accent4">
                    <a:lumMod val="60000"/>
                    <a:lumOff val="40000"/>
                  </a:schemeClr>
                </a:gs>
                <a:gs pos="0">
                  <a:schemeClr val="accent4">
                    <a:lumMod val="20000"/>
                    <a:lumOff val="80000"/>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20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grpSp>
        <p:nvGrpSpPr>
          <p:cNvPr id="46" name="组合 45"/>
          <p:cNvGrpSpPr/>
          <p:nvPr/>
        </p:nvGrpSpPr>
        <p:grpSpPr>
          <a:xfrm>
            <a:off x="4002910" y="5262445"/>
            <a:ext cx="5001702" cy="369824"/>
            <a:chOff x="2321457" y="5026856"/>
            <a:chExt cx="5001702" cy="369824"/>
          </a:xfrm>
        </p:grpSpPr>
        <p:grpSp>
          <p:nvGrpSpPr>
            <p:cNvPr id="88" name="组合 87"/>
            <p:cNvGrpSpPr/>
            <p:nvPr/>
          </p:nvGrpSpPr>
          <p:grpSpPr>
            <a:xfrm>
              <a:off x="2321457" y="5026856"/>
              <a:ext cx="1932861" cy="369824"/>
              <a:chOff x="581001" y="2791943"/>
              <a:chExt cx="1932861" cy="369824"/>
            </a:xfrm>
          </p:grpSpPr>
          <p:sp>
            <p:nvSpPr>
              <p:cNvPr id="101" name="八边形 100"/>
              <p:cNvSpPr/>
              <p:nvPr/>
            </p:nvSpPr>
            <p:spPr>
              <a:xfrm>
                <a:off x="581001" y="2791943"/>
                <a:ext cx="1932861" cy="354312"/>
              </a:xfrm>
              <a:prstGeom prst="octagon">
                <a:avLst>
                  <a:gd name="adj" fmla="val 12131"/>
                </a:avLst>
              </a:prstGeom>
              <a:gradFill flip="none" rotWithShape="1">
                <a:gsLst>
                  <a:gs pos="8000">
                    <a:schemeClr val="bg1"/>
                  </a:gs>
                  <a:gs pos="95000">
                    <a:schemeClr val="accent5">
                      <a:lumMod val="20000"/>
                      <a:lumOff val="80000"/>
                    </a:schemeClr>
                  </a:gs>
                </a:gsLst>
                <a:lin ang="5400000" scaled="1"/>
                <a:tileRect/>
              </a:gradFill>
              <a:ln w="3493">
                <a:gradFill>
                  <a:gsLst>
                    <a:gs pos="8000">
                      <a:srgbClr val="48E9FF">
                        <a:alpha val="0"/>
                      </a:srgbClr>
                    </a:gs>
                    <a:gs pos="51000">
                      <a:srgbClr val="02BBFF"/>
                    </a:gs>
                    <a:gs pos="95000">
                      <a:srgbClr val="48E9FF">
                        <a:alpha val="0"/>
                      </a:srgbClr>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2" name="八边形 101"/>
              <p:cNvSpPr/>
              <p:nvPr/>
            </p:nvSpPr>
            <p:spPr>
              <a:xfrm>
                <a:off x="582806" y="2808755"/>
                <a:ext cx="924019" cy="320687"/>
              </a:xfrm>
              <a:prstGeom prst="octagon">
                <a:avLst>
                  <a:gd name="adj" fmla="val 12131"/>
                </a:avLst>
              </a:prstGeom>
              <a:gradFill flip="none" rotWithShape="1">
                <a:gsLst>
                  <a:gs pos="99000">
                    <a:schemeClr val="accent4"/>
                  </a:gs>
                  <a:gs pos="2000">
                    <a:schemeClr val="accent2"/>
                  </a:gs>
                </a:gsLst>
                <a:lin ang="5400000" scaled="1"/>
                <a:tileRect/>
              </a:gradFill>
              <a:ln w="0">
                <a:noFill/>
              </a:ln>
              <a:effectLst/>
            </p:spPr>
            <p:txBody>
              <a:bodyPr rot="0" spcFirstLastPara="0" vertOverflow="overflow" horzOverflow="overflow" vert="horz" wrap="square" lIns="100584" tIns="50292" rIns="100584" bIns="50292" numCol="1" spcCol="0" rtlCol="0" fromWordArt="0" anchor="t" anchorCtr="0" forceAA="0" compatLnSpc="1">
                <a:noAutofit/>
              </a:bodyPr>
              <a:lstStyle/>
              <a:p>
                <a:pPr algn="ctr"/>
                <a:endParaRPr lang="zh-CN" altLang="en-US" sz="14500" spc="-300" dirty="0">
                  <a:ln w="0">
                    <a:noFill/>
                  </a:ln>
                  <a:gradFill flip="none" rotWithShape="1">
                    <a:gsLst>
                      <a:gs pos="62000">
                        <a:srgbClr val="02BBFF"/>
                      </a:gs>
                      <a:gs pos="12000">
                        <a:srgbClr val="48E9FF">
                          <a:lumMod val="98000"/>
                        </a:srgbClr>
                      </a:gs>
                    </a:gsLst>
                    <a:lin ang="5400000" scaled="1"/>
                    <a:tileRect/>
                  </a:gradFill>
                  <a:latin typeface="字魂95号-手刻宋" panose="00000500000000000000" pitchFamily="2" charset="-122"/>
                  <a:ea typeface="字魂95号-手刻宋" panose="00000500000000000000" pitchFamily="2" charset="-122"/>
                  <a:cs typeface="OPPOSans B" panose="00020600040101010101" pitchFamily="18" charset="-122"/>
                </a:endParaRPr>
              </a:p>
            </p:txBody>
          </p:sp>
          <p:sp>
            <p:nvSpPr>
              <p:cNvPr id="103" name="文本框 102"/>
              <p:cNvSpPr txBox="1"/>
              <p:nvPr/>
            </p:nvSpPr>
            <p:spPr>
              <a:xfrm>
                <a:off x="1558336" y="2815692"/>
                <a:ext cx="924560" cy="346075"/>
              </a:xfrm>
              <a:prstGeom prst="rect">
                <a:avLst/>
              </a:prstGeom>
              <a:noFill/>
              <a:effectLst/>
            </p:spPr>
            <p:txBody>
              <a:bodyPr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300" normalizeH="0" baseline="0" noProof="0" dirty="0">
                    <a:ln>
                      <a:noFill/>
                    </a:ln>
                    <a:solidFill>
                      <a:prstClr val="black"/>
                    </a:solidFill>
                    <a:effectLst/>
                    <a:uLnTx/>
                    <a:uFillTx/>
                    <a:latin typeface="OPPOSans M" panose="00020600040101010101" pitchFamily="18" charset="-122"/>
                    <a:ea typeface="OPPOSans M" panose="00020600040101010101" pitchFamily="18" charset="-122"/>
                    <a:cs typeface="+mn-cs"/>
                    <a:sym typeface="OPPOSans M" panose="00020600040101010101" pitchFamily="18" charset="-122"/>
                  </a:rPr>
                  <a:t>郑逸琳</a:t>
                </a:r>
                <a:endParaRPr kumimoji="0" lang="zh-CN" altLang="en-US" sz="1600" b="0" i="0" u="none" strike="noStrike" kern="1200" cap="none" spc="300" normalizeH="0" baseline="0" noProof="0" dirty="0">
                  <a:ln>
                    <a:noFill/>
                  </a:ln>
                  <a:solidFill>
                    <a:prstClr val="black"/>
                  </a:solidFill>
                  <a:effectLst/>
                  <a:uLnTx/>
                  <a:uFillTx/>
                  <a:latin typeface="OPPOSans M" panose="00020600040101010101" pitchFamily="18" charset="-122"/>
                  <a:ea typeface="OPPOSans M" panose="00020600040101010101" pitchFamily="18" charset="-122"/>
                  <a:cs typeface="+mn-cs"/>
                  <a:sym typeface="OPPOSans M" panose="00020600040101010101" pitchFamily="18" charset="-122"/>
                </a:endParaRPr>
              </a:p>
            </p:txBody>
          </p:sp>
          <p:sp>
            <p:nvSpPr>
              <p:cNvPr id="104" name="文本框 103"/>
              <p:cNvSpPr txBox="1"/>
              <p:nvPr/>
            </p:nvSpPr>
            <p:spPr>
              <a:xfrm>
                <a:off x="642861" y="2799822"/>
                <a:ext cx="830437" cy="347788"/>
              </a:xfrm>
              <a:prstGeom prst="rect">
                <a:avLst/>
              </a:prstGeom>
              <a:noFill/>
              <a:effectLst/>
            </p:spPr>
            <p:txBody>
              <a:bodyPr wrap="square" lIns="100584" tIns="50292" rIns="100584" bIns="50292"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OPPOSans M" panose="00020600040101010101" pitchFamily="18" charset="-122"/>
                    <a:ea typeface="OPPOSans M" panose="00020600040101010101" pitchFamily="18" charset="-122"/>
                    <a:cs typeface="OPPOSans B" panose="00020600040101010101" pitchFamily="18" charset="-122"/>
                    <a:sym typeface="OPPOSans M" panose="00020600040101010101" pitchFamily="18" charset="-122"/>
                  </a:rPr>
                  <a:t>汇报人</a:t>
                </a:r>
                <a:endParaRPr kumimoji="0" lang="en-US" altLang="zh-CN" sz="1600" b="0" i="0" u="none" strike="noStrike" kern="1200" cap="none" spc="0" normalizeH="0" baseline="0" noProof="0" dirty="0">
                  <a:ln>
                    <a:noFill/>
                  </a:ln>
                  <a:solidFill>
                    <a:prstClr val="white"/>
                  </a:solidFill>
                  <a:effectLst/>
                  <a:uLnTx/>
                  <a:uFillTx/>
                  <a:latin typeface="OPPOSans M" panose="00020600040101010101" pitchFamily="18" charset="-122"/>
                  <a:ea typeface="OPPOSans M" panose="00020600040101010101" pitchFamily="18" charset="-122"/>
                  <a:cs typeface="OPPOSans B" panose="00020600040101010101" pitchFamily="18" charset="-122"/>
                  <a:sym typeface="OPPOSans M" panose="00020600040101010101" pitchFamily="18" charset="-122"/>
                </a:endParaRPr>
              </a:p>
            </p:txBody>
          </p:sp>
        </p:grpSp>
        <p:grpSp>
          <p:nvGrpSpPr>
            <p:cNvPr id="89" name="Group 16+"/>
            <p:cNvGrpSpPr/>
            <p:nvPr/>
          </p:nvGrpSpPr>
          <p:grpSpPr>
            <a:xfrm>
              <a:off x="4446609" y="5026856"/>
              <a:ext cx="2876550" cy="359657"/>
              <a:chOff x="783601" y="2791943"/>
              <a:chExt cx="2280441" cy="359657"/>
            </a:xfrm>
          </p:grpSpPr>
          <p:sp>
            <p:nvSpPr>
              <p:cNvPr id="97" name="八边形 96"/>
              <p:cNvSpPr/>
              <p:nvPr/>
            </p:nvSpPr>
            <p:spPr>
              <a:xfrm>
                <a:off x="783601" y="2791943"/>
                <a:ext cx="2261311" cy="337185"/>
              </a:xfrm>
              <a:prstGeom prst="octagon">
                <a:avLst>
                  <a:gd name="adj" fmla="val 12131"/>
                </a:avLst>
              </a:prstGeom>
              <a:gradFill flip="none" rotWithShape="1">
                <a:gsLst>
                  <a:gs pos="8000">
                    <a:schemeClr val="bg1"/>
                  </a:gs>
                  <a:gs pos="95000">
                    <a:schemeClr val="accent5">
                      <a:lumMod val="20000"/>
                      <a:lumOff val="80000"/>
                    </a:schemeClr>
                  </a:gs>
                </a:gsLst>
                <a:lin ang="5400000" scaled="1"/>
                <a:tileRect/>
              </a:gradFill>
              <a:ln w="3493">
                <a:gradFill>
                  <a:gsLst>
                    <a:gs pos="8000">
                      <a:srgbClr val="48E9FF">
                        <a:alpha val="0"/>
                      </a:srgbClr>
                    </a:gs>
                    <a:gs pos="51000">
                      <a:srgbClr val="02BBFF"/>
                    </a:gs>
                    <a:gs pos="95000">
                      <a:srgbClr val="48E9FF">
                        <a:alpha val="0"/>
                      </a:srgbClr>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8" name="八边形 97"/>
              <p:cNvSpPr/>
              <p:nvPr/>
            </p:nvSpPr>
            <p:spPr>
              <a:xfrm>
                <a:off x="820130" y="2808755"/>
                <a:ext cx="924019" cy="320687"/>
              </a:xfrm>
              <a:prstGeom prst="octagon">
                <a:avLst>
                  <a:gd name="adj" fmla="val 12131"/>
                </a:avLst>
              </a:prstGeom>
              <a:gradFill flip="none" rotWithShape="1">
                <a:gsLst>
                  <a:gs pos="99000">
                    <a:schemeClr val="accent4"/>
                  </a:gs>
                  <a:gs pos="2000">
                    <a:schemeClr val="accent2"/>
                  </a:gs>
                </a:gsLst>
                <a:lin ang="5400000" scaled="1"/>
                <a:tileRect/>
              </a:gradFill>
              <a:ln w="0">
                <a:noFill/>
              </a:ln>
              <a:effectLst/>
            </p:spPr>
            <p:txBody>
              <a:bodyPr rot="0" spcFirstLastPara="0" vertOverflow="overflow" horzOverflow="overflow" vert="horz" wrap="square" lIns="100584" tIns="50292" rIns="100584" bIns="50292" numCol="1" spcCol="0" rtlCol="0" fromWordArt="0" anchor="t" anchorCtr="0" forceAA="0" compatLnSpc="1">
                <a:noAutofit/>
              </a:bodyPr>
              <a:lstStyle/>
              <a:p>
                <a:pPr algn="ctr"/>
                <a:endParaRPr lang="zh-CN" altLang="en-US" sz="14500" spc="-300">
                  <a:ln w="0">
                    <a:noFill/>
                  </a:ln>
                  <a:gradFill flip="none" rotWithShape="1">
                    <a:gsLst>
                      <a:gs pos="62000">
                        <a:srgbClr val="02BBFF"/>
                      </a:gs>
                      <a:gs pos="12000">
                        <a:srgbClr val="48E9FF">
                          <a:lumMod val="98000"/>
                        </a:srgbClr>
                      </a:gs>
                    </a:gsLst>
                    <a:lin ang="5400000" scaled="1"/>
                    <a:tileRect/>
                  </a:gradFill>
                  <a:latin typeface="字魂95号-手刻宋" panose="00000500000000000000" pitchFamily="2" charset="-122"/>
                  <a:ea typeface="字魂95号-手刻宋" panose="00000500000000000000" pitchFamily="2" charset="-122"/>
                  <a:cs typeface="OPPOSans B" panose="00020600040101010101" pitchFamily="18" charset="-122"/>
                </a:endParaRPr>
              </a:p>
            </p:txBody>
          </p:sp>
          <p:sp>
            <p:nvSpPr>
              <p:cNvPr id="99" name="文本框 98"/>
              <p:cNvSpPr txBox="1"/>
              <p:nvPr/>
            </p:nvSpPr>
            <p:spPr>
              <a:xfrm>
                <a:off x="1687220" y="2791943"/>
                <a:ext cx="1376822" cy="346075"/>
              </a:xfrm>
              <a:prstGeom prst="rect">
                <a:avLst/>
              </a:prstGeom>
              <a:noFill/>
              <a:effectLst/>
            </p:spPr>
            <p:txBody>
              <a:bodyPr wrap="squar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300" normalizeH="0" baseline="0" noProof="0" dirty="0">
                    <a:ln>
                      <a:noFill/>
                    </a:ln>
                    <a:solidFill>
                      <a:prstClr val="black"/>
                    </a:solidFill>
                    <a:effectLst/>
                    <a:uLnTx/>
                    <a:uFillTx/>
                    <a:latin typeface="OPPOSans M" panose="00020600040101010101" pitchFamily="18" charset="-122"/>
                    <a:ea typeface="OPPOSans M" panose="00020600040101010101" pitchFamily="18" charset="-122"/>
                    <a:cs typeface="+mn-cs"/>
                    <a:sym typeface="OPPOSans M" panose="00020600040101010101" pitchFamily="18" charset="-122"/>
                  </a:rPr>
                  <a:t>2026.5.13</a:t>
                </a:r>
                <a:endParaRPr kumimoji="0" lang="en-US" altLang="zh-CN" sz="1600" b="0" i="0" u="none" strike="noStrike" kern="1200" cap="none" spc="300" normalizeH="0" baseline="0" noProof="0" dirty="0">
                  <a:ln>
                    <a:noFill/>
                  </a:ln>
                  <a:solidFill>
                    <a:prstClr val="black"/>
                  </a:solidFill>
                  <a:effectLst/>
                  <a:uLnTx/>
                  <a:uFillTx/>
                  <a:latin typeface="OPPOSans M" panose="00020600040101010101" pitchFamily="18" charset="-122"/>
                  <a:ea typeface="OPPOSans M" panose="00020600040101010101" pitchFamily="18" charset="-122"/>
                  <a:cs typeface="+mn-cs"/>
                  <a:sym typeface="OPPOSans M" panose="00020600040101010101" pitchFamily="18" charset="-122"/>
                </a:endParaRPr>
              </a:p>
            </p:txBody>
          </p:sp>
          <p:sp>
            <p:nvSpPr>
              <p:cNvPr id="100" name="文本框 99"/>
              <p:cNvSpPr txBox="1"/>
              <p:nvPr/>
            </p:nvSpPr>
            <p:spPr>
              <a:xfrm>
                <a:off x="972809" y="2803812"/>
                <a:ext cx="533328" cy="347788"/>
              </a:xfrm>
              <a:prstGeom prst="rect">
                <a:avLst/>
              </a:prstGeom>
              <a:noFill/>
              <a:effectLst/>
            </p:spPr>
            <p:txBody>
              <a:bodyPr wrap="square" lIns="100584" tIns="50292" rIns="100584" bIns="50292"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OPPOSans M" panose="00020600040101010101" pitchFamily="18" charset="-122"/>
                    <a:ea typeface="OPPOSans M" panose="00020600040101010101" pitchFamily="18" charset="-122"/>
                    <a:cs typeface="OPPOSans B" panose="00020600040101010101" pitchFamily="18" charset="-122"/>
                    <a:sym typeface="OPPOSans M" panose="00020600040101010101" pitchFamily="18" charset="-122"/>
                  </a:rPr>
                  <a:t>日期</a:t>
                </a:r>
                <a:endParaRPr kumimoji="0" lang="en-US" altLang="zh-CN" sz="1600" b="0" i="0" u="none" strike="noStrike" kern="1200" cap="none" spc="0" normalizeH="0" baseline="0" noProof="0" dirty="0">
                  <a:ln>
                    <a:noFill/>
                  </a:ln>
                  <a:solidFill>
                    <a:prstClr val="white"/>
                  </a:solidFill>
                  <a:effectLst/>
                  <a:uLnTx/>
                  <a:uFillTx/>
                  <a:latin typeface="OPPOSans M" panose="00020600040101010101" pitchFamily="18" charset="-122"/>
                  <a:ea typeface="OPPOSans M" panose="00020600040101010101" pitchFamily="18" charset="-122"/>
                  <a:cs typeface="OPPOSans B" panose="00020600040101010101" pitchFamily="18" charset="-122"/>
                  <a:sym typeface="OPPOSans M" panose="00020600040101010101" pitchFamily="18" charset="-122"/>
                </a:endParaRPr>
              </a:p>
            </p:txBody>
          </p:sp>
        </p:grpSp>
      </p:grpSp>
    </p:spTree>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任意多边形: 形状 126"/>
          <p:cNvSpPr/>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flip="none" rotWithShape="1">
            <a:gsLst>
              <a:gs pos="0">
                <a:srgbClr val="FAD77E">
                  <a:lumMod val="20000"/>
                  <a:lumOff val="80000"/>
                </a:srgbClr>
              </a:gs>
              <a:gs pos="54000">
                <a:schemeClr val="accent3">
                  <a:lumMod val="75000"/>
                </a:schemeClr>
              </a:gs>
              <a:gs pos="100000">
                <a:schemeClr val="accent2">
                  <a:lumMod val="50000"/>
                </a:schemeClr>
              </a:gs>
            </a:gsLst>
            <a:path path="circle">
              <a:fillToRect l="50000" t="130000" r="50000" b="-30000"/>
            </a:path>
            <a:tileRect/>
          </a:gra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Regular"/>
              <a:ea typeface="思源黑体 CN Regular"/>
              <a:cs typeface="+mn-cs"/>
            </a:endParaRPr>
          </a:p>
        </p:txBody>
      </p:sp>
      <p:pic>
        <p:nvPicPr>
          <p:cNvPr id="122" name="Picture 119"/>
          <p:cNvPicPr>
            <a:picLocks noChangeAspect="1"/>
          </p:cNvPicPr>
          <p:nvPr/>
        </p:nvPicPr>
        <p:blipFill>
          <a:blip r:embed="rId1"/>
          <a:stretch>
            <a:fillRect/>
          </a:stretch>
        </p:blipFill>
        <p:spPr>
          <a:xfrm>
            <a:off x="6579038" y="-423714"/>
            <a:ext cx="5608320" cy="6858000"/>
          </a:xfrm>
          <a:prstGeom prst="rect">
            <a:avLst/>
          </a:prstGeom>
        </p:spPr>
      </p:pic>
      <p:pic>
        <p:nvPicPr>
          <p:cNvPr id="135" name="Picture 132"/>
          <p:cNvPicPr>
            <a:picLocks noChangeAspect="1"/>
          </p:cNvPicPr>
          <p:nvPr/>
        </p:nvPicPr>
        <p:blipFill>
          <a:blip r:embed="rId2"/>
          <a:stretch>
            <a:fillRect/>
          </a:stretch>
        </p:blipFill>
        <p:spPr>
          <a:xfrm>
            <a:off x="4312607" y="0"/>
            <a:ext cx="7782155" cy="6235700"/>
          </a:xfrm>
          <a:prstGeom prst="rect">
            <a:avLst/>
          </a:prstGeom>
        </p:spPr>
      </p:pic>
      <p:pic>
        <p:nvPicPr>
          <p:cNvPr id="5" name="Picture 1046"/>
          <p:cNvPicPr>
            <a:picLocks noChangeAspect="1"/>
          </p:cNvPicPr>
          <p:nvPr/>
        </p:nvPicPr>
        <p:blipFill>
          <a:blip r:embed="rId3"/>
          <a:stretch>
            <a:fillRect/>
          </a:stretch>
        </p:blipFill>
        <p:spPr>
          <a:xfrm>
            <a:off x="10243" y="4021183"/>
            <a:ext cx="12185106" cy="2869592"/>
          </a:xfrm>
          <a:prstGeom prst="rect">
            <a:avLst/>
          </a:prstGeom>
        </p:spPr>
      </p:pic>
      <p:grpSp>
        <p:nvGrpSpPr>
          <p:cNvPr id="141" name="组合 140"/>
          <p:cNvGrpSpPr/>
          <p:nvPr/>
        </p:nvGrpSpPr>
        <p:grpSpPr>
          <a:xfrm>
            <a:off x="-1111817" y="1605742"/>
            <a:ext cx="8802672" cy="3152834"/>
            <a:chOff x="-1198766" y="1399948"/>
            <a:chExt cx="8802672" cy="3152834"/>
          </a:xfrm>
        </p:grpSpPr>
        <p:pic>
          <p:nvPicPr>
            <p:cNvPr id="111" name="图片 110"/>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Lst>
            </a:blip>
            <a:srcRect t="24405" b="17763"/>
            <a:stretch>
              <a:fillRect/>
            </a:stretch>
          </p:blipFill>
          <p:spPr>
            <a:xfrm rot="3691259">
              <a:off x="396584" y="3635238"/>
              <a:ext cx="1007909" cy="827179"/>
            </a:xfrm>
            <a:custGeom>
              <a:avLst/>
              <a:gdLst>
                <a:gd name="connsiteX0" fmla="*/ 0 w 5444200"/>
                <a:gd name="connsiteY0" fmla="*/ 0 h 3152023"/>
                <a:gd name="connsiteX1" fmla="*/ 5444200 w 5444200"/>
                <a:gd name="connsiteY1" fmla="*/ 0 h 3152023"/>
                <a:gd name="connsiteX2" fmla="*/ 5444200 w 5444200"/>
                <a:gd name="connsiteY2" fmla="*/ 3152023 h 3152023"/>
                <a:gd name="connsiteX3" fmla="*/ 0 w 5444200"/>
                <a:gd name="connsiteY3" fmla="*/ 3152023 h 3152023"/>
              </a:gdLst>
              <a:ahLst/>
              <a:cxnLst>
                <a:cxn ang="0">
                  <a:pos x="connsiteX0" y="connsiteY0"/>
                </a:cxn>
                <a:cxn ang="0">
                  <a:pos x="connsiteX1" y="connsiteY1"/>
                </a:cxn>
                <a:cxn ang="0">
                  <a:pos x="connsiteX2" y="connsiteY2"/>
                </a:cxn>
                <a:cxn ang="0">
                  <a:pos x="connsiteX3" y="connsiteY3"/>
                </a:cxn>
              </a:cxnLst>
              <a:rect l="l" t="t" r="r" b="b"/>
              <a:pathLst>
                <a:path w="5444200" h="3152023">
                  <a:moveTo>
                    <a:pt x="0" y="0"/>
                  </a:moveTo>
                  <a:lnTo>
                    <a:pt x="5444200" y="0"/>
                  </a:lnTo>
                  <a:lnTo>
                    <a:pt x="5444200" y="3152023"/>
                  </a:lnTo>
                  <a:lnTo>
                    <a:pt x="0" y="3152023"/>
                  </a:lnTo>
                  <a:close/>
                </a:path>
              </a:pathLst>
            </a:custGeom>
            <a:effectLst/>
          </p:spPr>
        </p:pic>
        <p:sp>
          <p:nvSpPr>
            <p:cNvPr id="116" name="文本框 115"/>
            <p:cNvSpPr txBox="1"/>
            <p:nvPr/>
          </p:nvSpPr>
          <p:spPr>
            <a:xfrm>
              <a:off x="418191" y="2688929"/>
              <a:ext cx="5109091" cy="1569660"/>
            </a:xfrm>
            <a:prstGeom prst="rect">
              <a:avLst/>
            </a:prstGeom>
            <a:noFill/>
          </p:spPr>
          <p:txBody>
            <a:bodyPr wrap="none" rtlCol="0">
              <a:spAutoFit/>
            </a:bodyPr>
            <a:lstStyle>
              <a:defPPr>
                <a:defRPr lang="zh-CN"/>
              </a:defPPr>
              <a:lvl1pPr algn="ctr">
                <a:defRPr sz="8000">
                  <a:gradFill flip="none" rotWithShape="1">
                    <a:gsLst>
                      <a:gs pos="97279">
                        <a:schemeClr val="accent2">
                          <a:lumMod val="20000"/>
                          <a:lumOff val="80000"/>
                        </a:schemeClr>
                      </a:gs>
                      <a:gs pos="57000">
                        <a:schemeClr val="accent2">
                          <a:lumMod val="20000"/>
                          <a:lumOff val="80000"/>
                        </a:schemeClr>
                      </a:gs>
                      <a:gs pos="7000">
                        <a:schemeClr val="accent2">
                          <a:lumMod val="20000"/>
                          <a:lumOff val="80000"/>
                        </a:schemeClr>
                      </a:gs>
                      <a:gs pos="80000">
                        <a:schemeClr val="accent2"/>
                      </a:gs>
                      <a:gs pos="37000">
                        <a:schemeClr val="accent2"/>
                      </a:gs>
                    </a:gsLst>
                    <a:lin ang="0" scaled="1"/>
                    <a:tileRect/>
                  </a:gradFill>
                  <a:effectLst>
                    <a:outerShdw blurRad="50800" dist="38100" dir="5400000" algn="t" rotWithShape="0">
                      <a:schemeClr val="accent1">
                        <a:lumMod val="75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600" b="0" i="0" u="none" strike="noStrike" kern="0" cap="none" spc="0" normalizeH="0" baseline="0" noProof="0" dirty="0">
                  <a:ln>
                    <a:noFill/>
                  </a:ln>
                  <a:gradFill flip="none" rotWithShape="1">
                    <a:gsLst>
                      <a:gs pos="100000">
                        <a:prstClr val="white"/>
                      </a:gs>
                      <a:gs pos="7000">
                        <a:prstClr val="white"/>
                      </a:gs>
                      <a:gs pos="43000">
                        <a:srgbClr val="206252">
                          <a:lumMod val="20000"/>
                          <a:lumOff val="80000"/>
                        </a:srgbClr>
                      </a:gs>
                    </a:gsLst>
                    <a:lin ang="0" scaled="1"/>
                    <a:tileRect/>
                  </a:gradFill>
                  <a:effectLst>
                    <a:outerShdw blurRad="50800" dist="38100" dir="5400000" algn="t" rotWithShape="0">
                      <a:srgbClr val="206252">
                        <a:lumMod val="60000"/>
                        <a:lumOff val="40000"/>
                      </a:srgbClr>
                    </a:outerShdw>
                  </a:effectLst>
                  <a:uLnTx/>
                  <a:uFillTx/>
                  <a:latin typeface="微软雅黑" panose="020B0503020204020204" charset="-122"/>
                  <a:ea typeface="微软雅黑" panose="020B0503020204020204" charset="-122"/>
                  <a:sym typeface="阿里妈妈数黑体" pitchFamily="2" charset="-122"/>
                </a:rPr>
                <a:t>研究</a:t>
              </a:r>
              <a:r>
                <a:rPr lang="zh-CN" altLang="en-US" sz="9600" kern="0" dirty="0">
                  <a:gradFill flip="none" rotWithShape="1">
                    <a:gsLst>
                      <a:gs pos="100000">
                        <a:prstClr val="white"/>
                      </a:gs>
                      <a:gs pos="7000">
                        <a:prstClr val="white"/>
                      </a:gs>
                      <a:gs pos="43000">
                        <a:srgbClr val="206252">
                          <a:lumMod val="20000"/>
                          <a:lumOff val="80000"/>
                        </a:srgbClr>
                      </a:gs>
                    </a:gsLst>
                    <a:lin ang="0" scaled="1"/>
                    <a:tileRect/>
                  </a:gradFill>
                  <a:effectLst>
                    <a:outerShdw blurRad="50800" dist="38100" dir="5400000" algn="t" rotWithShape="0">
                      <a:srgbClr val="206252">
                        <a:lumMod val="60000"/>
                        <a:lumOff val="40000"/>
                      </a:srgbClr>
                    </a:outerShdw>
                  </a:effectLst>
                  <a:latin typeface="微软雅黑" panose="020B0503020204020204" charset="-122"/>
                  <a:ea typeface="微软雅黑" panose="020B0503020204020204" charset="-122"/>
                  <a:sym typeface="阿里妈妈数黑体" pitchFamily="2" charset="-122"/>
                </a:rPr>
                <a:t>背景</a:t>
              </a:r>
              <a:endParaRPr kumimoji="0" lang="zh-CN" altLang="en-US" sz="9600" b="0" i="0" u="none" strike="noStrike" kern="0" cap="none" spc="0" normalizeH="0" baseline="0" noProof="0" dirty="0">
                <a:ln>
                  <a:noFill/>
                </a:ln>
                <a:gradFill flip="none" rotWithShape="1">
                  <a:gsLst>
                    <a:gs pos="100000">
                      <a:prstClr val="white"/>
                    </a:gs>
                    <a:gs pos="7000">
                      <a:prstClr val="white"/>
                    </a:gs>
                    <a:gs pos="43000">
                      <a:srgbClr val="206252">
                        <a:lumMod val="20000"/>
                        <a:lumOff val="80000"/>
                      </a:srgbClr>
                    </a:gs>
                  </a:gsLst>
                  <a:lin ang="0" scaled="1"/>
                  <a:tileRect/>
                </a:gradFill>
                <a:effectLst>
                  <a:outerShdw blurRad="50800" dist="38100" dir="5400000" algn="t" rotWithShape="0">
                    <a:srgbClr val="206252">
                      <a:lumMod val="60000"/>
                      <a:lumOff val="40000"/>
                    </a:srgbClr>
                  </a:outerShdw>
                </a:effectLst>
                <a:uLnTx/>
                <a:uFillTx/>
                <a:latin typeface="微软雅黑" panose="020B0503020204020204" charset="-122"/>
                <a:ea typeface="微软雅黑" panose="020B0503020204020204" charset="-122"/>
                <a:sym typeface="阿里妈妈数黑体" pitchFamily="2" charset="-122"/>
              </a:endParaRPr>
            </a:p>
          </p:txBody>
        </p:sp>
        <p:sp>
          <p:nvSpPr>
            <p:cNvPr id="117" name="文本框 116"/>
            <p:cNvSpPr txBox="1"/>
            <p:nvPr/>
          </p:nvSpPr>
          <p:spPr>
            <a:xfrm>
              <a:off x="1348908" y="1399948"/>
              <a:ext cx="4564380" cy="1861185"/>
            </a:xfrm>
            <a:prstGeom prst="rect">
              <a:avLst/>
            </a:prstGeom>
            <a:noFill/>
          </p:spPr>
          <p:txBody>
            <a:bodyPr wrap="none" rtlCol="0">
              <a:spAutoFit/>
            </a:bodyPr>
            <a:lstStyle>
              <a:defPPr>
                <a:defRPr lang="zh-CN"/>
              </a:defPPr>
              <a:lvl1pPr algn="ctr">
                <a:defRPr sz="8000">
                  <a:gradFill flip="none" rotWithShape="1">
                    <a:gsLst>
                      <a:gs pos="97279">
                        <a:schemeClr val="accent2">
                          <a:lumMod val="20000"/>
                          <a:lumOff val="80000"/>
                        </a:schemeClr>
                      </a:gs>
                      <a:gs pos="57000">
                        <a:schemeClr val="accent2">
                          <a:lumMod val="20000"/>
                          <a:lumOff val="80000"/>
                        </a:schemeClr>
                      </a:gs>
                      <a:gs pos="7000">
                        <a:schemeClr val="accent2">
                          <a:lumMod val="20000"/>
                          <a:lumOff val="80000"/>
                        </a:schemeClr>
                      </a:gs>
                      <a:gs pos="80000">
                        <a:schemeClr val="accent2"/>
                      </a:gs>
                      <a:gs pos="37000">
                        <a:schemeClr val="accent2"/>
                      </a:gs>
                    </a:gsLst>
                    <a:lin ang="0" scaled="1"/>
                    <a:tileRect/>
                  </a:gradFill>
                  <a:effectLst>
                    <a:outerShdw blurRad="50800" dist="38100" dir="5400000" algn="t" rotWithShape="0">
                      <a:schemeClr val="accent1">
                        <a:lumMod val="75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500" b="0" i="1" u="none" strike="noStrike" kern="0" cap="none" spc="0" normalizeH="0" baseline="0" noProof="0" dirty="0">
                  <a:ln w="22225">
                    <a:gradFill flip="none" rotWithShape="1">
                      <a:gsLst>
                        <a:gs pos="24000">
                          <a:srgbClr val="FAD77E">
                            <a:lumMod val="20000"/>
                            <a:lumOff val="80000"/>
                          </a:srgbClr>
                        </a:gs>
                        <a:gs pos="76000">
                          <a:srgbClr val="FAD77E">
                            <a:lumMod val="20000"/>
                            <a:lumOff val="80000"/>
                            <a:alpha val="0"/>
                          </a:srgbClr>
                        </a:gs>
                      </a:gsLst>
                      <a:lin ang="5400000" scaled="1"/>
                      <a:tileRect/>
                    </a:gradFill>
                  </a:ln>
                  <a:gradFill flip="none" rotWithShape="1">
                    <a:gsLst>
                      <a:gs pos="15000">
                        <a:srgbClr val="FAD77E">
                          <a:lumMod val="20000"/>
                          <a:lumOff val="80000"/>
                          <a:alpha val="22000"/>
                        </a:srgbClr>
                      </a:gs>
                      <a:gs pos="68000">
                        <a:srgbClr val="FAD77E">
                          <a:lumMod val="20000"/>
                          <a:lumOff val="80000"/>
                          <a:alpha val="0"/>
                        </a:srgbClr>
                      </a:gs>
                    </a:gsLst>
                    <a:lin ang="5400000" scaled="1"/>
                    <a:tileRect/>
                  </a:gradFill>
                  <a:effectLst/>
                  <a:uLnTx/>
                  <a:uFillTx/>
                  <a:latin typeface="思源宋体 CN Heavy"/>
                  <a:ea typeface="思源宋体 CN Heavy"/>
                  <a:cs typeface="+mn-cs"/>
                </a:rPr>
                <a:t>PART 1</a:t>
              </a:r>
              <a:endParaRPr kumimoji="0" lang="zh-CN" altLang="en-US" sz="11500" b="0" i="1" u="none" strike="noStrike" kern="0" cap="none" spc="0" normalizeH="0" baseline="0" noProof="0" dirty="0">
                <a:ln w="22225">
                  <a:gradFill flip="none" rotWithShape="1">
                    <a:gsLst>
                      <a:gs pos="24000">
                        <a:srgbClr val="FAD77E">
                          <a:lumMod val="20000"/>
                          <a:lumOff val="80000"/>
                        </a:srgbClr>
                      </a:gs>
                      <a:gs pos="76000">
                        <a:srgbClr val="FAD77E">
                          <a:lumMod val="20000"/>
                          <a:lumOff val="80000"/>
                          <a:alpha val="0"/>
                        </a:srgbClr>
                      </a:gs>
                    </a:gsLst>
                    <a:lin ang="5400000" scaled="1"/>
                    <a:tileRect/>
                  </a:gradFill>
                </a:ln>
                <a:gradFill flip="none" rotWithShape="1">
                  <a:gsLst>
                    <a:gs pos="15000">
                      <a:srgbClr val="FAD77E">
                        <a:lumMod val="20000"/>
                        <a:lumOff val="80000"/>
                        <a:alpha val="22000"/>
                      </a:srgbClr>
                    </a:gs>
                    <a:gs pos="68000">
                      <a:srgbClr val="FAD77E">
                        <a:lumMod val="20000"/>
                        <a:lumOff val="80000"/>
                        <a:alpha val="0"/>
                      </a:srgbClr>
                    </a:gs>
                  </a:gsLst>
                  <a:lin ang="5400000" scaled="1"/>
                  <a:tileRect/>
                </a:gradFill>
                <a:effectLst/>
                <a:uLnTx/>
                <a:uFillTx/>
                <a:latin typeface="思源宋体 CN Heavy"/>
                <a:ea typeface="思源宋体 CN Heavy"/>
                <a:cs typeface="+mn-cs"/>
              </a:endParaRPr>
            </a:p>
          </p:txBody>
        </p:sp>
        <p:cxnSp>
          <p:nvCxnSpPr>
            <p:cNvPr id="136" name="直接连接符 135"/>
            <p:cNvCxnSpPr/>
            <p:nvPr/>
          </p:nvCxnSpPr>
          <p:spPr>
            <a:xfrm flipV="1">
              <a:off x="580355" y="1399948"/>
              <a:ext cx="7023551" cy="0"/>
            </a:xfrm>
            <a:prstGeom prst="line">
              <a:avLst/>
            </a:prstGeom>
            <a:noFill/>
            <a:ln w="9525" cap="flat" cmpd="sng" algn="ctr">
              <a:gradFill>
                <a:gsLst>
                  <a:gs pos="0">
                    <a:schemeClr val="bg1"/>
                  </a:gs>
                  <a:gs pos="82000">
                    <a:schemeClr val="bg1">
                      <a:alpha val="0"/>
                    </a:schemeClr>
                  </a:gs>
                </a:gsLst>
                <a:lin ang="0" scaled="0"/>
              </a:gradFill>
              <a:prstDash val="solid"/>
              <a:miter lim="800000"/>
            </a:ln>
            <a:effectLst/>
          </p:spPr>
        </p:cxnSp>
        <p:grpSp>
          <p:nvGrpSpPr>
            <p:cNvPr id="137" name="组合 136"/>
            <p:cNvGrpSpPr/>
            <p:nvPr/>
          </p:nvGrpSpPr>
          <p:grpSpPr>
            <a:xfrm>
              <a:off x="4092130" y="4111884"/>
              <a:ext cx="2501787" cy="228031"/>
              <a:chOff x="4178932" y="1978005"/>
              <a:chExt cx="616525" cy="142461"/>
            </a:xfrm>
          </p:grpSpPr>
          <p:sp>
            <p:nvSpPr>
              <p:cNvPr id="138" name="平行四边形 137"/>
              <p:cNvSpPr/>
              <p:nvPr/>
            </p:nvSpPr>
            <p:spPr>
              <a:xfrm flipH="1" flipV="1">
                <a:off x="4281389" y="1978005"/>
                <a:ext cx="514068" cy="111045"/>
              </a:xfrm>
              <a:prstGeom prst="parallelogram">
                <a:avLst/>
              </a:prstGeom>
              <a:gradFill>
                <a:gsLst>
                  <a:gs pos="0">
                    <a:schemeClr val="accent1">
                      <a:lumMod val="40000"/>
                      <a:lumOff val="60000"/>
                    </a:schemeClr>
                  </a:gs>
                  <a:gs pos="59000">
                    <a:schemeClr val="bg1">
                      <a:alpha val="0"/>
                    </a:schemeClr>
                  </a:gs>
                </a:gsLst>
                <a:lin ang="0" scaled="1"/>
              </a:gradFill>
              <a:ln w="12700" cap="flat" cmpd="sng" algn="ctr">
                <a:noFill/>
                <a:prstDash val="solid"/>
                <a:miter lim="800000"/>
              </a:ln>
              <a:effectLst/>
            </p:spPr>
            <p:txBody>
              <a:bodyPr lIns="80467" tIns="40234" rIns="80467" bIns="40234"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585"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9" name="平行四边形 138"/>
              <p:cNvSpPr/>
              <p:nvPr/>
            </p:nvSpPr>
            <p:spPr>
              <a:xfrm flipH="1" flipV="1">
                <a:off x="4178932" y="2048105"/>
                <a:ext cx="501708" cy="72361"/>
              </a:xfrm>
              <a:prstGeom prst="parallelogram">
                <a:avLst/>
              </a:prstGeom>
              <a:gradFill>
                <a:gsLst>
                  <a:gs pos="0">
                    <a:schemeClr val="accent1">
                      <a:lumMod val="40000"/>
                      <a:lumOff val="60000"/>
                    </a:schemeClr>
                  </a:gs>
                  <a:gs pos="59000">
                    <a:schemeClr val="bg1">
                      <a:alpha val="0"/>
                    </a:schemeClr>
                  </a:gs>
                </a:gsLst>
                <a:lin ang="0" scaled="1"/>
              </a:gradFill>
              <a:ln w="12700" cap="flat" cmpd="sng" algn="ctr">
                <a:noFill/>
                <a:prstDash val="solid"/>
                <a:miter lim="800000"/>
              </a:ln>
              <a:effectLst/>
            </p:spPr>
            <p:txBody>
              <a:bodyPr lIns="80467" tIns="40234" rIns="80467" bIns="40234"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585"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cxnSp>
          <p:nvCxnSpPr>
            <p:cNvPr id="140" name="直接连接符 139"/>
            <p:cNvCxnSpPr/>
            <p:nvPr/>
          </p:nvCxnSpPr>
          <p:spPr>
            <a:xfrm flipH="1" flipV="1">
              <a:off x="-1198766" y="4424486"/>
              <a:ext cx="7023551" cy="0"/>
            </a:xfrm>
            <a:prstGeom prst="line">
              <a:avLst/>
            </a:prstGeom>
            <a:noFill/>
            <a:ln w="9525" cap="flat" cmpd="sng" algn="ctr">
              <a:gradFill>
                <a:gsLst>
                  <a:gs pos="0">
                    <a:schemeClr val="accent1">
                      <a:lumMod val="20000"/>
                      <a:lumOff val="80000"/>
                    </a:schemeClr>
                  </a:gs>
                  <a:gs pos="82000">
                    <a:schemeClr val="accent1">
                      <a:lumMod val="20000"/>
                      <a:lumOff val="80000"/>
                      <a:alpha val="0"/>
                    </a:schemeClr>
                  </a:gs>
                </a:gsLst>
                <a:lin ang="0" scaled="0"/>
              </a:gradFill>
              <a:prstDash val="solid"/>
              <a:miter lim="800000"/>
            </a:ln>
            <a:effectLst/>
          </p:spPr>
        </p:cxnSp>
      </p:grpSp>
    </p:spTree>
    <p:custDataLst>
      <p:tags r:id="rId6"/>
    </p:custDataLst>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 name="图片 60"/>
          <p:cNvPicPr>
            <a:picLocks noChangeAspect="1"/>
          </p:cNvPicPr>
          <p:nvPr/>
        </p:nvPicPr>
        <p:blipFill>
          <a:blip r:embed="rId1"/>
          <a:srcRect l="1166" t="25263"/>
          <a:stretch>
            <a:fillRect/>
          </a:stretch>
        </p:blipFill>
        <p:spPr>
          <a:xfrm>
            <a:off x="210185" y="0"/>
            <a:ext cx="12174415" cy="5125479"/>
          </a:xfrm>
          <a:custGeom>
            <a:avLst/>
            <a:gdLst>
              <a:gd name="connsiteX0" fmla="*/ 0 w 12174415"/>
              <a:gd name="connsiteY0" fmla="*/ 0 h 5125479"/>
              <a:gd name="connsiteX1" fmla="*/ 12174415 w 12174415"/>
              <a:gd name="connsiteY1" fmla="*/ 0 h 5125479"/>
              <a:gd name="connsiteX2" fmla="*/ 12174415 w 12174415"/>
              <a:gd name="connsiteY2" fmla="*/ 5125479 h 5125479"/>
              <a:gd name="connsiteX3" fmla="*/ 0 w 12174415"/>
              <a:gd name="connsiteY3" fmla="*/ 5125479 h 5125479"/>
            </a:gdLst>
            <a:ahLst/>
            <a:cxnLst>
              <a:cxn ang="0">
                <a:pos x="connsiteX0" y="connsiteY0"/>
              </a:cxn>
              <a:cxn ang="0">
                <a:pos x="connsiteX1" y="connsiteY1"/>
              </a:cxn>
              <a:cxn ang="0">
                <a:pos x="connsiteX2" y="connsiteY2"/>
              </a:cxn>
              <a:cxn ang="0">
                <a:pos x="connsiteX3" y="connsiteY3"/>
              </a:cxn>
            </a:cxnLst>
            <a:rect l="l" t="t" r="r" b="b"/>
            <a:pathLst>
              <a:path w="12174415" h="5125479">
                <a:moveTo>
                  <a:pt x="0" y="0"/>
                </a:moveTo>
                <a:lnTo>
                  <a:pt x="12174415" y="0"/>
                </a:lnTo>
                <a:lnTo>
                  <a:pt x="12174415" y="5125479"/>
                </a:lnTo>
                <a:lnTo>
                  <a:pt x="0" y="5125479"/>
                </a:lnTo>
                <a:close/>
              </a:path>
            </a:pathLst>
          </a:custGeom>
        </p:spPr>
      </p:pic>
      <p:grpSp>
        <p:nvGrpSpPr>
          <p:cNvPr id="4" name="组合 3"/>
          <p:cNvGrpSpPr/>
          <p:nvPr/>
        </p:nvGrpSpPr>
        <p:grpSpPr>
          <a:xfrm>
            <a:off x="-801446" y="0"/>
            <a:ext cx="13073260" cy="902312"/>
            <a:chOff x="-801446" y="0"/>
            <a:chExt cx="13073260" cy="902312"/>
          </a:xfrm>
        </p:grpSpPr>
        <p:sp>
          <p:nvSpPr>
            <p:cNvPr id="13" name="PA-任意多边形 900"/>
            <p:cNvSpPr/>
            <p:nvPr>
              <p:custDataLst>
                <p:tags r:id="rId2"/>
              </p:custDataLst>
            </p:nvPr>
          </p:nvSpPr>
          <p:spPr>
            <a:xfrm flipV="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91000">
                  <a:schemeClr val="accent2">
                    <a:lumMod val="75000"/>
                  </a:schemeClr>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Montserrat"/>
                <a:ea typeface="微软雅黑" panose="020B0503020204020204" charset="-122"/>
                <a:cs typeface="+mn-cs"/>
              </a:endParaRPr>
            </a:p>
          </p:txBody>
        </p:sp>
        <p:sp>
          <p:nvSpPr>
            <p:cNvPr id="16" name="PA-任意多边形 46"/>
            <p:cNvSpPr/>
            <p:nvPr>
              <p:custDataLst>
                <p:tags r:id="rId3"/>
              </p:custDataLst>
            </p:nvPr>
          </p:nvSpPr>
          <p:spPr>
            <a:xfrm>
              <a:off x="17585" y="140988"/>
              <a:ext cx="10477775" cy="713837"/>
            </a:xfrm>
            <a:custGeom>
              <a:avLst/>
              <a:gdLst>
                <a:gd name="connsiteX0" fmla="*/ 0 w 10477775"/>
                <a:gd name="connsiteY0" fmla="*/ 0 h 713837"/>
                <a:gd name="connsiteX1" fmla="*/ 9872819 w 10477775"/>
                <a:gd name="connsiteY1" fmla="*/ 0 h 713837"/>
                <a:gd name="connsiteX2" fmla="*/ 10477775 w 10477775"/>
                <a:gd name="connsiteY2" fmla="*/ 713837 h 713837"/>
                <a:gd name="connsiteX3" fmla="*/ 0 w 10477775"/>
                <a:gd name="connsiteY3" fmla="*/ 713837 h 713837"/>
                <a:gd name="connsiteX4" fmla="*/ 0 w 10477775"/>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775" h="713837">
                  <a:moveTo>
                    <a:pt x="0" y="0"/>
                  </a:moveTo>
                  <a:lnTo>
                    <a:pt x="9872819" y="0"/>
                  </a:lnTo>
                  <a:lnTo>
                    <a:pt x="10477775" y="713837"/>
                  </a:lnTo>
                  <a:lnTo>
                    <a:pt x="0" y="713837"/>
                  </a:lnTo>
                  <a:lnTo>
                    <a:pt x="0" y="0"/>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Roboto"/>
                <a:ea typeface="微软雅黑" panose="020B0503020204020204" charset="-122"/>
                <a:cs typeface="+mn-cs"/>
              </a:endParaRPr>
            </a:p>
          </p:txBody>
        </p:sp>
        <p:sp>
          <p:nvSpPr>
            <p:cNvPr id="17" name="PA-任意多边形 50"/>
            <p:cNvSpPr/>
            <p:nvPr>
              <p:custDataLst>
                <p:tags r:id="rId4"/>
              </p:custDataLst>
            </p:nvPr>
          </p:nvSpPr>
          <p:spPr>
            <a:xfrm>
              <a:off x="79814" y="136543"/>
              <a:ext cx="12192000" cy="713837"/>
            </a:xfrm>
            <a:custGeom>
              <a:avLst/>
              <a:gdLst>
                <a:gd name="connsiteX0" fmla="*/ 0 w 12192000"/>
                <a:gd name="connsiteY0" fmla="*/ 0 h 713837"/>
                <a:gd name="connsiteX1" fmla="*/ 12192000 w 12192000"/>
                <a:gd name="connsiteY1" fmla="*/ 0 h 713837"/>
                <a:gd name="connsiteX2" fmla="*/ 12192000 w 12192000"/>
                <a:gd name="connsiteY2" fmla="*/ 713837 h 713837"/>
                <a:gd name="connsiteX3" fmla="*/ 0 w 12192000"/>
                <a:gd name="connsiteY3" fmla="*/ 713837 h 713837"/>
              </a:gdLst>
              <a:ahLst/>
              <a:cxnLst>
                <a:cxn ang="0">
                  <a:pos x="connsiteX0" y="connsiteY0"/>
                </a:cxn>
                <a:cxn ang="0">
                  <a:pos x="connsiteX1" y="connsiteY1"/>
                </a:cxn>
                <a:cxn ang="0">
                  <a:pos x="connsiteX2" y="connsiteY2"/>
                </a:cxn>
                <a:cxn ang="0">
                  <a:pos x="connsiteX3" y="connsiteY3"/>
                </a:cxn>
              </a:cxnLst>
              <a:rect l="l" t="t" r="r" b="b"/>
              <a:pathLst>
                <a:path w="12192000" h="713837">
                  <a:moveTo>
                    <a:pt x="0" y="0"/>
                  </a:moveTo>
                  <a:lnTo>
                    <a:pt x="12192000" y="0"/>
                  </a:lnTo>
                  <a:lnTo>
                    <a:pt x="12192000" y="713837"/>
                  </a:lnTo>
                  <a:lnTo>
                    <a:pt x="0" y="713837"/>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Roboto"/>
                <a:ea typeface="微软雅黑" panose="020B0503020204020204" charset="-122"/>
                <a:cs typeface="+mn-cs"/>
              </a:endParaRPr>
            </a:p>
          </p:txBody>
        </p:sp>
        <p:sp>
          <p:nvSpPr>
            <p:cNvPr id="22" name="PA-文本框 24"/>
            <p:cNvSpPr txBox="1"/>
            <p:nvPr>
              <p:custDataLst>
                <p:tags r:id="rId5"/>
              </p:custDataLst>
            </p:nvPr>
          </p:nvSpPr>
          <p:spPr>
            <a:xfrm>
              <a:off x="1600150" y="236296"/>
              <a:ext cx="1620957" cy="523220"/>
            </a:xfrm>
            <a:prstGeom prst="rect">
              <a:avLst/>
            </a:prstGeom>
            <a:noFill/>
          </p:spPr>
          <p:txBody>
            <a:bodyPr wrap="none">
              <a:spAutoFit/>
            </a:bodyPr>
            <a:lstStyle>
              <a:defPPr>
                <a:defRPr lang="zh-CN"/>
              </a:defPPr>
              <a:lvl1pPr>
                <a:defRPr sz="2400" b="1">
                  <a:gradFill>
                    <a:gsLst>
                      <a:gs pos="100000">
                        <a:schemeClr val="accent1">
                          <a:lumMod val="50000"/>
                        </a:schemeClr>
                      </a:gs>
                      <a:gs pos="17000">
                        <a:schemeClr val="accent1">
                          <a:lumMod val="50000"/>
                        </a:schemeClr>
                      </a:gs>
                    </a:gsLst>
                    <a:path path="circle">
                      <a:fillToRect r="100000" b="100000"/>
                    </a:path>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dirty="0">
                  <a:gradFill>
                    <a:gsLst>
                      <a:gs pos="100000">
                        <a:srgbClr val="206252">
                          <a:lumMod val="50000"/>
                        </a:srgbClr>
                      </a:gs>
                      <a:gs pos="17000">
                        <a:srgbClr val="206252">
                          <a:lumMod val="75000"/>
                        </a:srgbClr>
                      </a:gs>
                    </a:gsLst>
                    <a:path path="circle">
                      <a:fillToRect r="100000" b="100000"/>
                    </a:path>
                  </a:gradFill>
                  <a:latin typeface="微软雅黑" panose="020B0503020204020204" charset="-122"/>
                  <a:ea typeface="微软雅黑" panose="020B0503020204020204" charset="-122"/>
                  <a:sym typeface="阿里妈妈数黑体" pitchFamily="2" charset="-122"/>
                </a:rPr>
                <a:t>研究背景</a:t>
              </a:r>
              <a:endParaRPr kumimoji="0" lang="zh-CN" altLang="en-US" sz="2800" b="1" i="0" u="none" strike="noStrike" kern="1200" cap="none" spc="0" normalizeH="0" baseline="0" noProof="0" dirty="0">
                <a:ln>
                  <a:noFill/>
                </a:ln>
                <a:gradFill>
                  <a:gsLst>
                    <a:gs pos="100000">
                      <a:srgbClr val="206252">
                        <a:lumMod val="50000"/>
                      </a:srgbClr>
                    </a:gs>
                    <a:gs pos="17000">
                      <a:srgbClr val="206252">
                        <a:lumMod val="75000"/>
                      </a:srgbClr>
                    </a:gs>
                  </a:gsLst>
                  <a:path path="circle">
                    <a:fillToRect r="100000" b="100000"/>
                  </a:path>
                </a:gradFill>
                <a:effectLst/>
                <a:uLnTx/>
                <a:uFillTx/>
                <a:latin typeface="微软雅黑" panose="020B0503020204020204" charset="-122"/>
                <a:ea typeface="微软雅黑" panose="020B0503020204020204" charset="-122"/>
                <a:cs typeface="+mn-cs"/>
                <a:sym typeface="阿里妈妈数黑体" pitchFamily="2" charset="-122"/>
              </a:endParaRPr>
            </a:p>
          </p:txBody>
        </p:sp>
        <p:sp>
          <p:nvSpPr>
            <p:cNvPr id="23" name="PA-任意多边形 6"/>
            <p:cNvSpPr/>
            <p:nvPr>
              <p:custDataLst>
                <p:tags r:id="rId6"/>
              </p:custDataLst>
            </p:nvPr>
          </p:nvSpPr>
          <p:spPr>
            <a:xfrm>
              <a:off x="-52754" y="850261"/>
              <a:ext cx="12262339" cy="52051"/>
            </a:xfrm>
            <a:custGeom>
              <a:avLst/>
              <a:gdLst>
                <a:gd name="connsiteX0" fmla="*/ 0 w 4366736"/>
                <a:gd name="connsiteY0" fmla="*/ 0 h 64293"/>
                <a:gd name="connsiteX1" fmla="*/ 4366737 w 4366736"/>
                <a:gd name="connsiteY1" fmla="*/ 0 h 64293"/>
                <a:gd name="connsiteX2" fmla="*/ 4366737 w 4366736"/>
                <a:gd name="connsiteY2" fmla="*/ 64294 h 64293"/>
                <a:gd name="connsiteX3" fmla="*/ 0 w 4366736"/>
                <a:gd name="connsiteY3" fmla="*/ 64294 h 64293"/>
              </a:gdLst>
              <a:ahLst/>
              <a:cxnLst>
                <a:cxn ang="0">
                  <a:pos x="connsiteX0" y="connsiteY0"/>
                </a:cxn>
                <a:cxn ang="0">
                  <a:pos x="connsiteX1" y="connsiteY1"/>
                </a:cxn>
                <a:cxn ang="0">
                  <a:pos x="connsiteX2" y="connsiteY2"/>
                </a:cxn>
                <a:cxn ang="0">
                  <a:pos x="connsiteX3" y="connsiteY3"/>
                </a:cxn>
              </a:cxnLst>
              <a:rect l="l" t="t" r="r" b="b"/>
              <a:pathLst>
                <a:path w="4366736" h="64293">
                  <a:moveTo>
                    <a:pt x="0" y="0"/>
                  </a:moveTo>
                  <a:lnTo>
                    <a:pt x="4366737" y="0"/>
                  </a:lnTo>
                  <a:lnTo>
                    <a:pt x="4366737" y="64294"/>
                  </a:lnTo>
                  <a:lnTo>
                    <a:pt x="0" y="64294"/>
                  </a:lnTo>
                  <a:close/>
                </a:path>
              </a:pathLst>
            </a:custGeom>
            <a:gradFill flip="none" rotWithShape="1">
              <a:gsLst>
                <a:gs pos="100000">
                  <a:schemeClr val="accent1"/>
                </a:gs>
                <a:gs pos="12000">
                  <a:schemeClr val="accent1">
                    <a:lumMod val="20000"/>
                    <a:lumOff val="80000"/>
                  </a:schemeClr>
                </a:gs>
              </a:gsLst>
              <a:lin ang="0" scaled="0"/>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24" name="PA-任意多边形 899"/>
            <p:cNvSpPr/>
            <p:nvPr>
              <p:custDataLst>
                <p:tags r:id="rId7"/>
              </p:custDataLst>
            </p:nvPr>
          </p:nvSpPr>
          <p:spPr>
            <a:xfrm flipH="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55000">
                  <a:schemeClr val="accent1"/>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Montserrat"/>
                <a:ea typeface="微软雅黑" panose="020B0503020204020204" charset="-122"/>
                <a:cs typeface="+mn-cs"/>
              </a:endParaRPr>
            </a:p>
          </p:txBody>
        </p:sp>
        <p:sp>
          <p:nvSpPr>
            <p:cNvPr id="25" name="PA-文本框 26"/>
            <p:cNvSpPr txBox="1"/>
            <p:nvPr>
              <p:custDataLst>
                <p:tags r:id="rId8"/>
              </p:custDataLst>
            </p:nvPr>
          </p:nvSpPr>
          <p:spPr>
            <a:xfrm>
              <a:off x="6507233" y="309946"/>
              <a:ext cx="17830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noProof="0" dirty="0">
                  <a:ln>
                    <a:noFill/>
                  </a:ln>
                  <a:solidFill>
                    <a:srgbClr val="206252">
                      <a:lumMod val="50000"/>
                    </a:srgbClr>
                  </a:solidFill>
                  <a:effectLst/>
                  <a:uLnTx/>
                  <a:uFillTx/>
                  <a:latin typeface="宋体" panose="02010600030101010101" pitchFamily="2" charset="-122"/>
                  <a:ea typeface="宋体" panose="02010600030101010101" pitchFamily="2" charset="-122"/>
                  <a:sym typeface="OPPOSans M" panose="00020600040101010101" pitchFamily="18" charset="-122"/>
                </a:rPr>
                <a:t>调查设计与实施</a:t>
              </a:r>
              <a:endParaRPr kumimoji="0" lang="zh-CN" altLang="en-US" sz="180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OPPOSans M" panose="00020600040101010101" pitchFamily="18" charset="-122"/>
              </a:endParaRPr>
            </a:p>
          </p:txBody>
        </p:sp>
        <p:sp>
          <p:nvSpPr>
            <p:cNvPr id="34" name="PA-文本框 26"/>
            <p:cNvSpPr txBox="1"/>
            <p:nvPr>
              <p:custDataLst>
                <p:tags r:id="rId9"/>
              </p:custDataLst>
            </p:nvPr>
          </p:nvSpPr>
          <p:spPr>
            <a:xfrm>
              <a:off x="8672698" y="313756"/>
              <a:ext cx="3098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206252">
                    <a:lumMod val="50000"/>
                  </a:srgbClr>
                </a:solidFill>
                <a:effectLst/>
                <a:uLnTx/>
                <a:uFillTx/>
                <a:latin typeface="宋体" panose="02010600030101010101" pitchFamily="2" charset="-122"/>
                <a:ea typeface="宋体" panose="02010600030101010101" pitchFamily="2" charset="-122"/>
                <a:cs typeface="+mn-cs"/>
                <a:sym typeface="OPPOSans M" panose="00020600040101010101" pitchFamily="18" charset="-122"/>
              </a:endParaRPr>
            </a:p>
          </p:txBody>
        </p:sp>
        <p:cxnSp>
          <p:nvCxnSpPr>
            <p:cNvPr id="41" name="PA-直接连接符 18"/>
            <p:cNvCxnSpPr/>
            <p:nvPr>
              <p:custDataLst>
                <p:tags r:id="rId10"/>
              </p:custDataLst>
            </p:nvPr>
          </p:nvCxnSpPr>
          <p:spPr>
            <a:xfrm flipH="1">
              <a:off x="5253886"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42" name="PA-直接连接符 22"/>
            <p:cNvCxnSpPr/>
            <p:nvPr>
              <p:custDataLst>
                <p:tags r:id="rId11"/>
              </p:custDataLst>
            </p:nvPr>
          </p:nvCxnSpPr>
          <p:spPr>
            <a:xfrm flipH="1">
              <a:off x="6412243"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44" name="PA-文本框 26"/>
            <p:cNvSpPr txBox="1"/>
            <p:nvPr>
              <p:custDataLst>
                <p:tags r:id="rId12"/>
              </p:custDataLst>
            </p:nvPr>
          </p:nvSpPr>
          <p:spPr>
            <a:xfrm>
              <a:off x="5410470" y="313956"/>
              <a:ext cx="10972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a:defRPr/>
              </a:pPr>
              <a:r>
                <a:rPr lang="zh-CN" altLang="en-US" sz="1800" dirty="0">
                  <a:solidFill>
                    <a:srgbClr val="206252">
                      <a:lumMod val="50000"/>
                    </a:srgbClr>
                  </a:solidFill>
                  <a:latin typeface="宋体" panose="02010600030101010101" pitchFamily="2" charset="-122"/>
                  <a:ea typeface="宋体" panose="02010600030101010101" pitchFamily="2" charset="-122"/>
                  <a:sym typeface="阿里妈妈数黑体" pitchFamily="2" charset="-122"/>
                </a:rPr>
                <a:t>前期调研</a:t>
              </a:r>
              <a:endParaRPr lang="zh-CN" altLang="en-US" sz="1800" dirty="0">
                <a:solidFill>
                  <a:srgbClr val="206252">
                    <a:lumMod val="50000"/>
                  </a:srgbClr>
                </a:solidFill>
                <a:latin typeface="宋体" panose="02010600030101010101" pitchFamily="2" charset="-122"/>
                <a:ea typeface="宋体" panose="02010600030101010101" pitchFamily="2" charset="-122"/>
                <a:sym typeface="阿里妈妈数黑体" pitchFamily="2" charset="-122"/>
              </a:endParaRPr>
            </a:p>
          </p:txBody>
        </p:sp>
        <p:sp>
          <p:nvSpPr>
            <p:cNvPr id="46" name="PA-图形 7"/>
            <p:cNvSpPr/>
            <p:nvPr>
              <p:custDataLst>
                <p:tags r:id="rId13"/>
              </p:custDataLst>
            </p:nvPr>
          </p:nvSpPr>
          <p:spPr>
            <a:xfrm>
              <a:off x="273980" y="148474"/>
              <a:ext cx="555983" cy="416889"/>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0">
                  <a:schemeClr val="bg1"/>
                </a:gs>
                <a:gs pos="87000">
                  <a:schemeClr val="accent1">
                    <a:lumMod val="20000"/>
                    <a:lumOff val="80000"/>
                  </a:schemeClr>
                </a:gs>
              </a:gsLst>
              <a:lin ang="2700000" scaled="0"/>
            </a:gradFill>
            <a:ln w="36909" cap="flat">
              <a:noFill/>
              <a:prstDash val="solid"/>
              <a:miter/>
            </a:ln>
            <a:effectLst>
              <a:outerShdw blurRad="50800" dist="38100" dir="5400000" algn="t" rotWithShape="0">
                <a:schemeClr val="accent1">
                  <a:alpha val="30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47" name="矩形 46"/>
          <p:cNvSpPr/>
          <p:nvPr/>
        </p:nvSpPr>
        <p:spPr>
          <a:xfrm>
            <a:off x="3629660" y="298450"/>
            <a:ext cx="2100580" cy="522605"/>
          </a:xfrm>
          <a:prstGeom prst="rect">
            <a:avLst/>
          </a:prstGeom>
          <a:noFill/>
          <a:ln>
            <a:noFill/>
          </a:ln>
        </p:spPr>
        <p:txBody>
          <a:bodyPr wrap="square" rtlCol="0" anchor="t">
            <a:noAutofit/>
          </a:bodyPr>
          <a:lstStyle/>
          <a:p>
            <a:pPr algn="ctr">
              <a:defRPr/>
            </a:pPr>
            <a:r>
              <a:rPr lang="zh-CN" altLang="en-US" b="1" dirty="0">
                <a:solidFill>
                  <a:srgbClr val="33692B"/>
                </a:solidFill>
                <a:latin typeface="微软雅黑" panose="020B0503020204020204" charset="-122"/>
                <a:ea typeface="微软雅黑" panose="020B0503020204020204" charset="-122"/>
              </a:rPr>
              <a:t>研究背景</a:t>
            </a:r>
            <a:endParaRPr lang="zh-CN" altLang="en-US" b="1" dirty="0">
              <a:solidFill>
                <a:srgbClr val="33692B"/>
              </a:solidFill>
              <a:latin typeface="微软雅黑" panose="020B0503020204020204" charset="-122"/>
              <a:ea typeface="微软雅黑" panose="020B0503020204020204" charset="-122"/>
            </a:endParaRPr>
          </a:p>
        </p:txBody>
      </p:sp>
      <p:cxnSp>
        <p:nvCxnSpPr>
          <p:cNvPr id="48" name="PA-直接连接符 23"/>
          <p:cNvCxnSpPr/>
          <p:nvPr>
            <p:custDataLst>
              <p:tags r:id="rId14"/>
            </p:custDataLst>
          </p:nvPr>
        </p:nvCxnSpPr>
        <p:spPr>
          <a:xfrm flipH="1">
            <a:off x="8298945" y="36122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50" name="PA-直接连接符 23"/>
          <p:cNvCxnSpPr/>
          <p:nvPr>
            <p:custDataLst>
              <p:tags r:id="rId15"/>
            </p:custDataLst>
          </p:nvPr>
        </p:nvCxnSpPr>
        <p:spPr>
          <a:xfrm flipH="1">
            <a:off x="9622285" y="36122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51" name="文本框 50"/>
          <p:cNvSpPr txBox="1"/>
          <p:nvPr/>
        </p:nvSpPr>
        <p:spPr>
          <a:xfrm>
            <a:off x="9886315" y="300990"/>
            <a:ext cx="1369695" cy="368300"/>
          </a:xfrm>
          <a:prstGeom prst="rect">
            <a:avLst/>
          </a:prstGeom>
          <a:noFill/>
        </p:spPr>
        <p:txBody>
          <a:bodyPr wrap="square" rtlCol="0">
            <a:spAutoFit/>
          </a:bodyPr>
          <a:lstStyle/>
          <a:p>
            <a:r>
              <a:rPr lang="zh-CN" altLang="en-US">
                <a:latin typeface="宋体" panose="02010600030101010101" pitchFamily="2" charset="-122"/>
                <a:ea typeface="宋体" panose="02010600030101010101" pitchFamily="2" charset="-122"/>
              </a:rPr>
              <a:t>结论与建议</a:t>
            </a:r>
            <a:endParaRPr lang="zh-CN" altLang="en-US">
              <a:latin typeface="宋体" panose="02010600030101010101" pitchFamily="2" charset="-122"/>
              <a:ea typeface="宋体" panose="02010600030101010101" pitchFamily="2" charset="-122"/>
            </a:endParaRPr>
          </a:p>
        </p:txBody>
      </p:sp>
      <p:sp>
        <p:nvSpPr>
          <p:cNvPr id="8" name="矩形 7" descr="7b0a2020202022776f7264617274223a2022220a7d0a"/>
          <p:cNvSpPr/>
          <p:nvPr/>
        </p:nvSpPr>
        <p:spPr>
          <a:xfrm>
            <a:off x="1084580" y="2025015"/>
            <a:ext cx="10022840" cy="2807970"/>
          </a:xfrm>
          <a:prstGeom prst="rect">
            <a:avLst/>
          </a:prstGeom>
          <a:noFill/>
        </p:spPr>
        <p:txBody>
          <a:bodyPr wrap="none" lIns="90170" tIns="46990" rIns="90170" bIns="46990" rtlCol="0" anchor="t">
            <a:normAutofit lnSpcReduction="10000"/>
            <a:scene3d>
              <a:camera prst="obliqueTopRight"/>
              <a:lightRig rig="flat" dir="t"/>
            </a:scene3d>
            <a:sp3d prstMaterial="matte">
              <a:extrusionClr>
                <a:schemeClr val="tx2">
                  <a:lumMod val="90000"/>
                  <a:lumOff val="10000"/>
                </a:schemeClr>
              </a:extrusionClr>
              <a:contourClr>
                <a:schemeClr val="bg1"/>
              </a:contourClr>
            </a:sp3d>
          </a:bodyPr>
          <a:lstStyle/>
          <a:p>
            <a:pPr algn="ctr"/>
            <a:endParaRPr lang="zh-CN" altLang="en-US" sz="18600" b="1">
              <a:ln w="41275" cap="rnd" cmpd="sng">
                <a:solidFill>
                  <a:srgbClr val="F6DE00"/>
                </a:solidFill>
                <a:prstDash val="solid"/>
              </a:ln>
              <a:solidFill>
                <a:srgbClr val="ED6145"/>
              </a:solidFill>
              <a:effectLst>
                <a:reflection blurRad="50800" stA="30000" endA="900" endPos="60000" dist="88900" dir="5400000" sy="-100000" algn="bl" rotWithShape="0"/>
              </a:effectLst>
              <a:latin typeface="汉仪超粗宋简" panose="02010600000101010101" charset="-122"/>
              <a:ea typeface="汉仪超粗宋简" panose="02010600000101010101" charset="-122"/>
            </a:endParaRPr>
          </a:p>
        </p:txBody>
      </p:sp>
      <p:sp>
        <p:nvSpPr>
          <p:cNvPr id="35" name="矩形 34" descr="7b0a2020202022776f7264617274223a2022220a7d0a"/>
          <p:cNvSpPr/>
          <p:nvPr/>
        </p:nvSpPr>
        <p:spPr>
          <a:xfrm>
            <a:off x="1084580" y="2025015"/>
            <a:ext cx="10022840" cy="2807970"/>
          </a:xfrm>
          <a:prstGeom prst="rect">
            <a:avLst/>
          </a:prstGeom>
          <a:noFill/>
        </p:spPr>
        <p:txBody>
          <a:bodyPr wrap="none" lIns="90170" tIns="46990" rIns="90170" bIns="46990" rtlCol="0" anchor="t">
            <a:normAutofit lnSpcReduction="10000"/>
            <a:scene3d>
              <a:camera prst="obliqueTopRight"/>
              <a:lightRig rig="flat" dir="t"/>
            </a:scene3d>
            <a:sp3d prstMaterial="matte">
              <a:extrusionClr>
                <a:schemeClr val="tx2">
                  <a:lumMod val="90000"/>
                  <a:lumOff val="10000"/>
                </a:schemeClr>
              </a:extrusionClr>
              <a:contourClr>
                <a:schemeClr val="bg1"/>
              </a:contourClr>
            </a:sp3d>
          </a:bodyPr>
          <a:lstStyle/>
          <a:p>
            <a:pPr algn="ctr"/>
            <a:endParaRPr lang="zh-CN" altLang="en-US" sz="18600" b="1">
              <a:ln w="41275" cap="rnd" cmpd="sng">
                <a:solidFill>
                  <a:srgbClr val="F6DE00"/>
                </a:solidFill>
                <a:prstDash val="solid"/>
              </a:ln>
              <a:solidFill>
                <a:srgbClr val="ED6145"/>
              </a:solidFill>
              <a:effectLst>
                <a:reflection blurRad="50800" stA="30000" endA="900" endPos="60000" dist="88900" dir="5400000" sy="-100000" algn="bl" rotWithShape="0"/>
              </a:effectLst>
              <a:latin typeface="汉仪超粗宋简" panose="02010600000101010101" charset="-122"/>
              <a:ea typeface="汉仪超粗宋简" panose="02010600000101010101" charset="-122"/>
            </a:endParaRPr>
          </a:p>
        </p:txBody>
      </p:sp>
      <p:sp>
        <p:nvSpPr>
          <p:cNvPr id="40" name="矩形: 圆角 24"/>
          <p:cNvSpPr/>
          <p:nvPr/>
        </p:nvSpPr>
        <p:spPr>
          <a:xfrm>
            <a:off x="210185" y="961390"/>
            <a:ext cx="3216505" cy="534035"/>
          </a:xfrm>
          <a:prstGeom prst="roundRect">
            <a:avLst>
              <a:gd name="adj" fmla="val 29695"/>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altLang="zh-CN" sz="2800" b="0" dirty="0">
                <a:solidFill>
                  <a:prstClr val="black"/>
                </a:solidFill>
                <a:latin typeface="微软雅黑" panose="020B0503020204020204" charset="-122"/>
                <a:ea typeface="微软雅黑" panose="020B0503020204020204" charset="-122"/>
                <a:cs typeface="微软雅黑" panose="020B0503020204020204" charset="-122"/>
                <a:sym typeface="微软雅黑" panose="020B0503020204020204" charset="-122"/>
              </a:rPr>
              <a:t>1.1</a:t>
            </a:r>
            <a:r>
              <a:rPr lang="zh-CN" altLang="en-US" sz="2800" b="0" dirty="0">
                <a:solidFill>
                  <a:prstClr val="black"/>
                </a:solidFill>
                <a:latin typeface="微软雅黑" panose="020B0503020204020204" charset="-122"/>
                <a:ea typeface="微软雅黑" panose="020B0503020204020204" charset="-122"/>
                <a:cs typeface="微软雅黑" panose="020B0503020204020204" charset="-122"/>
                <a:sym typeface="微软雅黑" panose="020B0503020204020204" charset="-122"/>
              </a:rPr>
              <a:t>社会背景</a:t>
            </a:r>
            <a:endParaRPr lang="zh-CN" altLang="en-US" sz="2800" dirty="0">
              <a:solidFill>
                <a:prstClr val="black"/>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3" name="文本框 32"/>
          <p:cNvSpPr txBox="1"/>
          <p:nvPr/>
        </p:nvSpPr>
        <p:spPr>
          <a:xfrm>
            <a:off x="8540750" y="292100"/>
            <a:ext cx="1243965" cy="368300"/>
          </a:xfrm>
          <a:prstGeom prst="rect">
            <a:avLst/>
          </a:prstGeom>
          <a:noFill/>
        </p:spPr>
        <p:txBody>
          <a:bodyPr wrap="square" rtlCol="0">
            <a:spAutoFit/>
          </a:bodyPr>
          <a:lstStyle/>
          <a:p>
            <a:r>
              <a:rPr lang="zh-CN" altLang="en-US">
                <a:latin typeface="宋体" panose="02010600030101010101" pitchFamily="2" charset="-122"/>
                <a:ea typeface="宋体" panose="02010600030101010101" pitchFamily="2" charset="-122"/>
              </a:rPr>
              <a:t>产品设计</a:t>
            </a:r>
            <a:endParaRPr lang="zh-CN" altLang="en-US">
              <a:latin typeface="宋体" panose="02010600030101010101" pitchFamily="2" charset="-122"/>
              <a:ea typeface="宋体" panose="02010600030101010101" pitchFamily="2" charset="-122"/>
            </a:endParaRPr>
          </a:p>
        </p:txBody>
      </p:sp>
      <p:pic>
        <p:nvPicPr>
          <p:cNvPr id="38" name="图片 37" descr="箭头"/>
          <p:cNvPicPr>
            <a:picLocks noChangeAspect="1"/>
          </p:cNvPicPr>
          <p:nvPr>
            <p:custDataLst>
              <p:tags r:id="rId16"/>
            </p:custDataLst>
          </p:nvPr>
        </p:nvPicPr>
        <p:blipFill>
          <a:blip r:embed="rId17">
            <a:extLst>
              <a:ext uri="{96DAC541-7B7A-43D3-8B79-37D633B846F1}">
                <asvg:svgBlip xmlns:asvg="http://schemas.microsoft.com/office/drawing/2016/SVG/main" r:embed="rId18"/>
              </a:ext>
            </a:extLst>
          </a:blip>
          <a:stretch>
            <a:fillRect/>
          </a:stretch>
        </p:blipFill>
        <p:spPr>
          <a:xfrm flipH="1">
            <a:off x="365760" y="1035685"/>
            <a:ext cx="369570" cy="369570"/>
          </a:xfrm>
          <a:prstGeom prst="rect">
            <a:avLst/>
          </a:prstGeom>
        </p:spPr>
      </p:pic>
      <p:grpSp>
        <p:nvGrpSpPr>
          <p:cNvPr id="55" name="组合 54"/>
          <p:cNvGrpSpPr/>
          <p:nvPr/>
        </p:nvGrpSpPr>
        <p:grpSpPr>
          <a:xfrm>
            <a:off x="1088593" y="1863331"/>
            <a:ext cx="4881450" cy="2800845"/>
            <a:chOff x="210185" y="1569720"/>
            <a:chExt cx="4881450" cy="2800845"/>
          </a:xfrm>
        </p:grpSpPr>
        <p:pic>
          <p:nvPicPr>
            <p:cNvPr id="11" name="图片 10"/>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210185" y="1569720"/>
              <a:ext cx="4881450" cy="2800845"/>
            </a:xfrm>
            <a:prstGeom prst="rect">
              <a:avLst/>
            </a:prstGeom>
          </p:spPr>
        </p:pic>
        <p:pic>
          <p:nvPicPr>
            <p:cNvPr id="54" name="图片 53"/>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894324" y="1950720"/>
              <a:ext cx="3513172" cy="2059305"/>
            </a:xfrm>
            <a:prstGeom prst="rect">
              <a:avLst/>
            </a:prstGeom>
          </p:spPr>
        </p:pic>
      </p:grpSp>
      <p:sp>
        <p:nvSpPr>
          <p:cNvPr id="56" name="矩形 55"/>
          <p:cNvSpPr/>
          <p:nvPr/>
        </p:nvSpPr>
        <p:spPr>
          <a:xfrm>
            <a:off x="1325906" y="4564769"/>
            <a:ext cx="4084564" cy="1799590"/>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lang="zh-CN" altLang="en-US" dirty="0">
                <a:latin typeface="微软雅黑" panose="020B0503020204020204" charset="-122"/>
                <a:ea typeface="微软雅黑" panose="020B0503020204020204" charset="-122"/>
              </a:rPr>
              <a:t>截至</a:t>
            </a:r>
            <a:r>
              <a:rPr lang="en-US" altLang="zh-CN" dirty="0">
                <a:latin typeface="微软雅黑" panose="020B0503020204020204" charset="-122"/>
                <a:ea typeface="微软雅黑" panose="020B0503020204020204" charset="-122"/>
              </a:rPr>
              <a:t>2025</a:t>
            </a:r>
            <a:r>
              <a:rPr lang="zh-CN" altLang="en-US" dirty="0">
                <a:latin typeface="微软雅黑" panose="020B0503020204020204" charset="-122"/>
                <a:ea typeface="微软雅黑" panose="020B0503020204020204" charset="-122"/>
              </a:rPr>
              <a:t>年</a:t>
            </a:r>
            <a:r>
              <a:rPr lang="en-US" altLang="zh-CN" dirty="0">
                <a:latin typeface="微软雅黑" panose="020B0503020204020204" charset="-122"/>
                <a:ea typeface="微软雅黑" panose="020B0503020204020204" charset="-122"/>
              </a:rPr>
              <a:t>6</a:t>
            </a:r>
            <a:r>
              <a:rPr lang="zh-CN" altLang="en-US" dirty="0">
                <a:latin typeface="微软雅黑" panose="020B0503020204020204" charset="-122"/>
                <a:ea typeface="微软雅黑" panose="020B0503020204020204" charset="-122"/>
              </a:rPr>
              <a:t>月：</a:t>
            </a:r>
            <a:endParaRPr lang="en-US" altLang="zh-CN" dirty="0">
              <a:latin typeface="微软雅黑" panose="020B0503020204020204" charset="-122"/>
              <a:ea typeface="微软雅黑" panose="020B0503020204020204" charset="-122"/>
            </a:endParaRPr>
          </a:p>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2000" i="0" u="none" strike="noStrike" kern="1200" cap="none" spc="0" normalizeH="0" baseline="0" noProof="0" dirty="0">
                <a:ln>
                  <a:noFill/>
                </a:ln>
                <a:effectLst/>
                <a:uLnTx/>
                <a:uFillTx/>
                <a:latin typeface="微软雅黑" panose="020B0503020204020204" charset="-122"/>
                <a:ea typeface="微软雅黑" panose="020B0503020204020204" charset="-122"/>
              </a:rPr>
              <a:t>我国退役军人已达到</a:t>
            </a:r>
            <a:r>
              <a:rPr kumimoji="0" lang="en-US" altLang="zh-CN" sz="2800" b="1" i="0" u="none" strike="noStrike" kern="1200" normalizeH="0" baseline="0" noProof="0" dirty="0">
                <a:solidFill>
                  <a:srgbClr val="588E32"/>
                </a:solidFill>
                <a:uLnTx/>
                <a:uFillTx/>
                <a:latin typeface="微软雅黑" panose="020B0503020204020204" charset="-122"/>
                <a:ea typeface="微软雅黑" panose="020B0503020204020204" charset="-122"/>
              </a:rPr>
              <a:t>3800</a:t>
            </a:r>
            <a:r>
              <a:rPr kumimoji="0" lang="zh-CN" altLang="en-US" sz="2800" b="1" i="0" u="none" strike="noStrike" kern="1200" normalizeH="0" baseline="0" noProof="0" dirty="0">
                <a:solidFill>
                  <a:srgbClr val="588E32"/>
                </a:solidFill>
                <a:uLnTx/>
                <a:uFillTx/>
                <a:latin typeface="微软雅黑" panose="020B0503020204020204" charset="-122"/>
                <a:ea typeface="微软雅黑" panose="020B0503020204020204" charset="-122"/>
              </a:rPr>
              <a:t>万人</a:t>
            </a:r>
            <a:endParaRPr kumimoji="0" lang="zh-CN" altLang="en-US" sz="2800" b="1" i="0" u="none" strike="noStrike" kern="1200" normalizeH="0" baseline="0" noProof="0" dirty="0">
              <a:solidFill>
                <a:srgbClr val="588E32"/>
              </a:solidFill>
              <a:uLnTx/>
              <a:uFillTx/>
              <a:latin typeface="微软雅黑" panose="020B0503020204020204" charset="-122"/>
              <a:ea typeface="微软雅黑" panose="020B0503020204020204" charset="-122"/>
            </a:endParaRPr>
          </a:p>
          <a:p>
            <a:pPr marL="0" marR="0" lvl="0" indent="0" algn="ctr" defTabSz="914400" rtl="0" eaLnBrk="1" fontAlgn="auto" latinLnBrk="0" hangingPunct="1">
              <a:lnSpc>
                <a:spcPct val="150000"/>
              </a:lnSpc>
              <a:spcBef>
                <a:spcPts val="0"/>
              </a:spcBef>
              <a:spcAft>
                <a:spcPts val="0"/>
              </a:spcAft>
              <a:buClrTx/>
              <a:buSzTx/>
              <a:buFontTx/>
              <a:buNone/>
              <a:defRPr/>
            </a:pPr>
            <a:r>
              <a:rPr lang="zh-CN" altLang="en-US" sz="2000">
                <a:solidFill>
                  <a:srgbClr val="0F1115"/>
                </a:solidFill>
                <a:latin typeface="微软雅黑" panose="020B0503020204020204" charset="-122"/>
                <a:ea typeface="微软雅黑" panose="020B0503020204020204" charset="-122"/>
                <a:cs typeface="微软雅黑" panose="020B0503020204020204" charset="-122"/>
                <a:sym typeface="+mn-ea"/>
              </a:rPr>
              <a:t>每年新增退役军人约</a:t>
            </a:r>
            <a:r>
              <a:rPr lang="en-US" altLang="zh-CN" sz="2800" b="1" noProof="0" dirty="0">
                <a:solidFill>
                  <a:srgbClr val="588E32"/>
                </a:solidFill>
                <a:uLnTx/>
                <a:uFillTx/>
                <a:latin typeface="微软雅黑" panose="020B0503020204020204" charset="-122"/>
                <a:ea typeface="微软雅黑" panose="020B0503020204020204" charset="-122"/>
                <a:sym typeface="+mn-ea"/>
              </a:rPr>
              <a:t>57万人</a:t>
            </a:r>
            <a:endParaRPr kumimoji="0" lang="zh-CN" altLang="en-US" sz="2000" i="0" u="none" strike="noStrike" kern="1200" cap="none" spc="0" normalizeH="0" baseline="0" noProof="0" dirty="0">
              <a:ln>
                <a:noFill/>
              </a:ln>
              <a:effectLst/>
              <a:uLnTx/>
              <a:uFillTx/>
              <a:latin typeface="微软雅黑" panose="020B0503020204020204" charset="-122"/>
              <a:ea typeface="微软雅黑" panose="020B0503020204020204" charset="-122"/>
            </a:endParaRPr>
          </a:p>
        </p:txBody>
      </p:sp>
      <p:grpSp>
        <p:nvGrpSpPr>
          <p:cNvPr id="62" name="组合 61"/>
          <p:cNvGrpSpPr/>
          <p:nvPr/>
        </p:nvGrpSpPr>
        <p:grpSpPr>
          <a:xfrm>
            <a:off x="6343663" y="1147855"/>
            <a:ext cx="5236945" cy="5297486"/>
            <a:chOff x="6335191" y="1132602"/>
            <a:chExt cx="5236945" cy="5297486"/>
          </a:xfrm>
        </p:grpSpPr>
        <p:sp>
          <p:nvSpPr>
            <p:cNvPr id="58" name="标题 1"/>
            <p:cNvSpPr txBox="1"/>
            <p:nvPr/>
          </p:nvSpPr>
          <p:spPr>
            <a:xfrm rot="120000">
              <a:off x="6335191" y="1132602"/>
              <a:ext cx="5236945" cy="5297486"/>
            </a:xfrm>
            <a:prstGeom prst="roundRect">
              <a:avLst>
                <a:gd name="adj" fmla="val 3741"/>
              </a:avLst>
            </a:prstGeom>
            <a:solidFill>
              <a:srgbClr val="588E32"/>
            </a:solidFill>
            <a:ln w="25400" cap="sq">
              <a:noFill/>
              <a:miter/>
            </a:ln>
            <a:effectLst/>
          </p:spPr>
          <p:txBody>
            <a:bodyPr vert="horz" wrap="square" lIns="91440" tIns="45720" rIns="91440" bIns="45720" rtlCol="0" anchor="ctr"/>
            <a:lstStyle/>
            <a:p>
              <a:pPr marL="0" marR="0" lvl="0" indent="0" algn="ctr" defTabSz="914400" rtl="0" eaLnBrk="1" fontAlgn="auto" latinLnBrk="0" hangingPunct="1">
                <a:lnSpc>
                  <a:spcPct val="11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cs typeface="+mn-ea"/>
                <a:sym typeface="+mn-lt"/>
              </a:endParaRPr>
            </a:p>
          </p:txBody>
        </p:sp>
        <p:sp>
          <p:nvSpPr>
            <p:cNvPr id="60" name="标题 1"/>
            <p:cNvSpPr txBox="1"/>
            <p:nvPr/>
          </p:nvSpPr>
          <p:spPr>
            <a:xfrm>
              <a:off x="6499073" y="1172209"/>
              <a:ext cx="4886128" cy="5224870"/>
            </a:xfrm>
            <a:prstGeom prst="roundRect">
              <a:avLst>
                <a:gd name="adj" fmla="val 3741"/>
              </a:avLst>
            </a:prstGeom>
            <a:solidFill>
              <a:schemeClr val="bg1"/>
            </a:solidFill>
            <a:ln w="25400" cap="sq">
              <a:noFill/>
              <a:miter/>
            </a:ln>
            <a:effectLst>
              <a:outerShdw blurRad="127000" algn="ctr" rotWithShape="0">
                <a:schemeClr val="accent1">
                  <a:alpha val="20000"/>
                </a:schemeClr>
              </a:outerShdw>
            </a:effectLst>
          </p:spPr>
          <p:txBody>
            <a:bodyPr vert="horz" wrap="square" lIns="91440" tIns="45720" rIns="91440" bIns="45720" rtlCol="0" anchor="ctr"/>
            <a:lstStyle/>
            <a:p>
              <a:pPr marL="0" marR="0" lvl="0" indent="0" algn="ctr" defTabSz="914400" rtl="0" eaLnBrk="1" fontAlgn="auto" latinLnBrk="0" hangingPunct="1">
                <a:lnSpc>
                  <a:spcPct val="11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000000"/>
                </a:solidFill>
                <a:effectLst/>
                <a:uLnTx/>
                <a:uFillTx/>
                <a:cs typeface="+mn-ea"/>
                <a:sym typeface="+mn-lt"/>
              </a:endParaRPr>
            </a:p>
          </p:txBody>
        </p:sp>
      </p:grpSp>
      <p:sp>
        <p:nvSpPr>
          <p:cNvPr id="70" name="文本框 69"/>
          <p:cNvSpPr txBox="1"/>
          <p:nvPr/>
        </p:nvSpPr>
        <p:spPr>
          <a:xfrm>
            <a:off x="284361" y="1648309"/>
            <a:ext cx="800219" cy="2969268"/>
          </a:xfrm>
          <a:prstGeom prst="rect">
            <a:avLst/>
          </a:prstGeom>
          <a:noFill/>
        </p:spPr>
        <p:txBody>
          <a:bodyPr vert="eaVert" wrap="square" rtlCol="0">
            <a:spAutoFit/>
          </a:bodyPr>
          <a:lstStyle/>
          <a:p>
            <a:r>
              <a:rPr lang="zh-CN" altLang="en-US" sz="2000" b="1" dirty="0">
                <a:solidFill>
                  <a:srgbClr val="30937B"/>
                </a:solidFill>
                <a:latin typeface="微软雅黑" panose="020B0503020204020204" charset="-122"/>
                <a:ea typeface="微软雅黑" panose="020B0503020204020204" charset="-122"/>
              </a:rPr>
              <a:t>退役军人医疗保障被重视</a:t>
            </a:r>
            <a:endParaRPr lang="en-US" altLang="zh-CN" sz="2000" b="1" dirty="0">
              <a:solidFill>
                <a:srgbClr val="30937B"/>
              </a:solidFill>
              <a:latin typeface="微软雅黑" panose="020B0503020204020204" charset="-122"/>
              <a:ea typeface="微软雅黑" panose="020B0503020204020204" charset="-122"/>
            </a:endParaRPr>
          </a:p>
          <a:p>
            <a:endParaRPr lang="zh-CN" altLang="en-US" sz="2000" dirty="0"/>
          </a:p>
        </p:txBody>
      </p:sp>
      <p:sp>
        <p:nvSpPr>
          <p:cNvPr id="7" name="任意多边形: 形状 33"/>
          <p:cNvSpPr/>
          <p:nvPr/>
        </p:nvSpPr>
        <p:spPr>
          <a:xfrm>
            <a:off x="6631940" y="1405255"/>
            <a:ext cx="4550410" cy="1779905"/>
          </a:xfrm>
          <a:custGeom>
            <a:avLst/>
            <a:gdLst>
              <a:gd name="connsiteX0" fmla="*/ 504176 w 4587537"/>
              <a:gd name="connsiteY0" fmla="*/ 0 h 1629846"/>
              <a:gd name="connsiteX1" fmla="*/ 4497928 w 4587537"/>
              <a:gd name="connsiteY1" fmla="*/ 0 h 1629846"/>
              <a:gd name="connsiteX2" fmla="*/ 4587537 w 4587537"/>
              <a:gd name="connsiteY2" fmla="*/ 89609 h 1629846"/>
              <a:gd name="connsiteX3" fmla="*/ 4587537 w 4587537"/>
              <a:gd name="connsiteY3" fmla="*/ 1540237 h 1629846"/>
              <a:gd name="connsiteX4" fmla="*/ 4497928 w 4587537"/>
              <a:gd name="connsiteY4" fmla="*/ 1629846 h 1629846"/>
              <a:gd name="connsiteX5" fmla="*/ 504176 w 4587537"/>
              <a:gd name="connsiteY5" fmla="*/ 1629846 h 1629846"/>
              <a:gd name="connsiteX6" fmla="*/ 414567 w 4587537"/>
              <a:gd name="connsiteY6" fmla="*/ 1540237 h 1629846"/>
              <a:gd name="connsiteX7" fmla="*/ 414567 w 4587537"/>
              <a:gd name="connsiteY7" fmla="*/ 1034992 h 1629846"/>
              <a:gd name="connsiteX8" fmla="*/ 0 w 4587537"/>
              <a:gd name="connsiteY8" fmla="*/ 1034992 h 1629846"/>
              <a:gd name="connsiteX9" fmla="*/ 414567 w 4587537"/>
              <a:gd name="connsiteY9" fmla="*/ 736770 h 1629846"/>
              <a:gd name="connsiteX10" fmla="*/ 414567 w 4587537"/>
              <a:gd name="connsiteY10" fmla="*/ 89609 h 1629846"/>
              <a:gd name="connsiteX11" fmla="*/ 504176 w 4587537"/>
              <a:gd name="connsiteY11" fmla="*/ 0 h 1629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87537" h="1629846">
                <a:moveTo>
                  <a:pt x="504176" y="0"/>
                </a:moveTo>
                <a:lnTo>
                  <a:pt x="4497928" y="0"/>
                </a:lnTo>
                <a:cubicBezTo>
                  <a:pt x="4547418" y="0"/>
                  <a:pt x="4587537" y="40119"/>
                  <a:pt x="4587537" y="89609"/>
                </a:cubicBezTo>
                <a:lnTo>
                  <a:pt x="4587537" y="1540237"/>
                </a:lnTo>
                <a:cubicBezTo>
                  <a:pt x="4587537" y="1589727"/>
                  <a:pt x="4547418" y="1629846"/>
                  <a:pt x="4497928" y="1629846"/>
                </a:cubicBezTo>
                <a:lnTo>
                  <a:pt x="504176" y="1629846"/>
                </a:lnTo>
                <a:cubicBezTo>
                  <a:pt x="454686" y="1629846"/>
                  <a:pt x="414567" y="1589727"/>
                  <a:pt x="414567" y="1540237"/>
                </a:cubicBezTo>
                <a:lnTo>
                  <a:pt x="414567" y="1034992"/>
                </a:lnTo>
                <a:lnTo>
                  <a:pt x="0" y="1034992"/>
                </a:lnTo>
                <a:lnTo>
                  <a:pt x="414567" y="736770"/>
                </a:lnTo>
                <a:lnTo>
                  <a:pt x="414567" y="89609"/>
                </a:lnTo>
                <a:cubicBezTo>
                  <a:pt x="414567" y="40119"/>
                  <a:pt x="454686" y="0"/>
                  <a:pt x="504176" y="0"/>
                </a:cubicBezTo>
                <a:close/>
              </a:path>
            </a:pathLst>
          </a:custGeom>
          <a:solidFill>
            <a:schemeClr val="accent4">
              <a:lumMod val="20000"/>
              <a:lumOff val="80000"/>
            </a:schemeClr>
          </a:solidFill>
          <a:ln>
            <a:noFill/>
          </a:ln>
          <a:effectLst>
            <a:outerShdw blurRad="50800" dist="38100" dir="2700000" sx="101000" sy="101000" algn="tl" rotWithShape="0">
              <a:srgbClr val="33692B">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2" name="文本框 1"/>
          <p:cNvSpPr txBox="1"/>
          <p:nvPr/>
        </p:nvSpPr>
        <p:spPr>
          <a:xfrm>
            <a:off x="7213600" y="1557020"/>
            <a:ext cx="3842385" cy="1476375"/>
          </a:xfrm>
          <a:prstGeom prst="rect">
            <a:avLst/>
          </a:prstGeom>
        </p:spPr>
        <p:txBody>
          <a:bodyPr wrap="square">
            <a:spAutoFit/>
          </a:bodyPr>
          <a:p>
            <a:pPr marL="285750" indent="-285750">
              <a:buFont typeface="Arial" panose="020B0604020202020204" pitchFamily="34" charset="0"/>
              <a:buChar char="•"/>
            </a:pPr>
            <a:r>
              <a:rPr lang="zh-CN" altLang="en-US" b="0" i="0">
                <a:solidFill>
                  <a:srgbClr val="0F1115"/>
                </a:solidFill>
                <a:latin typeface="微软雅黑" panose="020B0503020204020204" charset="-122"/>
                <a:ea typeface="微软雅黑" panose="020B0503020204020204" charset="-122"/>
              </a:rPr>
              <a:t>退役军人以男性、义务兵为主，大多为中老年，且收入中等偏低，农村籍占比大。</a:t>
            </a:r>
            <a:endParaRPr lang="zh-CN" altLang="en-US" b="0" i="0">
              <a:solidFill>
                <a:srgbClr val="0F1115"/>
              </a:solidFill>
              <a:latin typeface="微软雅黑" panose="020B0503020204020204" charset="-122"/>
              <a:ea typeface="微软雅黑" panose="020B0503020204020204" charset="-122"/>
            </a:endParaRPr>
          </a:p>
          <a:p>
            <a:pPr marL="285750" indent="-285750">
              <a:buFont typeface="Arial" panose="020B0604020202020204" pitchFamily="34" charset="0"/>
              <a:buChar char="•"/>
            </a:pPr>
            <a:r>
              <a:rPr lang="zh-CN" altLang="en-US" dirty="0">
                <a:latin typeface="微软雅黑" panose="020B0503020204020204" charset="-122"/>
                <a:ea typeface="微软雅黑" panose="020B0503020204020204" charset="-122"/>
                <a:sym typeface="+mn-ea"/>
              </a:rPr>
              <a:t>其易存在</a:t>
            </a:r>
            <a:r>
              <a:rPr lang="zh-CN" altLang="en-US">
                <a:solidFill>
                  <a:srgbClr val="0F1115"/>
                </a:solidFill>
                <a:latin typeface="微软雅黑" panose="020B0503020204020204" charset="-122"/>
                <a:ea typeface="微软雅黑" panose="020B0503020204020204" charset="-122"/>
                <a:sym typeface="+mn-ea"/>
              </a:rPr>
              <a:t>慢性病、心理健康等</a:t>
            </a:r>
            <a:r>
              <a:rPr lang="zh-CN" altLang="en-US" b="1" dirty="0">
                <a:solidFill>
                  <a:srgbClr val="739353"/>
                </a:solidFill>
                <a:latin typeface="微软雅黑" panose="020B0503020204020204" charset="-122"/>
                <a:ea typeface="微软雅黑" panose="020B0503020204020204" charset="-122"/>
                <a:sym typeface="+mn-ea"/>
              </a:rPr>
              <a:t>长期健康问题</a:t>
            </a:r>
            <a:r>
              <a:rPr lang="zh-CN" altLang="en-US" dirty="0">
                <a:latin typeface="微软雅黑" panose="020B0503020204020204" charset="-122"/>
                <a:ea typeface="微软雅黑" panose="020B0503020204020204" charset="-122"/>
                <a:sym typeface="+mn-ea"/>
              </a:rPr>
              <a:t>，且易</a:t>
            </a:r>
            <a:r>
              <a:rPr lang="zh-CN" altLang="en-US">
                <a:solidFill>
                  <a:srgbClr val="0F1115"/>
                </a:solidFill>
                <a:latin typeface="微软雅黑" panose="020B0503020204020204" charset="-122"/>
                <a:ea typeface="微软雅黑" panose="020B0503020204020204" charset="-122"/>
                <a:sym typeface="+mn-ea"/>
              </a:rPr>
              <a:t>旧伤复发。</a:t>
            </a:r>
            <a:endParaRPr lang="zh-CN" altLang="en-US" b="0" i="0">
              <a:solidFill>
                <a:srgbClr val="0F1115"/>
              </a:solidFill>
              <a:latin typeface="微软雅黑" panose="020B0503020204020204" charset="-122"/>
              <a:ea typeface="微软雅黑" panose="020B0503020204020204" charset="-122"/>
            </a:endParaRPr>
          </a:p>
        </p:txBody>
      </p:sp>
      <p:sp>
        <p:nvSpPr>
          <p:cNvPr id="9" name="任意多边形: 形状 33"/>
          <p:cNvSpPr/>
          <p:nvPr/>
        </p:nvSpPr>
        <p:spPr>
          <a:xfrm>
            <a:off x="6631940" y="3381375"/>
            <a:ext cx="4550410" cy="2674620"/>
          </a:xfrm>
          <a:custGeom>
            <a:avLst/>
            <a:gdLst>
              <a:gd name="connsiteX0" fmla="*/ 504176 w 4587537"/>
              <a:gd name="connsiteY0" fmla="*/ 0 h 1629846"/>
              <a:gd name="connsiteX1" fmla="*/ 4497928 w 4587537"/>
              <a:gd name="connsiteY1" fmla="*/ 0 h 1629846"/>
              <a:gd name="connsiteX2" fmla="*/ 4587537 w 4587537"/>
              <a:gd name="connsiteY2" fmla="*/ 89609 h 1629846"/>
              <a:gd name="connsiteX3" fmla="*/ 4587537 w 4587537"/>
              <a:gd name="connsiteY3" fmla="*/ 1540237 h 1629846"/>
              <a:gd name="connsiteX4" fmla="*/ 4497928 w 4587537"/>
              <a:gd name="connsiteY4" fmla="*/ 1629846 h 1629846"/>
              <a:gd name="connsiteX5" fmla="*/ 504176 w 4587537"/>
              <a:gd name="connsiteY5" fmla="*/ 1629846 h 1629846"/>
              <a:gd name="connsiteX6" fmla="*/ 414567 w 4587537"/>
              <a:gd name="connsiteY6" fmla="*/ 1540237 h 1629846"/>
              <a:gd name="connsiteX7" fmla="*/ 414567 w 4587537"/>
              <a:gd name="connsiteY7" fmla="*/ 1034992 h 1629846"/>
              <a:gd name="connsiteX8" fmla="*/ 0 w 4587537"/>
              <a:gd name="connsiteY8" fmla="*/ 1034992 h 1629846"/>
              <a:gd name="connsiteX9" fmla="*/ 414567 w 4587537"/>
              <a:gd name="connsiteY9" fmla="*/ 736770 h 1629846"/>
              <a:gd name="connsiteX10" fmla="*/ 414567 w 4587537"/>
              <a:gd name="connsiteY10" fmla="*/ 89609 h 1629846"/>
              <a:gd name="connsiteX11" fmla="*/ 504176 w 4587537"/>
              <a:gd name="connsiteY11" fmla="*/ 0 h 1629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87537" h="1629846">
                <a:moveTo>
                  <a:pt x="504176" y="0"/>
                </a:moveTo>
                <a:lnTo>
                  <a:pt x="4497928" y="0"/>
                </a:lnTo>
                <a:cubicBezTo>
                  <a:pt x="4547418" y="0"/>
                  <a:pt x="4587537" y="40119"/>
                  <a:pt x="4587537" y="89609"/>
                </a:cubicBezTo>
                <a:lnTo>
                  <a:pt x="4587537" y="1540237"/>
                </a:lnTo>
                <a:cubicBezTo>
                  <a:pt x="4587537" y="1589727"/>
                  <a:pt x="4547418" y="1629846"/>
                  <a:pt x="4497928" y="1629846"/>
                </a:cubicBezTo>
                <a:lnTo>
                  <a:pt x="504176" y="1629846"/>
                </a:lnTo>
                <a:cubicBezTo>
                  <a:pt x="454686" y="1629846"/>
                  <a:pt x="414567" y="1589727"/>
                  <a:pt x="414567" y="1540237"/>
                </a:cubicBezTo>
                <a:lnTo>
                  <a:pt x="414567" y="1034992"/>
                </a:lnTo>
                <a:lnTo>
                  <a:pt x="0" y="1034992"/>
                </a:lnTo>
                <a:lnTo>
                  <a:pt x="414567" y="736770"/>
                </a:lnTo>
                <a:lnTo>
                  <a:pt x="414567" y="89609"/>
                </a:lnTo>
                <a:cubicBezTo>
                  <a:pt x="414567" y="40119"/>
                  <a:pt x="454686" y="0"/>
                  <a:pt x="504176" y="0"/>
                </a:cubicBezTo>
                <a:close/>
              </a:path>
            </a:pathLst>
          </a:custGeom>
          <a:solidFill>
            <a:schemeClr val="accent4">
              <a:lumMod val="20000"/>
              <a:lumOff val="80000"/>
            </a:schemeClr>
          </a:solidFill>
          <a:ln>
            <a:noFill/>
          </a:ln>
          <a:effectLst>
            <a:outerShdw blurRad="50800" dist="38100" dir="2700000" sx="101000" sy="101000" algn="tl" rotWithShape="0">
              <a:srgbClr val="33692B">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5" name="文本框 4"/>
          <p:cNvSpPr txBox="1"/>
          <p:nvPr/>
        </p:nvSpPr>
        <p:spPr>
          <a:xfrm>
            <a:off x="7213600" y="3437255"/>
            <a:ext cx="3739515" cy="2035810"/>
          </a:xfrm>
          <a:prstGeom prst="rect">
            <a:avLst/>
          </a:prstGeom>
        </p:spPr>
        <p:txBody>
          <a:bodyPr wrap="square">
            <a:noAutofit/>
          </a:bodyPr>
          <a:p>
            <a:pPr indent="0">
              <a:buFont typeface="Arial" panose="020B0604020202020204" pitchFamily="34" charset="0"/>
              <a:buNone/>
            </a:pPr>
            <a:r>
              <a:rPr lang="zh-CN" altLang="en-US">
                <a:solidFill>
                  <a:srgbClr val="0F1115"/>
                </a:solidFill>
                <a:latin typeface="微软雅黑" panose="020B0503020204020204" charset="-122"/>
                <a:ea typeface="微软雅黑" panose="020B0503020204020204" charset="-122"/>
                <a:sym typeface="+mn-ea"/>
              </a:rPr>
              <a:t>社会各界对退役军人保障的</a:t>
            </a:r>
            <a:r>
              <a:rPr lang="zh-CN" altLang="en-US" b="1">
                <a:solidFill>
                  <a:srgbClr val="739353"/>
                </a:solidFill>
                <a:latin typeface="微软雅黑" panose="020B0503020204020204" charset="-122"/>
                <a:ea typeface="微软雅黑" panose="020B0503020204020204" charset="-122"/>
                <a:sym typeface="+mn-ea"/>
              </a:rPr>
              <a:t>关注度显著提升</a:t>
            </a:r>
            <a:r>
              <a:rPr lang="zh-CN" altLang="en-US">
                <a:solidFill>
                  <a:srgbClr val="0F1115"/>
                </a:solidFill>
                <a:latin typeface="微软雅黑" panose="020B0503020204020204" charset="-122"/>
                <a:ea typeface="微软雅黑" panose="020B0503020204020204" charset="-122"/>
                <a:sym typeface="+mn-ea"/>
              </a:rPr>
              <a:t>：</a:t>
            </a:r>
            <a:endParaRPr lang="zh-CN" altLang="en-US">
              <a:solidFill>
                <a:srgbClr val="0F1115"/>
              </a:solidFill>
              <a:latin typeface="微软雅黑" panose="020B0503020204020204" charset="-122"/>
              <a:ea typeface="微软雅黑" panose="020B0503020204020204" charset="-122"/>
              <a:sym typeface="+mn-ea"/>
            </a:endParaRPr>
          </a:p>
          <a:p>
            <a:pPr marL="285750" indent="-285750">
              <a:buFont typeface="Arial" panose="020B0604020202020204" pitchFamily="34" charset="0"/>
              <a:buChar char="•"/>
            </a:pPr>
            <a:r>
              <a:rPr lang="zh-CN" altLang="en-US">
                <a:solidFill>
                  <a:srgbClr val="0F1115"/>
                </a:solidFill>
                <a:latin typeface="微软雅黑" panose="020B0503020204020204" charset="-122"/>
                <a:ea typeface="微软雅黑" panose="020B0503020204020204" charset="-122"/>
                <a:sym typeface="+mn-ea"/>
              </a:rPr>
              <a:t>商业保险机构推出专属产品；</a:t>
            </a:r>
            <a:endParaRPr lang="zh-CN" altLang="en-US">
              <a:solidFill>
                <a:srgbClr val="0F1115"/>
              </a:solidFill>
              <a:latin typeface="微软雅黑" panose="020B0503020204020204" charset="-122"/>
              <a:ea typeface="微软雅黑" panose="020B0503020204020204" charset="-122"/>
              <a:sym typeface="+mn-ea"/>
            </a:endParaRPr>
          </a:p>
          <a:p>
            <a:pPr marL="285750" indent="-285750">
              <a:buFont typeface="Arial" panose="020B0604020202020204" pitchFamily="34" charset="0"/>
              <a:buChar char="•"/>
            </a:pPr>
            <a:r>
              <a:rPr lang="zh-CN" altLang="en-US">
                <a:solidFill>
                  <a:srgbClr val="0F1115"/>
                </a:solidFill>
                <a:latin typeface="微软雅黑" panose="020B0503020204020204" charset="-122"/>
                <a:ea typeface="微软雅黑" panose="020B0503020204020204" charset="-122"/>
                <a:sym typeface="+mn-ea"/>
              </a:rPr>
              <a:t>公益组织发起医疗救助行动；</a:t>
            </a:r>
            <a:endParaRPr lang="zh-CN" altLang="en-US">
              <a:solidFill>
                <a:srgbClr val="0F1115"/>
              </a:solidFill>
              <a:latin typeface="微软雅黑" panose="020B0503020204020204" charset="-122"/>
              <a:ea typeface="微软雅黑" panose="020B0503020204020204" charset="-122"/>
              <a:sym typeface="+mn-ea"/>
            </a:endParaRPr>
          </a:p>
          <a:p>
            <a:pPr marL="285750" indent="-285750">
              <a:buFont typeface="Arial" panose="020B0604020202020204" pitchFamily="34" charset="0"/>
              <a:buChar char="•"/>
            </a:pPr>
            <a:r>
              <a:rPr lang="zh-CN" altLang="en-US">
                <a:solidFill>
                  <a:srgbClr val="0F1115"/>
                </a:solidFill>
                <a:latin typeface="微软雅黑" panose="020B0503020204020204" charset="-122"/>
                <a:ea typeface="微软雅黑" panose="020B0503020204020204" charset="-122"/>
                <a:sym typeface="+mn-ea"/>
              </a:rPr>
              <a:t>医疗机构提供费用减免和优先服务；</a:t>
            </a:r>
            <a:endParaRPr lang="zh-CN" altLang="en-US">
              <a:solidFill>
                <a:srgbClr val="0F1115"/>
              </a:solidFill>
              <a:latin typeface="微软雅黑" panose="020B0503020204020204" charset="-122"/>
              <a:ea typeface="微软雅黑" panose="020B0503020204020204" charset="-122"/>
              <a:sym typeface="+mn-ea"/>
            </a:endParaRPr>
          </a:p>
          <a:p>
            <a:pPr marL="285750" indent="-285750">
              <a:buFont typeface="Arial" panose="020B0604020202020204" pitchFamily="34" charset="0"/>
              <a:buChar char="•"/>
            </a:pPr>
            <a:r>
              <a:rPr lang="zh-CN" altLang="en-US">
                <a:solidFill>
                  <a:srgbClr val="0F1115"/>
                </a:solidFill>
                <a:latin typeface="微软雅黑" panose="020B0503020204020204" charset="-122"/>
                <a:ea typeface="微软雅黑" panose="020B0503020204020204" charset="-122"/>
                <a:cs typeface="微软雅黑" panose="020B0503020204020204" charset="-122"/>
                <a:sym typeface="+mn-ea"/>
              </a:rPr>
              <a:t>“十四五”期间接收安置</a:t>
            </a:r>
            <a:r>
              <a:rPr lang="en-US" altLang="zh-CN">
                <a:solidFill>
                  <a:srgbClr val="0F1115"/>
                </a:solidFill>
                <a:latin typeface="微软雅黑" panose="020B0503020204020204" charset="-122"/>
                <a:ea typeface="微软雅黑" panose="020B0503020204020204" charset="-122"/>
                <a:cs typeface="微软雅黑" panose="020B0503020204020204" charset="-122"/>
                <a:sym typeface="+mn-ea"/>
              </a:rPr>
              <a:t>25</a:t>
            </a:r>
            <a:r>
              <a:rPr lang="zh-CN" altLang="en-US">
                <a:solidFill>
                  <a:srgbClr val="0F1115"/>
                </a:solidFill>
                <a:latin typeface="微软雅黑" panose="020B0503020204020204" charset="-122"/>
                <a:ea typeface="微软雅黑" panose="020B0503020204020204" charset="-122"/>
                <a:cs typeface="微软雅黑" panose="020B0503020204020204" charset="-122"/>
                <a:sym typeface="+mn-ea"/>
              </a:rPr>
              <a:t>万余名转业军官和安排工作的退役士兵。</a:t>
            </a:r>
            <a:endParaRPr lang="zh-CN" altLang="en-US" b="0" i="0">
              <a:solidFill>
                <a:srgbClr val="0F1115"/>
              </a:solidFill>
              <a:latin typeface="微软雅黑" panose="020B0503020204020204" charset="-122"/>
              <a:ea typeface="微软雅黑" panose="020B0503020204020204" charset="-122"/>
              <a:cs typeface="微软雅黑" panose="020B0503020204020204" charset="-122"/>
            </a:endParaRPr>
          </a:p>
        </p:txBody>
      </p:sp>
      <p:sp>
        <p:nvSpPr>
          <p:cNvPr id="3" name="文本框 2"/>
          <p:cNvSpPr txBox="1"/>
          <p:nvPr/>
        </p:nvSpPr>
        <p:spPr>
          <a:xfrm>
            <a:off x="6190615" y="6447155"/>
            <a:ext cx="6096000" cy="368300"/>
          </a:xfrm>
          <a:prstGeom prst="rect">
            <a:avLst/>
          </a:prstGeom>
          <a:noFill/>
        </p:spPr>
        <p:txBody>
          <a:bodyPr wrap="square" rtlCol="0" anchor="t">
            <a:spAutoFit/>
          </a:bodyPr>
          <a:p>
            <a:r>
              <a:rPr lang="zh-CN" altLang="en-US">
                <a:sym typeface="+mn-ea"/>
              </a:rPr>
              <a:t>数据来源：《做好新时代新征程退役军人工作的重大意义》</a:t>
            </a:r>
            <a:endParaRPr lang="zh-CN" altLang="en-US">
              <a:sym typeface="+mn-ea"/>
            </a:endParaRPr>
          </a:p>
        </p:txBody>
      </p:sp>
    </p:spTree>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arn(inVertical)">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9"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 name="图片 60"/>
          <p:cNvPicPr>
            <a:picLocks noChangeAspect="1"/>
          </p:cNvPicPr>
          <p:nvPr/>
        </p:nvPicPr>
        <p:blipFill>
          <a:blip r:embed="rId1"/>
          <a:srcRect l="1166" t="25263"/>
          <a:stretch>
            <a:fillRect/>
          </a:stretch>
        </p:blipFill>
        <p:spPr>
          <a:xfrm>
            <a:off x="1" y="1"/>
            <a:ext cx="12174415" cy="5125479"/>
          </a:xfrm>
          <a:custGeom>
            <a:avLst/>
            <a:gdLst>
              <a:gd name="connsiteX0" fmla="*/ 0 w 12174415"/>
              <a:gd name="connsiteY0" fmla="*/ 0 h 5125479"/>
              <a:gd name="connsiteX1" fmla="*/ 12174415 w 12174415"/>
              <a:gd name="connsiteY1" fmla="*/ 0 h 5125479"/>
              <a:gd name="connsiteX2" fmla="*/ 12174415 w 12174415"/>
              <a:gd name="connsiteY2" fmla="*/ 5125479 h 5125479"/>
              <a:gd name="connsiteX3" fmla="*/ 0 w 12174415"/>
              <a:gd name="connsiteY3" fmla="*/ 5125479 h 5125479"/>
            </a:gdLst>
            <a:ahLst/>
            <a:cxnLst>
              <a:cxn ang="0">
                <a:pos x="connsiteX0" y="connsiteY0"/>
              </a:cxn>
              <a:cxn ang="0">
                <a:pos x="connsiteX1" y="connsiteY1"/>
              </a:cxn>
              <a:cxn ang="0">
                <a:pos x="connsiteX2" y="connsiteY2"/>
              </a:cxn>
              <a:cxn ang="0">
                <a:pos x="connsiteX3" y="connsiteY3"/>
              </a:cxn>
            </a:cxnLst>
            <a:rect l="l" t="t" r="r" b="b"/>
            <a:pathLst>
              <a:path w="12174415" h="5125479">
                <a:moveTo>
                  <a:pt x="0" y="0"/>
                </a:moveTo>
                <a:lnTo>
                  <a:pt x="12174415" y="0"/>
                </a:lnTo>
                <a:lnTo>
                  <a:pt x="12174415" y="5125479"/>
                </a:lnTo>
                <a:lnTo>
                  <a:pt x="0" y="5125479"/>
                </a:lnTo>
                <a:close/>
              </a:path>
            </a:pathLst>
          </a:custGeom>
        </p:spPr>
      </p:pic>
      <p:sp>
        <p:nvSpPr>
          <p:cNvPr id="8" name="矩形 7" descr="7b0a2020202022776f7264617274223a2022220a7d0a"/>
          <p:cNvSpPr/>
          <p:nvPr/>
        </p:nvSpPr>
        <p:spPr>
          <a:xfrm>
            <a:off x="1084580" y="2025015"/>
            <a:ext cx="10022840" cy="2807970"/>
          </a:xfrm>
          <a:prstGeom prst="rect">
            <a:avLst/>
          </a:prstGeom>
          <a:noFill/>
        </p:spPr>
        <p:txBody>
          <a:bodyPr wrap="none" lIns="90170" tIns="46990" rIns="90170" bIns="46990" rtlCol="0" anchor="t">
            <a:normAutofit lnSpcReduction="10000"/>
            <a:scene3d>
              <a:camera prst="obliqueTopRight"/>
              <a:lightRig rig="flat" dir="t"/>
            </a:scene3d>
            <a:sp3d prstMaterial="matte">
              <a:extrusionClr>
                <a:schemeClr val="tx2">
                  <a:lumMod val="90000"/>
                  <a:lumOff val="10000"/>
                </a:schemeClr>
              </a:extrusionClr>
              <a:contourClr>
                <a:schemeClr val="bg1"/>
              </a:contourClr>
            </a:sp3d>
          </a:bodyPr>
          <a:lstStyle/>
          <a:p>
            <a:pPr algn="ctr"/>
            <a:endParaRPr lang="zh-CN" altLang="en-US" sz="18600" b="1">
              <a:ln w="41275" cap="rnd" cmpd="sng">
                <a:solidFill>
                  <a:srgbClr val="F6DE00"/>
                </a:solidFill>
                <a:prstDash val="solid"/>
              </a:ln>
              <a:solidFill>
                <a:srgbClr val="ED6145"/>
              </a:solidFill>
              <a:effectLst>
                <a:reflection blurRad="50800" stA="30000" endA="900" endPos="60000" dist="88900" dir="5400000" sy="-100000" algn="bl" rotWithShape="0"/>
              </a:effectLst>
              <a:latin typeface="汉仪超粗宋简" panose="02010600000101010101" charset="-122"/>
              <a:ea typeface="汉仪超粗宋简" panose="02010600000101010101" charset="-122"/>
            </a:endParaRPr>
          </a:p>
        </p:txBody>
      </p:sp>
      <p:sp>
        <p:nvSpPr>
          <p:cNvPr id="35" name="矩形 34" descr="7b0a2020202022776f7264617274223a2022220a7d0a"/>
          <p:cNvSpPr/>
          <p:nvPr/>
        </p:nvSpPr>
        <p:spPr>
          <a:xfrm>
            <a:off x="1084580" y="2025015"/>
            <a:ext cx="10022840" cy="2807970"/>
          </a:xfrm>
          <a:prstGeom prst="rect">
            <a:avLst/>
          </a:prstGeom>
          <a:noFill/>
        </p:spPr>
        <p:txBody>
          <a:bodyPr wrap="none" lIns="90170" tIns="46990" rIns="90170" bIns="46990" rtlCol="0" anchor="t">
            <a:normAutofit lnSpcReduction="10000"/>
            <a:scene3d>
              <a:camera prst="obliqueTopRight"/>
              <a:lightRig rig="flat" dir="t"/>
            </a:scene3d>
            <a:sp3d prstMaterial="matte">
              <a:extrusionClr>
                <a:schemeClr val="tx2">
                  <a:lumMod val="90000"/>
                  <a:lumOff val="10000"/>
                </a:schemeClr>
              </a:extrusionClr>
              <a:contourClr>
                <a:schemeClr val="bg1"/>
              </a:contourClr>
            </a:sp3d>
          </a:bodyPr>
          <a:lstStyle/>
          <a:p>
            <a:pPr algn="ctr"/>
            <a:endParaRPr lang="zh-CN" altLang="en-US" sz="18600" b="1">
              <a:ln w="41275" cap="rnd" cmpd="sng">
                <a:solidFill>
                  <a:srgbClr val="F6DE00"/>
                </a:solidFill>
                <a:prstDash val="solid"/>
              </a:ln>
              <a:solidFill>
                <a:srgbClr val="ED6145"/>
              </a:solidFill>
              <a:effectLst>
                <a:reflection blurRad="50800" stA="30000" endA="900" endPos="60000" dist="88900" dir="5400000" sy="-100000" algn="bl" rotWithShape="0"/>
              </a:effectLst>
              <a:latin typeface="汉仪超粗宋简" panose="02010600000101010101" charset="-122"/>
              <a:ea typeface="汉仪超粗宋简" panose="02010600000101010101" charset="-122"/>
            </a:endParaRPr>
          </a:p>
        </p:txBody>
      </p:sp>
      <p:sp>
        <p:nvSpPr>
          <p:cNvPr id="40" name="矩形: 圆角 24"/>
          <p:cNvSpPr/>
          <p:nvPr/>
        </p:nvSpPr>
        <p:spPr>
          <a:xfrm>
            <a:off x="210185" y="961390"/>
            <a:ext cx="3216505" cy="534035"/>
          </a:xfrm>
          <a:prstGeom prst="roundRect">
            <a:avLst>
              <a:gd name="adj" fmla="val 29695"/>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altLang="zh-CN" sz="2800" b="0" dirty="0">
                <a:solidFill>
                  <a:prstClr val="black"/>
                </a:solidFill>
                <a:latin typeface="微软雅黑" panose="020B0503020204020204" charset="-122"/>
                <a:ea typeface="微软雅黑" panose="020B0503020204020204" charset="-122"/>
                <a:cs typeface="微软雅黑" panose="020B0503020204020204" charset="-122"/>
                <a:sym typeface="微软雅黑" panose="020B0503020204020204" charset="-122"/>
              </a:rPr>
              <a:t>1.2</a:t>
            </a:r>
            <a:r>
              <a:rPr lang="zh-CN" altLang="en-US" sz="2800" dirty="0">
                <a:solidFill>
                  <a:prstClr val="black"/>
                </a:solidFill>
                <a:latin typeface="微软雅黑" panose="020B0503020204020204" charset="-122"/>
                <a:ea typeface="微软雅黑" panose="020B0503020204020204" charset="-122"/>
                <a:cs typeface="微软雅黑" panose="020B0503020204020204" charset="-122"/>
                <a:sym typeface="微软雅黑" panose="020B0503020204020204" charset="-122"/>
              </a:rPr>
              <a:t>政策</a:t>
            </a:r>
            <a:r>
              <a:rPr lang="zh-CN" altLang="en-US" sz="2800" b="0" dirty="0">
                <a:solidFill>
                  <a:prstClr val="black"/>
                </a:solidFill>
                <a:latin typeface="微软雅黑" panose="020B0503020204020204" charset="-122"/>
                <a:ea typeface="微软雅黑" panose="020B0503020204020204" charset="-122"/>
                <a:cs typeface="微软雅黑" panose="020B0503020204020204" charset="-122"/>
                <a:sym typeface="微软雅黑" panose="020B0503020204020204" charset="-122"/>
              </a:rPr>
              <a:t>背景</a:t>
            </a:r>
            <a:endParaRPr lang="zh-CN" altLang="en-US" sz="2800" dirty="0">
              <a:solidFill>
                <a:prstClr val="black"/>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38" name="图片 37" descr="箭头"/>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flipH="1">
            <a:off x="365760" y="1035685"/>
            <a:ext cx="369570" cy="369570"/>
          </a:xfrm>
          <a:prstGeom prst="rect">
            <a:avLst/>
          </a:prstGeom>
        </p:spPr>
      </p:pic>
      <p:grpSp>
        <p:nvGrpSpPr>
          <p:cNvPr id="26" name="组合 25"/>
          <p:cNvGrpSpPr/>
          <p:nvPr/>
        </p:nvGrpSpPr>
        <p:grpSpPr>
          <a:xfrm>
            <a:off x="-3214225" y="1591505"/>
            <a:ext cx="7878079" cy="4867660"/>
            <a:chOff x="-3214225" y="1591505"/>
            <a:chExt cx="7878079" cy="4867660"/>
          </a:xfrm>
        </p:grpSpPr>
        <p:sp>
          <p:nvSpPr>
            <p:cNvPr id="2" name="任意多边形: 形状 1"/>
            <p:cNvSpPr/>
            <p:nvPr/>
          </p:nvSpPr>
          <p:spPr>
            <a:xfrm rot="335339">
              <a:off x="-3193193" y="1591505"/>
              <a:ext cx="7857047" cy="4867660"/>
            </a:xfrm>
            <a:custGeom>
              <a:avLst/>
              <a:gdLst>
                <a:gd name="connsiteX0" fmla="*/ 0 w 8714343"/>
                <a:gd name="connsiteY0" fmla="*/ 0 h 5376372"/>
                <a:gd name="connsiteX1" fmla="*/ 2465 w 8714343"/>
                <a:gd name="connsiteY1" fmla="*/ 0 h 5376372"/>
                <a:gd name="connsiteX2" fmla="*/ 47432 w 8714343"/>
                <a:gd name="connsiteY2" fmla="*/ 31218 h 5376372"/>
                <a:gd name="connsiteX3" fmla="*/ 299960 w 8714343"/>
                <a:gd name="connsiteY3" fmla="*/ 70509 h 5376372"/>
                <a:gd name="connsiteX4" fmla="*/ 1062667 w 8714343"/>
                <a:gd name="connsiteY4" fmla="*/ 40535 h 5376372"/>
                <a:gd name="connsiteX5" fmla="*/ 2303688 w 8714343"/>
                <a:gd name="connsiteY5" fmla="*/ 8418 h 5376372"/>
                <a:gd name="connsiteX6" fmla="*/ 3408148 w 8714343"/>
                <a:gd name="connsiteY6" fmla="*/ 15185 h 5376372"/>
                <a:gd name="connsiteX7" fmla="*/ 4105666 w 8714343"/>
                <a:gd name="connsiteY7" fmla="*/ 36253 h 5376372"/>
                <a:gd name="connsiteX8" fmla="*/ 4333662 w 8714343"/>
                <a:gd name="connsiteY8" fmla="*/ 84125 h 5376372"/>
                <a:gd name="connsiteX9" fmla="*/ 4345807 w 8714343"/>
                <a:gd name="connsiteY9" fmla="*/ 78830 h 5376372"/>
                <a:gd name="connsiteX10" fmla="*/ 4359213 w 8714343"/>
                <a:gd name="connsiteY10" fmla="*/ 84432 h 5376372"/>
                <a:gd name="connsiteX11" fmla="*/ 4958067 w 8714343"/>
                <a:gd name="connsiteY11" fmla="*/ 7455 h 5376372"/>
                <a:gd name="connsiteX12" fmla="*/ 5068449 w 8714343"/>
                <a:gd name="connsiteY12" fmla="*/ 2548 h 5376372"/>
                <a:gd name="connsiteX13" fmla="*/ 5153206 w 8714343"/>
                <a:gd name="connsiteY13" fmla="*/ 0 h 5376372"/>
                <a:gd name="connsiteX14" fmla="*/ 6321645 w 8714343"/>
                <a:gd name="connsiteY14" fmla="*/ 0 h 5376372"/>
                <a:gd name="connsiteX15" fmla="*/ 6352058 w 8714343"/>
                <a:gd name="connsiteY15" fmla="*/ 604 h 5376372"/>
                <a:gd name="connsiteX16" fmla="*/ 7146257 w 8714343"/>
                <a:gd name="connsiteY16" fmla="*/ 23018 h 5376372"/>
                <a:gd name="connsiteX17" fmla="*/ 8124272 w 8714343"/>
                <a:gd name="connsiteY17" fmla="*/ 65128 h 5376372"/>
                <a:gd name="connsiteX18" fmla="*/ 8481864 w 8714343"/>
                <a:gd name="connsiteY18" fmla="*/ 57698 h 5376372"/>
                <a:gd name="connsiteX19" fmla="*/ 8663775 w 8714343"/>
                <a:gd name="connsiteY19" fmla="*/ 33006 h 5376372"/>
                <a:gd name="connsiteX20" fmla="*/ 8714343 w 8714343"/>
                <a:gd name="connsiteY20" fmla="*/ 18455 h 5376372"/>
                <a:gd name="connsiteX21" fmla="*/ 8714343 w 8714343"/>
                <a:gd name="connsiteY21" fmla="*/ 5321081 h 5376372"/>
                <a:gd name="connsiteX22" fmla="*/ 8662700 w 8714343"/>
                <a:gd name="connsiteY22" fmla="*/ 5332614 h 5376372"/>
                <a:gd name="connsiteX23" fmla="*/ 8294914 w 8714343"/>
                <a:gd name="connsiteY23" fmla="*/ 5355844 h 5376372"/>
                <a:gd name="connsiteX24" fmla="*/ 7778519 w 8714343"/>
                <a:gd name="connsiteY24" fmla="*/ 5338320 h 5376372"/>
                <a:gd name="connsiteX25" fmla="*/ 6370432 w 8714343"/>
                <a:gd name="connsiteY25" fmla="*/ 5293207 h 5376372"/>
                <a:gd name="connsiteX26" fmla="*/ 5238586 w 8714343"/>
                <a:gd name="connsiteY26" fmla="*/ 5289120 h 5376372"/>
                <a:gd name="connsiteX27" fmla="*/ 4803801 w 8714343"/>
                <a:gd name="connsiteY27" fmla="*/ 5323160 h 5376372"/>
                <a:gd name="connsiteX28" fmla="*/ 4438901 w 8714343"/>
                <a:gd name="connsiteY28" fmla="*/ 5375882 h 5376372"/>
                <a:gd name="connsiteX29" fmla="*/ 4430836 w 8714343"/>
                <a:gd name="connsiteY29" fmla="*/ 5376372 h 5376372"/>
                <a:gd name="connsiteX30" fmla="*/ 4333297 w 8714343"/>
                <a:gd name="connsiteY30" fmla="*/ 5376371 h 5376372"/>
                <a:gd name="connsiteX31" fmla="*/ 4332803 w 8714343"/>
                <a:gd name="connsiteY31" fmla="*/ 5375630 h 5376372"/>
                <a:gd name="connsiteX32" fmla="*/ 4300780 w 8714343"/>
                <a:gd name="connsiteY32" fmla="*/ 5355369 h 5376372"/>
                <a:gd name="connsiteX33" fmla="*/ 4212636 w 8714343"/>
                <a:gd name="connsiteY33" fmla="*/ 5332792 h 5376372"/>
                <a:gd name="connsiteX34" fmla="*/ 4203061 w 8714343"/>
                <a:gd name="connsiteY34" fmla="*/ 5332633 h 5376372"/>
                <a:gd name="connsiteX35" fmla="*/ 4174661 w 8714343"/>
                <a:gd name="connsiteY35" fmla="*/ 5325741 h 5376372"/>
                <a:gd name="connsiteX36" fmla="*/ 3900294 w 8714343"/>
                <a:gd name="connsiteY36" fmla="*/ 5305235 h 5376372"/>
                <a:gd name="connsiteX37" fmla="*/ 1904097 w 8714343"/>
                <a:gd name="connsiteY37" fmla="*/ 5292153 h 5376372"/>
                <a:gd name="connsiteX38" fmla="*/ 766711 w 8714343"/>
                <a:gd name="connsiteY38" fmla="*/ 5318382 h 5376372"/>
                <a:gd name="connsiteX39" fmla="*/ 204293 w 8714343"/>
                <a:gd name="connsiteY39" fmla="*/ 5352151 h 5376372"/>
                <a:gd name="connsiteX40" fmla="*/ 7875 w 8714343"/>
                <a:gd name="connsiteY40" fmla="*/ 5287730 h 5376372"/>
                <a:gd name="connsiteX41" fmla="*/ 0 w 8714343"/>
                <a:gd name="connsiteY41" fmla="*/ 5285288 h 537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8714343" h="5376372">
                  <a:moveTo>
                    <a:pt x="0" y="0"/>
                  </a:moveTo>
                  <a:lnTo>
                    <a:pt x="2465" y="0"/>
                  </a:lnTo>
                  <a:lnTo>
                    <a:pt x="47432" y="31218"/>
                  </a:lnTo>
                  <a:cubicBezTo>
                    <a:pt x="99119" y="57663"/>
                    <a:pt x="167046" y="65172"/>
                    <a:pt x="299960" y="70509"/>
                  </a:cubicBezTo>
                  <a:cubicBezTo>
                    <a:pt x="477179" y="77625"/>
                    <a:pt x="728712" y="50884"/>
                    <a:pt x="1062667" y="40535"/>
                  </a:cubicBezTo>
                  <a:cubicBezTo>
                    <a:pt x="1062667" y="40535"/>
                    <a:pt x="1912774" y="12643"/>
                    <a:pt x="2303688" y="8418"/>
                  </a:cubicBezTo>
                  <a:lnTo>
                    <a:pt x="3408148" y="15185"/>
                  </a:lnTo>
                  <a:cubicBezTo>
                    <a:pt x="3408148" y="15185"/>
                    <a:pt x="3951413" y="24763"/>
                    <a:pt x="4105666" y="36253"/>
                  </a:cubicBezTo>
                  <a:cubicBezTo>
                    <a:pt x="4259918" y="47743"/>
                    <a:pt x="4288782" y="92770"/>
                    <a:pt x="4333662" y="84125"/>
                  </a:cubicBezTo>
                  <a:lnTo>
                    <a:pt x="4345807" y="78830"/>
                  </a:lnTo>
                  <a:lnTo>
                    <a:pt x="4359213" y="84432"/>
                  </a:lnTo>
                  <a:cubicBezTo>
                    <a:pt x="4462436" y="106488"/>
                    <a:pt x="4680830" y="22334"/>
                    <a:pt x="4958067" y="7455"/>
                  </a:cubicBezTo>
                  <a:cubicBezTo>
                    <a:pt x="4992722" y="5595"/>
                    <a:pt x="5029648" y="3968"/>
                    <a:pt x="5068449" y="2548"/>
                  </a:cubicBezTo>
                  <a:lnTo>
                    <a:pt x="5153206" y="0"/>
                  </a:lnTo>
                  <a:lnTo>
                    <a:pt x="6321645" y="0"/>
                  </a:lnTo>
                  <a:lnTo>
                    <a:pt x="6352058" y="604"/>
                  </a:lnTo>
                  <a:cubicBezTo>
                    <a:pt x="6719362" y="8805"/>
                    <a:pt x="7146257" y="23018"/>
                    <a:pt x="7146257" y="23018"/>
                  </a:cubicBezTo>
                  <a:lnTo>
                    <a:pt x="8124272" y="65128"/>
                  </a:lnTo>
                  <a:cubicBezTo>
                    <a:pt x="8346873" y="70908"/>
                    <a:pt x="8370069" y="73232"/>
                    <a:pt x="8481864" y="57698"/>
                  </a:cubicBezTo>
                  <a:cubicBezTo>
                    <a:pt x="8537761" y="49931"/>
                    <a:pt x="8604989" y="44501"/>
                    <a:pt x="8663775" y="33006"/>
                  </a:cubicBezTo>
                  <a:lnTo>
                    <a:pt x="8714343" y="18455"/>
                  </a:lnTo>
                  <a:lnTo>
                    <a:pt x="8714343" y="5321081"/>
                  </a:lnTo>
                  <a:lnTo>
                    <a:pt x="8662700" y="5332614"/>
                  </a:lnTo>
                  <a:cubicBezTo>
                    <a:pt x="8572887" y="5342111"/>
                    <a:pt x="8442277" y="5354892"/>
                    <a:pt x="8294914" y="5355844"/>
                  </a:cubicBezTo>
                  <a:cubicBezTo>
                    <a:pt x="8147551" y="5356795"/>
                    <a:pt x="8099266" y="5348760"/>
                    <a:pt x="7778519" y="5338320"/>
                  </a:cubicBezTo>
                  <a:cubicBezTo>
                    <a:pt x="7778519" y="5338320"/>
                    <a:pt x="6793754" y="5301407"/>
                    <a:pt x="6370432" y="5293207"/>
                  </a:cubicBezTo>
                  <a:cubicBezTo>
                    <a:pt x="5947110" y="5285007"/>
                    <a:pt x="5499691" y="5284128"/>
                    <a:pt x="5238586" y="5289120"/>
                  </a:cubicBezTo>
                  <a:cubicBezTo>
                    <a:pt x="4977481" y="5294112"/>
                    <a:pt x="4937082" y="5308700"/>
                    <a:pt x="4803801" y="5323160"/>
                  </a:cubicBezTo>
                  <a:cubicBezTo>
                    <a:pt x="4803801" y="5323160"/>
                    <a:pt x="4514892" y="5362775"/>
                    <a:pt x="4438901" y="5375882"/>
                  </a:cubicBezTo>
                  <a:lnTo>
                    <a:pt x="4430836" y="5376372"/>
                  </a:lnTo>
                  <a:lnTo>
                    <a:pt x="4333297" y="5376371"/>
                  </a:lnTo>
                  <a:lnTo>
                    <a:pt x="4332803" y="5375630"/>
                  </a:lnTo>
                  <a:cubicBezTo>
                    <a:pt x="4325237" y="5368041"/>
                    <a:pt x="4313370" y="5360872"/>
                    <a:pt x="4300780" y="5355369"/>
                  </a:cubicBezTo>
                  <a:cubicBezTo>
                    <a:pt x="4281895" y="5347115"/>
                    <a:pt x="4242006" y="5336132"/>
                    <a:pt x="4212636" y="5332792"/>
                  </a:cubicBezTo>
                  <a:lnTo>
                    <a:pt x="4203061" y="5332633"/>
                  </a:lnTo>
                  <a:lnTo>
                    <a:pt x="4174661" y="5325741"/>
                  </a:lnTo>
                  <a:cubicBezTo>
                    <a:pt x="4128721" y="5317442"/>
                    <a:pt x="4048610" y="5310394"/>
                    <a:pt x="3900294" y="5305235"/>
                  </a:cubicBezTo>
                  <a:cubicBezTo>
                    <a:pt x="3504784" y="5291478"/>
                    <a:pt x="2426360" y="5289961"/>
                    <a:pt x="1904097" y="5292153"/>
                  </a:cubicBezTo>
                  <a:cubicBezTo>
                    <a:pt x="1381833" y="5294344"/>
                    <a:pt x="1050011" y="5308382"/>
                    <a:pt x="766711" y="5318382"/>
                  </a:cubicBezTo>
                  <a:cubicBezTo>
                    <a:pt x="483410" y="5328382"/>
                    <a:pt x="338299" y="5359597"/>
                    <a:pt x="204293" y="5352151"/>
                  </a:cubicBezTo>
                  <a:cubicBezTo>
                    <a:pt x="103788" y="5346567"/>
                    <a:pt x="53188" y="5308983"/>
                    <a:pt x="7875" y="5287730"/>
                  </a:cubicBezTo>
                  <a:lnTo>
                    <a:pt x="0" y="5285288"/>
                  </a:lnTo>
                  <a:close/>
                </a:path>
              </a:pathLst>
            </a:custGeom>
            <a:solidFill>
              <a:sysClr val="window" lastClr="FFFFFF"/>
            </a:solidFill>
            <a:ln w="57150" cap="flat" cmpd="sng" algn="ctr">
              <a:solidFill>
                <a:schemeClr val="accent1">
                  <a:alpha val="40000"/>
                </a:schemeClr>
              </a:solidFill>
              <a:prstDash val="solid"/>
              <a:miter lim="800000"/>
            </a:ln>
            <a:effectLst>
              <a:outerShdw blurRad="571500" dist="38100" dir="5400000" algn="t" rotWithShape="0">
                <a:schemeClr val="accent1">
                  <a:lumMod val="60000"/>
                  <a:lumOff val="40000"/>
                  <a:alpha val="40000"/>
                </a:schemeClr>
              </a:outerShdw>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3" name="任意多边形: 形状 2"/>
            <p:cNvSpPr/>
            <p:nvPr/>
          </p:nvSpPr>
          <p:spPr>
            <a:xfrm rot="335339">
              <a:off x="-3214225" y="1596837"/>
              <a:ext cx="7796163" cy="4716258"/>
            </a:xfrm>
            <a:custGeom>
              <a:avLst/>
              <a:gdLst>
                <a:gd name="connsiteX0" fmla="*/ 0 w 8714343"/>
                <a:gd name="connsiteY0" fmla="*/ 0 h 5376372"/>
                <a:gd name="connsiteX1" fmla="*/ 2465 w 8714343"/>
                <a:gd name="connsiteY1" fmla="*/ 0 h 5376372"/>
                <a:gd name="connsiteX2" fmla="*/ 47432 w 8714343"/>
                <a:gd name="connsiteY2" fmla="*/ 31218 h 5376372"/>
                <a:gd name="connsiteX3" fmla="*/ 299960 w 8714343"/>
                <a:gd name="connsiteY3" fmla="*/ 70509 h 5376372"/>
                <a:gd name="connsiteX4" fmla="*/ 1062667 w 8714343"/>
                <a:gd name="connsiteY4" fmla="*/ 40535 h 5376372"/>
                <a:gd name="connsiteX5" fmla="*/ 2303688 w 8714343"/>
                <a:gd name="connsiteY5" fmla="*/ 8418 h 5376372"/>
                <a:gd name="connsiteX6" fmla="*/ 3408148 w 8714343"/>
                <a:gd name="connsiteY6" fmla="*/ 15185 h 5376372"/>
                <a:gd name="connsiteX7" fmla="*/ 4105666 w 8714343"/>
                <a:gd name="connsiteY7" fmla="*/ 36253 h 5376372"/>
                <a:gd name="connsiteX8" fmla="*/ 4333662 w 8714343"/>
                <a:gd name="connsiteY8" fmla="*/ 84125 h 5376372"/>
                <a:gd name="connsiteX9" fmla="*/ 4345807 w 8714343"/>
                <a:gd name="connsiteY9" fmla="*/ 78830 h 5376372"/>
                <a:gd name="connsiteX10" fmla="*/ 4359213 w 8714343"/>
                <a:gd name="connsiteY10" fmla="*/ 84432 h 5376372"/>
                <a:gd name="connsiteX11" fmla="*/ 4958067 w 8714343"/>
                <a:gd name="connsiteY11" fmla="*/ 7455 h 5376372"/>
                <a:gd name="connsiteX12" fmla="*/ 5068449 w 8714343"/>
                <a:gd name="connsiteY12" fmla="*/ 2548 h 5376372"/>
                <a:gd name="connsiteX13" fmla="*/ 5153206 w 8714343"/>
                <a:gd name="connsiteY13" fmla="*/ 0 h 5376372"/>
                <a:gd name="connsiteX14" fmla="*/ 6321645 w 8714343"/>
                <a:gd name="connsiteY14" fmla="*/ 0 h 5376372"/>
                <a:gd name="connsiteX15" fmla="*/ 6352058 w 8714343"/>
                <a:gd name="connsiteY15" fmla="*/ 604 h 5376372"/>
                <a:gd name="connsiteX16" fmla="*/ 7146257 w 8714343"/>
                <a:gd name="connsiteY16" fmla="*/ 23018 h 5376372"/>
                <a:gd name="connsiteX17" fmla="*/ 8124272 w 8714343"/>
                <a:gd name="connsiteY17" fmla="*/ 65128 h 5376372"/>
                <a:gd name="connsiteX18" fmla="*/ 8481864 w 8714343"/>
                <a:gd name="connsiteY18" fmla="*/ 57698 h 5376372"/>
                <a:gd name="connsiteX19" fmla="*/ 8663775 w 8714343"/>
                <a:gd name="connsiteY19" fmla="*/ 33006 h 5376372"/>
                <a:gd name="connsiteX20" fmla="*/ 8714343 w 8714343"/>
                <a:gd name="connsiteY20" fmla="*/ 18455 h 5376372"/>
                <a:gd name="connsiteX21" fmla="*/ 8714343 w 8714343"/>
                <a:gd name="connsiteY21" fmla="*/ 5321081 h 5376372"/>
                <a:gd name="connsiteX22" fmla="*/ 8662700 w 8714343"/>
                <a:gd name="connsiteY22" fmla="*/ 5332614 h 5376372"/>
                <a:gd name="connsiteX23" fmla="*/ 8294914 w 8714343"/>
                <a:gd name="connsiteY23" fmla="*/ 5355844 h 5376372"/>
                <a:gd name="connsiteX24" fmla="*/ 7778519 w 8714343"/>
                <a:gd name="connsiteY24" fmla="*/ 5338320 h 5376372"/>
                <a:gd name="connsiteX25" fmla="*/ 6370432 w 8714343"/>
                <a:gd name="connsiteY25" fmla="*/ 5293207 h 5376372"/>
                <a:gd name="connsiteX26" fmla="*/ 5238586 w 8714343"/>
                <a:gd name="connsiteY26" fmla="*/ 5289120 h 5376372"/>
                <a:gd name="connsiteX27" fmla="*/ 4803801 w 8714343"/>
                <a:gd name="connsiteY27" fmla="*/ 5323160 h 5376372"/>
                <a:gd name="connsiteX28" fmla="*/ 4438901 w 8714343"/>
                <a:gd name="connsiteY28" fmla="*/ 5375882 h 5376372"/>
                <a:gd name="connsiteX29" fmla="*/ 4430836 w 8714343"/>
                <a:gd name="connsiteY29" fmla="*/ 5376372 h 5376372"/>
                <a:gd name="connsiteX30" fmla="*/ 4333297 w 8714343"/>
                <a:gd name="connsiteY30" fmla="*/ 5376371 h 5376372"/>
                <a:gd name="connsiteX31" fmla="*/ 4332803 w 8714343"/>
                <a:gd name="connsiteY31" fmla="*/ 5375630 h 5376372"/>
                <a:gd name="connsiteX32" fmla="*/ 4300780 w 8714343"/>
                <a:gd name="connsiteY32" fmla="*/ 5355369 h 5376372"/>
                <a:gd name="connsiteX33" fmla="*/ 4212636 w 8714343"/>
                <a:gd name="connsiteY33" fmla="*/ 5332792 h 5376372"/>
                <a:gd name="connsiteX34" fmla="*/ 4203061 w 8714343"/>
                <a:gd name="connsiteY34" fmla="*/ 5332633 h 5376372"/>
                <a:gd name="connsiteX35" fmla="*/ 4174661 w 8714343"/>
                <a:gd name="connsiteY35" fmla="*/ 5325741 h 5376372"/>
                <a:gd name="connsiteX36" fmla="*/ 3900294 w 8714343"/>
                <a:gd name="connsiteY36" fmla="*/ 5305235 h 5376372"/>
                <a:gd name="connsiteX37" fmla="*/ 1904097 w 8714343"/>
                <a:gd name="connsiteY37" fmla="*/ 5292153 h 5376372"/>
                <a:gd name="connsiteX38" fmla="*/ 766711 w 8714343"/>
                <a:gd name="connsiteY38" fmla="*/ 5318382 h 5376372"/>
                <a:gd name="connsiteX39" fmla="*/ 204293 w 8714343"/>
                <a:gd name="connsiteY39" fmla="*/ 5352151 h 5376372"/>
                <a:gd name="connsiteX40" fmla="*/ 7875 w 8714343"/>
                <a:gd name="connsiteY40" fmla="*/ 5287730 h 5376372"/>
                <a:gd name="connsiteX41" fmla="*/ 0 w 8714343"/>
                <a:gd name="connsiteY41" fmla="*/ 5285288 h 537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8714343" h="5376372">
                  <a:moveTo>
                    <a:pt x="0" y="0"/>
                  </a:moveTo>
                  <a:lnTo>
                    <a:pt x="2465" y="0"/>
                  </a:lnTo>
                  <a:lnTo>
                    <a:pt x="47432" y="31218"/>
                  </a:lnTo>
                  <a:cubicBezTo>
                    <a:pt x="99119" y="57663"/>
                    <a:pt x="167046" y="65172"/>
                    <a:pt x="299960" y="70509"/>
                  </a:cubicBezTo>
                  <a:cubicBezTo>
                    <a:pt x="477179" y="77625"/>
                    <a:pt x="728712" y="50884"/>
                    <a:pt x="1062667" y="40535"/>
                  </a:cubicBezTo>
                  <a:cubicBezTo>
                    <a:pt x="1062667" y="40535"/>
                    <a:pt x="1912774" y="12643"/>
                    <a:pt x="2303688" y="8418"/>
                  </a:cubicBezTo>
                  <a:lnTo>
                    <a:pt x="3408148" y="15185"/>
                  </a:lnTo>
                  <a:cubicBezTo>
                    <a:pt x="3408148" y="15185"/>
                    <a:pt x="3951413" y="24763"/>
                    <a:pt x="4105666" y="36253"/>
                  </a:cubicBezTo>
                  <a:cubicBezTo>
                    <a:pt x="4259918" y="47743"/>
                    <a:pt x="4288782" y="92770"/>
                    <a:pt x="4333662" y="84125"/>
                  </a:cubicBezTo>
                  <a:lnTo>
                    <a:pt x="4345807" y="78830"/>
                  </a:lnTo>
                  <a:lnTo>
                    <a:pt x="4359213" y="84432"/>
                  </a:lnTo>
                  <a:cubicBezTo>
                    <a:pt x="4462436" y="106488"/>
                    <a:pt x="4680830" y="22334"/>
                    <a:pt x="4958067" y="7455"/>
                  </a:cubicBezTo>
                  <a:cubicBezTo>
                    <a:pt x="4992722" y="5595"/>
                    <a:pt x="5029648" y="3968"/>
                    <a:pt x="5068449" y="2548"/>
                  </a:cubicBezTo>
                  <a:lnTo>
                    <a:pt x="5153206" y="0"/>
                  </a:lnTo>
                  <a:lnTo>
                    <a:pt x="6321645" y="0"/>
                  </a:lnTo>
                  <a:lnTo>
                    <a:pt x="6352058" y="604"/>
                  </a:lnTo>
                  <a:cubicBezTo>
                    <a:pt x="6719362" y="8805"/>
                    <a:pt x="7146257" y="23018"/>
                    <a:pt x="7146257" y="23018"/>
                  </a:cubicBezTo>
                  <a:lnTo>
                    <a:pt x="8124272" y="65128"/>
                  </a:lnTo>
                  <a:cubicBezTo>
                    <a:pt x="8346873" y="70908"/>
                    <a:pt x="8370069" y="73232"/>
                    <a:pt x="8481864" y="57698"/>
                  </a:cubicBezTo>
                  <a:cubicBezTo>
                    <a:pt x="8537761" y="49931"/>
                    <a:pt x="8604989" y="44501"/>
                    <a:pt x="8663775" y="33006"/>
                  </a:cubicBezTo>
                  <a:lnTo>
                    <a:pt x="8714343" y="18455"/>
                  </a:lnTo>
                  <a:lnTo>
                    <a:pt x="8714343" y="5321081"/>
                  </a:lnTo>
                  <a:lnTo>
                    <a:pt x="8662700" y="5332614"/>
                  </a:lnTo>
                  <a:cubicBezTo>
                    <a:pt x="8572887" y="5342111"/>
                    <a:pt x="8442277" y="5354892"/>
                    <a:pt x="8294914" y="5355844"/>
                  </a:cubicBezTo>
                  <a:cubicBezTo>
                    <a:pt x="8147551" y="5356795"/>
                    <a:pt x="8099266" y="5348760"/>
                    <a:pt x="7778519" y="5338320"/>
                  </a:cubicBezTo>
                  <a:cubicBezTo>
                    <a:pt x="7778519" y="5338320"/>
                    <a:pt x="6793754" y="5301407"/>
                    <a:pt x="6370432" y="5293207"/>
                  </a:cubicBezTo>
                  <a:cubicBezTo>
                    <a:pt x="5947110" y="5285007"/>
                    <a:pt x="5499691" y="5284128"/>
                    <a:pt x="5238586" y="5289120"/>
                  </a:cubicBezTo>
                  <a:cubicBezTo>
                    <a:pt x="4977481" y="5294112"/>
                    <a:pt x="4937082" y="5308700"/>
                    <a:pt x="4803801" y="5323160"/>
                  </a:cubicBezTo>
                  <a:cubicBezTo>
                    <a:pt x="4803801" y="5323160"/>
                    <a:pt x="4514892" y="5362775"/>
                    <a:pt x="4438901" y="5375882"/>
                  </a:cubicBezTo>
                  <a:lnTo>
                    <a:pt x="4430836" y="5376372"/>
                  </a:lnTo>
                  <a:lnTo>
                    <a:pt x="4333297" y="5376371"/>
                  </a:lnTo>
                  <a:lnTo>
                    <a:pt x="4332803" y="5375630"/>
                  </a:lnTo>
                  <a:cubicBezTo>
                    <a:pt x="4325237" y="5368041"/>
                    <a:pt x="4313370" y="5360872"/>
                    <a:pt x="4300780" y="5355369"/>
                  </a:cubicBezTo>
                  <a:cubicBezTo>
                    <a:pt x="4281895" y="5347115"/>
                    <a:pt x="4242006" y="5336132"/>
                    <a:pt x="4212636" y="5332792"/>
                  </a:cubicBezTo>
                  <a:lnTo>
                    <a:pt x="4203061" y="5332633"/>
                  </a:lnTo>
                  <a:lnTo>
                    <a:pt x="4174661" y="5325741"/>
                  </a:lnTo>
                  <a:cubicBezTo>
                    <a:pt x="4128721" y="5317442"/>
                    <a:pt x="4048610" y="5310394"/>
                    <a:pt x="3900294" y="5305235"/>
                  </a:cubicBezTo>
                  <a:cubicBezTo>
                    <a:pt x="3504784" y="5291478"/>
                    <a:pt x="2426360" y="5289961"/>
                    <a:pt x="1904097" y="5292153"/>
                  </a:cubicBezTo>
                  <a:cubicBezTo>
                    <a:pt x="1381833" y="5294344"/>
                    <a:pt x="1050011" y="5308382"/>
                    <a:pt x="766711" y="5318382"/>
                  </a:cubicBezTo>
                  <a:cubicBezTo>
                    <a:pt x="483410" y="5328382"/>
                    <a:pt x="338299" y="5359597"/>
                    <a:pt x="204293" y="5352151"/>
                  </a:cubicBezTo>
                  <a:cubicBezTo>
                    <a:pt x="103788" y="5346567"/>
                    <a:pt x="53188" y="5308983"/>
                    <a:pt x="7875" y="5287730"/>
                  </a:cubicBezTo>
                  <a:lnTo>
                    <a:pt x="0" y="5285288"/>
                  </a:lnTo>
                  <a:close/>
                </a:path>
              </a:pathLst>
            </a:custGeom>
            <a:solidFill>
              <a:sysClr val="window" lastClr="FFFFFF"/>
            </a:solidFill>
            <a:ln w="12700" cap="flat" cmpd="sng" algn="ctr">
              <a:noFill/>
              <a:prstDash val="solid"/>
              <a:miter lim="800000"/>
            </a:ln>
            <a:effectLst>
              <a:outerShdw blurRad="571500" dist="38100" dir="5400000" algn="t" rotWithShape="0">
                <a:schemeClr val="accent1">
                  <a:lumMod val="60000"/>
                  <a:lumOff val="40000"/>
                  <a:alpha val="40000"/>
                </a:schemeClr>
              </a:outerShdw>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grpSp>
      <p:pic>
        <p:nvPicPr>
          <p:cNvPr id="6" name="图片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409698">
            <a:off x="1044310" y="1910636"/>
            <a:ext cx="3585824" cy="2219887"/>
          </a:xfrm>
          <a:prstGeom prst="rect">
            <a:avLst/>
          </a:prstGeom>
        </p:spPr>
      </p:pic>
      <p:grpSp>
        <p:nvGrpSpPr>
          <p:cNvPr id="21" name="组合 20"/>
          <p:cNvGrpSpPr/>
          <p:nvPr/>
        </p:nvGrpSpPr>
        <p:grpSpPr>
          <a:xfrm>
            <a:off x="474826" y="4117820"/>
            <a:ext cx="3969732" cy="2233819"/>
            <a:chOff x="474826" y="4117820"/>
            <a:chExt cx="3969732" cy="2117363"/>
          </a:xfrm>
        </p:grpSpPr>
        <p:pic>
          <p:nvPicPr>
            <p:cNvPr id="11" name="图片 10"/>
            <p:cNvPicPr>
              <a:picLocks noChangeAspect="1"/>
            </p:cNvPicPr>
            <p:nvPr/>
          </p:nvPicPr>
          <p:blipFill>
            <a:blip r:embed="rId6" cstate="print">
              <a:extLst>
                <a:ext uri="{28A0092B-C50C-407E-A947-70E740481C1C}">
                  <a14:useLocalDpi xmlns:a14="http://schemas.microsoft.com/office/drawing/2010/main" val="0"/>
                </a:ext>
              </a:extLst>
            </a:blip>
            <a:srcRect b="72520"/>
            <a:stretch>
              <a:fillRect/>
            </a:stretch>
          </p:blipFill>
          <p:spPr>
            <a:xfrm rot="413612">
              <a:off x="846431" y="4117820"/>
              <a:ext cx="3570607" cy="520273"/>
            </a:xfrm>
            <a:prstGeom prst="rect">
              <a:avLst/>
            </a:prstGeom>
          </p:spPr>
        </p:pic>
        <p:pic>
          <p:nvPicPr>
            <p:cNvPr id="14" name="图片 1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rot="431230">
              <a:off x="708931" y="4592456"/>
              <a:ext cx="3597134" cy="507703"/>
            </a:xfrm>
            <a:prstGeom prst="rect">
              <a:avLst/>
            </a:prstGeom>
          </p:spPr>
        </p:pic>
        <p:pic>
          <p:nvPicPr>
            <p:cNvPr id="18" name="图片 17"/>
            <p:cNvPicPr>
              <a:picLocks noChangeAspect="1"/>
            </p:cNvPicPr>
            <p:nvPr/>
          </p:nvPicPr>
          <p:blipFill>
            <a:blip r:embed="rId8" cstate="print">
              <a:extLst>
                <a:ext uri="{28A0092B-C50C-407E-A947-70E740481C1C}">
                  <a14:useLocalDpi xmlns:a14="http://schemas.microsoft.com/office/drawing/2010/main" val="0"/>
                </a:ext>
              </a:extLst>
            </a:blip>
            <a:srcRect t="95218"/>
            <a:stretch>
              <a:fillRect/>
            </a:stretch>
          </p:blipFill>
          <p:spPr>
            <a:xfrm rot="429554">
              <a:off x="474826" y="5113573"/>
              <a:ext cx="3969732" cy="100653"/>
            </a:xfrm>
            <a:prstGeom prst="rect">
              <a:avLst/>
            </a:prstGeom>
          </p:spPr>
        </p:pic>
        <p:pic>
          <p:nvPicPr>
            <p:cNvPr id="20" name="图片 19"/>
            <p:cNvPicPr>
              <a:picLocks noChangeAspect="1"/>
            </p:cNvPicPr>
            <p:nvPr/>
          </p:nvPicPr>
          <p:blipFill>
            <a:blip r:embed="rId9" cstate="print">
              <a:extLst>
                <a:ext uri="{28A0092B-C50C-407E-A947-70E740481C1C}">
                  <a14:useLocalDpi xmlns:a14="http://schemas.microsoft.com/office/drawing/2010/main" val="0"/>
                </a:ext>
              </a:extLst>
            </a:blip>
            <a:srcRect t="10070"/>
            <a:stretch>
              <a:fillRect/>
            </a:stretch>
          </p:blipFill>
          <p:spPr>
            <a:xfrm rot="414806">
              <a:off x="667370" y="5232927"/>
              <a:ext cx="3680254" cy="1002256"/>
            </a:xfrm>
            <a:prstGeom prst="rect">
              <a:avLst/>
            </a:prstGeom>
          </p:spPr>
        </p:pic>
      </p:grpSp>
      <p:sp>
        <p:nvSpPr>
          <p:cNvPr id="27" name="PA-矩形 53"/>
          <p:cNvSpPr/>
          <p:nvPr>
            <p:custDataLst>
              <p:tags r:id="rId10"/>
            </p:custDataLst>
          </p:nvPr>
        </p:nvSpPr>
        <p:spPr bwMode="auto">
          <a:xfrm>
            <a:off x="7093830" y="1097408"/>
            <a:ext cx="3467616" cy="584775"/>
          </a:xfrm>
          <a:prstGeom prst="rect">
            <a:avLst/>
          </a:prstGeom>
          <a:noFill/>
        </p:spPr>
        <p:txBody>
          <a:bodyPr wrap="none">
            <a:spAutoFit/>
          </a:bodyPr>
          <a:lstStyle/>
          <a:p>
            <a:pPr algn="ctr">
              <a:defRPr/>
            </a:pPr>
            <a:r>
              <a:rPr lang="zh-CN" altLang="en-US" sz="3200" b="1" kern="100" dirty="0">
                <a:latin typeface="微软雅黑" panose="020B0503020204020204" charset="-122"/>
                <a:ea typeface="微软雅黑" panose="020B0503020204020204" charset="-122"/>
                <a:cs typeface="+mn-ea"/>
                <a:sym typeface="+mn-lt"/>
              </a:rPr>
              <a:t>退役军人医疗保险</a:t>
            </a:r>
            <a:endParaRPr lang="zh-CN" altLang="en-US" sz="3200" b="1" kern="100" dirty="0">
              <a:latin typeface="微软雅黑" panose="020B0503020204020204" charset="-122"/>
              <a:ea typeface="微软雅黑" panose="020B0503020204020204" charset="-122"/>
              <a:cs typeface="+mn-ea"/>
              <a:sym typeface="+mn-lt"/>
            </a:endParaRPr>
          </a:p>
        </p:txBody>
      </p:sp>
      <p:graphicFrame>
        <p:nvGraphicFramePr>
          <p:cNvPr id="29" name="图示 28"/>
          <p:cNvGraphicFramePr/>
          <p:nvPr/>
        </p:nvGraphicFramePr>
        <p:xfrm>
          <a:off x="5309605" y="1877279"/>
          <a:ext cx="6398712" cy="4432992"/>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grpSp>
        <p:nvGrpSpPr>
          <p:cNvPr id="56" name="组合 55"/>
          <p:cNvGrpSpPr/>
          <p:nvPr/>
        </p:nvGrpSpPr>
        <p:grpSpPr>
          <a:xfrm>
            <a:off x="-801446" y="0"/>
            <a:ext cx="13073260" cy="902312"/>
            <a:chOff x="-801446" y="0"/>
            <a:chExt cx="13073260" cy="902312"/>
          </a:xfrm>
        </p:grpSpPr>
        <p:sp>
          <p:nvSpPr>
            <p:cNvPr id="57" name="PA-任意多边形 900"/>
            <p:cNvSpPr/>
            <p:nvPr>
              <p:custDataLst>
                <p:tags r:id="rId16"/>
              </p:custDataLst>
            </p:nvPr>
          </p:nvSpPr>
          <p:spPr>
            <a:xfrm flipV="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91000">
                  <a:schemeClr val="accent2">
                    <a:lumMod val="75000"/>
                  </a:schemeClr>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Montserrat"/>
                <a:ea typeface="微软雅黑" panose="020B0503020204020204" charset="-122"/>
                <a:cs typeface="+mn-cs"/>
              </a:endParaRPr>
            </a:p>
          </p:txBody>
        </p:sp>
        <p:sp>
          <p:nvSpPr>
            <p:cNvPr id="58" name="PA-任意多边形 46"/>
            <p:cNvSpPr/>
            <p:nvPr>
              <p:custDataLst>
                <p:tags r:id="rId17"/>
              </p:custDataLst>
            </p:nvPr>
          </p:nvSpPr>
          <p:spPr>
            <a:xfrm>
              <a:off x="17585" y="140988"/>
              <a:ext cx="10477775" cy="713837"/>
            </a:xfrm>
            <a:custGeom>
              <a:avLst/>
              <a:gdLst>
                <a:gd name="connsiteX0" fmla="*/ 0 w 10477775"/>
                <a:gd name="connsiteY0" fmla="*/ 0 h 713837"/>
                <a:gd name="connsiteX1" fmla="*/ 9872819 w 10477775"/>
                <a:gd name="connsiteY1" fmla="*/ 0 h 713837"/>
                <a:gd name="connsiteX2" fmla="*/ 10477775 w 10477775"/>
                <a:gd name="connsiteY2" fmla="*/ 713837 h 713837"/>
                <a:gd name="connsiteX3" fmla="*/ 0 w 10477775"/>
                <a:gd name="connsiteY3" fmla="*/ 713837 h 713837"/>
                <a:gd name="connsiteX4" fmla="*/ 0 w 10477775"/>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775" h="713837">
                  <a:moveTo>
                    <a:pt x="0" y="0"/>
                  </a:moveTo>
                  <a:lnTo>
                    <a:pt x="9872819" y="0"/>
                  </a:lnTo>
                  <a:lnTo>
                    <a:pt x="10477775" y="713837"/>
                  </a:lnTo>
                  <a:lnTo>
                    <a:pt x="0" y="713837"/>
                  </a:lnTo>
                  <a:lnTo>
                    <a:pt x="0" y="0"/>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Roboto"/>
                <a:ea typeface="微软雅黑" panose="020B0503020204020204" charset="-122"/>
                <a:cs typeface="+mn-cs"/>
              </a:endParaRPr>
            </a:p>
          </p:txBody>
        </p:sp>
        <p:sp>
          <p:nvSpPr>
            <p:cNvPr id="59" name="PA-任意多边形 50"/>
            <p:cNvSpPr/>
            <p:nvPr>
              <p:custDataLst>
                <p:tags r:id="rId18"/>
              </p:custDataLst>
            </p:nvPr>
          </p:nvSpPr>
          <p:spPr>
            <a:xfrm>
              <a:off x="79814" y="136543"/>
              <a:ext cx="12192000" cy="713837"/>
            </a:xfrm>
            <a:custGeom>
              <a:avLst/>
              <a:gdLst>
                <a:gd name="connsiteX0" fmla="*/ 0 w 12192000"/>
                <a:gd name="connsiteY0" fmla="*/ 0 h 713837"/>
                <a:gd name="connsiteX1" fmla="*/ 12192000 w 12192000"/>
                <a:gd name="connsiteY1" fmla="*/ 0 h 713837"/>
                <a:gd name="connsiteX2" fmla="*/ 12192000 w 12192000"/>
                <a:gd name="connsiteY2" fmla="*/ 713837 h 713837"/>
                <a:gd name="connsiteX3" fmla="*/ 0 w 12192000"/>
                <a:gd name="connsiteY3" fmla="*/ 713837 h 713837"/>
              </a:gdLst>
              <a:ahLst/>
              <a:cxnLst>
                <a:cxn ang="0">
                  <a:pos x="connsiteX0" y="connsiteY0"/>
                </a:cxn>
                <a:cxn ang="0">
                  <a:pos x="connsiteX1" y="connsiteY1"/>
                </a:cxn>
                <a:cxn ang="0">
                  <a:pos x="connsiteX2" y="connsiteY2"/>
                </a:cxn>
                <a:cxn ang="0">
                  <a:pos x="connsiteX3" y="connsiteY3"/>
                </a:cxn>
              </a:cxnLst>
              <a:rect l="l" t="t" r="r" b="b"/>
              <a:pathLst>
                <a:path w="12192000" h="713837">
                  <a:moveTo>
                    <a:pt x="0" y="0"/>
                  </a:moveTo>
                  <a:lnTo>
                    <a:pt x="12192000" y="0"/>
                  </a:lnTo>
                  <a:lnTo>
                    <a:pt x="12192000" y="713837"/>
                  </a:lnTo>
                  <a:lnTo>
                    <a:pt x="0" y="713837"/>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Roboto"/>
                <a:ea typeface="微软雅黑" panose="020B0503020204020204" charset="-122"/>
                <a:cs typeface="+mn-cs"/>
              </a:endParaRPr>
            </a:p>
          </p:txBody>
        </p:sp>
        <p:sp>
          <p:nvSpPr>
            <p:cNvPr id="60" name="PA-文本框 24"/>
            <p:cNvSpPr txBox="1"/>
            <p:nvPr>
              <p:custDataLst>
                <p:tags r:id="rId19"/>
              </p:custDataLst>
            </p:nvPr>
          </p:nvSpPr>
          <p:spPr>
            <a:xfrm>
              <a:off x="1600150" y="236296"/>
              <a:ext cx="1620957" cy="523220"/>
            </a:xfrm>
            <a:prstGeom prst="rect">
              <a:avLst/>
            </a:prstGeom>
            <a:noFill/>
          </p:spPr>
          <p:txBody>
            <a:bodyPr wrap="none">
              <a:spAutoFit/>
            </a:bodyPr>
            <a:lstStyle>
              <a:defPPr>
                <a:defRPr lang="zh-CN"/>
              </a:defPPr>
              <a:lvl1pPr>
                <a:defRPr sz="2400" b="1">
                  <a:gradFill>
                    <a:gsLst>
                      <a:gs pos="100000">
                        <a:schemeClr val="accent1">
                          <a:lumMod val="50000"/>
                        </a:schemeClr>
                      </a:gs>
                      <a:gs pos="17000">
                        <a:schemeClr val="accent1">
                          <a:lumMod val="50000"/>
                        </a:schemeClr>
                      </a:gs>
                    </a:gsLst>
                    <a:path path="circle">
                      <a:fillToRect r="100000" b="100000"/>
                    </a:path>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dirty="0">
                  <a:gradFill>
                    <a:gsLst>
                      <a:gs pos="100000">
                        <a:srgbClr val="206252">
                          <a:lumMod val="50000"/>
                        </a:srgbClr>
                      </a:gs>
                      <a:gs pos="17000">
                        <a:srgbClr val="206252">
                          <a:lumMod val="75000"/>
                        </a:srgbClr>
                      </a:gs>
                    </a:gsLst>
                    <a:path path="circle">
                      <a:fillToRect r="100000" b="100000"/>
                    </a:path>
                  </a:gradFill>
                  <a:latin typeface="微软雅黑" panose="020B0503020204020204" charset="-122"/>
                  <a:ea typeface="微软雅黑" panose="020B0503020204020204" charset="-122"/>
                  <a:sym typeface="阿里妈妈数黑体" pitchFamily="2" charset="-122"/>
                </a:rPr>
                <a:t>研究背景</a:t>
              </a:r>
              <a:endParaRPr kumimoji="0" lang="zh-CN" altLang="en-US" sz="2800" b="1" i="0" u="none" strike="noStrike" kern="1200" cap="none" spc="0" normalizeH="0" baseline="0" noProof="0" dirty="0">
                <a:ln>
                  <a:noFill/>
                </a:ln>
                <a:gradFill>
                  <a:gsLst>
                    <a:gs pos="100000">
                      <a:srgbClr val="206252">
                        <a:lumMod val="50000"/>
                      </a:srgbClr>
                    </a:gs>
                    <a:gs pos="17000">
                      <a:srgbClr val="206252">
                        <a:lumMod val="75000"/>
                      </a:srgbClr>
                    </a:gs>
                  </a:gsLst>
                  <a:path path="circle">
                    <a:fillToRect r="100000" b="100000"/>
                  </a:path>
                </a:gradFill>
                <a:effectLst/>
                <a:uLnTx/>
                <a:uFillTx/>
                <a:latin typeface="微软雅黑" panose="020B0503020204020204" charset="-122"/>
                <a:ea typeface="微软雅黑" panose="020B0503020204020204" charset="-122"/>
                <a:cs typeface="+mn-cs"/>
                <a:sym typeface="阿里妈妈数黑体" pitchFamily="2" charset="-122"/>
              </a:endParaRPr>
            </a:p>
          </p:txBody>
        </p:sp>
        <p:sp>
          <p:nvSpPr>
            <p:cNvPr id="62" name="PA-任意多边形 6"/>
            <p:cNvSpPr/>
            <p:nvPr>
              <p:custDataLst>
                <p:tags r:id="rId20"/>
              </p:custDataLst>
            </p:nvPr>
          </p:nvSpPr>
          <p:spPr>
            <a:xfrm>
              <a:off x="-52754" y="850261"/>
              <a:ext cx="12262339" cy="52051"/>
            </a:xfrm>
            <a:custGeom>
              <a:avLst/>
              <a:gdLst>
                <a:gd name="connsiteX0" fmla="*/ 0 w 4366736"/>
                <a:gd name="connsiteY0" fmla="*/ 0 h 64293"/>
                <a:gd name="connsiteX1" fmla="*/ 4366737 w 4366736"/>
                <a:gd name="connsiteY1" fmla="*/ 0 h 64293"/>
                <a:gd name="connsiteX2" fmla="*/ 4366737 w 4366736"/>
                <a:gd name="connsiteY2" fmla="*/ 64294 h 64293"/>
                <a:gd name="connsiteX3" fmla="*/ 0 w 4366736"/>
                <a:gd name="connsiteY3" fmla="*/ 64294 h 64293"/>
              </a:gdLst>
              <a:ahLst/>
              <a:cxnLst>
                <a:cxn ang="0">
                  <a:pos x="connsiteX0" y="connsiteY0"/>
                </a:cxn>
                <a:cxn ang="0">
                  <a:pos x="connsiteX1" y="connsiteY1"/>
                </a:cxn>
                <a:cxn ang="0">
                  <a:pos x="connsiteX2" y="connsiteY2"/>
                </a:cxn>
                <a:cxn ang="0">
                  <a:pos x="connsiteX3" y="connsiteY3"/>
                </a:cxn>
              </a:cxnLst>
              <a:rect l="l" t="t" r="r" b="b"/>
              <a:pathLst>
                <a:path w="4366736" h="64293">
                  <a:moveTo>
                    <a:pt x="0" y="0"/>
                  </a:moveTo>
                  <a:lnTo>
                    <a:pt x="4366737" y="0"/>
                  </a:lnTo>
                  <a:lnTo>
                    <a:pt x="4366737" y="64294"/>
                  </a:lnTo>
                  <a:lnTo>
                    <a:pt x="0" y="64294"/>
                  </a:lnTo>
                  <a:close/>
                </a:path>
              </a:pathLst>
            </a:custGeom>
            <a:gradFill flip="none" rotWithShape="1">
              <a:gsLst>
                <a:gs pos="100000">
                  <a:schemeClr val="accent1"/>
                </a:gs>
                <a:gs pos="12000">
                  <a:schemeClr val="accent1">
                    <a:lumMod val="20000"/>
                    <a:lumOff val="80000"/>
                  </a:schemeClr>
                </a:gs>
              </a:gsLst>
              <a:lin ang="0" scaled="0"/>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63" name="PA-任意多边形 899"/>
            <p:cNvSpPr/>
            <p:nvPr>
              <p:custDataLst>
                <p:tags r:id="rId21"/>
              </p:custDataLst>
            </p:nvPr>
          </p:nvSpPr>
          <p:spPr>
            <a:xfrm flipH="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55000">
                  <a:schemeClr val="accent1"/>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Montserrat"/>
                <a:ea typeface="微软雅黑" panose="020B0503020204020204" charset="-122"/>
                <a:cs typeface="+mn-cs"/>
              </a:endParaRPr>
            </a:p>
          </p:txBody>
        </p:sp>
        <p:sp>
          <p:nvSpPr>
            <p:cNvPr id="64" name="PA-文本框 26"/>
            <p:cNvSpPr txBox="1"/>
            <p:nvPr>
              <p:custDataLst>
                <p:tags r:id="rId22"/>
              </p:custDataLst>
            </p:nvPr>
          </p:nvSpPr>
          <p:spPr>
            <a:xfrm>
              <a:off x="6507233" y="309946"/>
              <a:ext cx="17830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noProof="0" dirty="0">
                  <a:ln>
                    <a:noFill/>
                  </a:ln>
                  <a:solidFill>
                    <a:srgbClr val="206252">
                      <a:lumMod val="50000"/>
                    </a:srgbClr>
                  </a:solidFill>
                  <a:effectLst/>
                  <a:uLnTx/>
                  <a:uFillTx/>
                  <a:latin typeface="宋体" panose="02010600030101010101" pitchFamily="2" charset="-122"/>
                  <a:ea typeface="宋体" panose="02010600030101010101" pitchFamily="2" charset="-122"/>
                  <a:sym typeface="OPPOSans M" panose="00020600040101010101" pitchFamily="18" charset="-122"/>
                </a:rPr>
                <a:t>调查设计与实施</a:t>
              </a:r>
              <a:endParaRPr kumimoji="0" lang="zh-CN" altLang="en-US" sz="180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OPPOSans M" panose="00020600040101010101" pitchFamily="18" charset="-122"/>
              </a:endParaRPr>
            </a:p>
          </p:txBody>
        </p:sp>
        <p:sp>
          <p:nvSpPr>
            <p:cNvPr id="65" name="PA-文本框 26"/>
            <p:cNvSpPr txBox="1"/>
            <p:nvPr>
              <p:custDataLst>
                <p:tags r:id="rId23"/>
              </p:custDataLst>
            </p:nvPr>
          </p:nvSpPr>
          <p:spPr>
            <a:xfrm>
              <a:off x="8672698" y="313756"/>
              <a:ext cx="3098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206252">
                    <a:lumMod val="50000"/>
                  </a:srgbClr>
                </a:solidFill>
                <a:effectLst/>
                <a:uLnTx/>
                <a:uFillTx/>
                <a:latin typeface="宋体" panose="02010600030101010101" pitchFamily="2" charset="-122"/>
                <a:ea typeface="宋体" panose="02010600030101010101" pitchFamily="2" charset="-122"/>
                <a:cs typeface="+mn-cs"/>
                <a:sym typeface="OPPOSans M" panose="00020600040101010101" pitchFamily="18" charset="-122"/>
              </a:endParaRPr>
            </a:p>
          </p:txBody>
        </p:sp>
        <p:cxnSp>
          <p:nvCxnSpPr>
            <p:cNvPr id="66" name="PA-直接连接符 18"/>
            <p:cNvCxnSpPr/>
            <p:nvPr>
              <p:custDataLst>
                <p:tags r:id="rId24"/>
              </p:custDataLst>
            </p:nvPr>
          </p:nvCxnSpPr>
          <p:spPr>
            <a:xfrm flipH="1">
              <a:off x="5253886"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67" name="PA-直接连接符 22"/>
            <p:cNvCxnSpPr/>
            <p:nvPr>
              <p:custDataLst>
                <p:tags r:id="rId25"/>
              </p:custDataLst>
            </p:nvPr>
          </p:nvCxnSpPr>
          <p:spPr>
            <a:xfrm flipH="1">
              <a:off x="6412243"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68" name="PA-文本框 26"/>
            <p:cNvSpPr txBox="1"/>
            <p:nvPr>
              <p:custDataLst>
                <p:tags r:id="rId26"/>
              </p:custDataLst>
            </p:nvPr>
          </p:nvSpPr>
          <p:spPr>
            <a:xfrm>
              <a:off x="5410470" y="313956"/>
              <a:ext cx="10972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a:defRPr/>
              </a:pPr>
              <a:r>
                <a:rPr lang="zh-CN" altLang="en-US" sz="1800" dirty="0">
                  <a:solidFill>
                    <a:srgbClr val="206252">
                      <a:lumMod val="50000"/>
                    </a:srgbClr>
                  </a:solidFill>
                  <a:latin typeface="宋体" panose="02010600030101010101" pitchFamily="2" charset="-122"/>
                  <a:ea typeface="宋体" panose="02010600030101010101" pitchFamily="2" charset="-122"/>
                  <a:sym typeface="阿里妈妈数黑体" pitchFamily="2" charset="-122"/>
                </a:rPr>
                <a:t>前期调研</a:t>
              </a:r>
              <a:endParaRPr lang="zh-CN" altLang="en-US" sz="1800" dirty="0">
                <a:solidFill>
                  <a:srgbClr val="206252">
                    <a:lumMod val="50000"/>
                  </a:srgbClr>
                </a:solidFill>
                <a:latin typeface="宋体" panose="02010600030101010101" pitchFamily="2" charset="-122"/>
                <a:ea typeface="宋体" panose="02010600030101010101" pitchFamily="2" charset="-122"/>
                <a:sym typeface="阿里妈妈数黑体" pitchFamily="2" charset="-122"/>
              </a:endParaRPr>
            </a:p>
          </p:txBody>
        </p:sp>
        <p:sp>
          <p:nvSpPr>
            <p:cNvPr id="69" name="PA-图形 7"/>
            <p:cNvSpPr/>
            <p:nvPr>
              <p:custDataLst>
                <p:tags r:id="rId27"/>
              </p:custDataLst>
            </p:nvPr>
          </p:nvSpPr>
          <p:spPr>
            <a:xfrm>
              <a:off x="273980" y="148474"/>
              <a:ext cx="555983" cy="416889"/>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0">
                  <a:schemeClr val="bg1"/>
                </a:gs>
                <a:gs pos="87000">
                  <a:schemeClr val="accent1">
                    <a:lumMod val="20000"/>
                    <a:lumOff val="80000"/>
                  </a:schemeClr>
                </a:gs>
              </a:gsLst>
              <a:lin ang="2700000" scaled="0"/>
            </a:gradFill>
            <a:ln w="36909" cap="flat">
              <a:noFill/>
              <a:prstDash val="solid"/>
              <a:miter/>
            </a:ln>
            <a:effectLst>
              <a:outerShdw blurRad="50800" dist="38100" dir="5400000" algn="t" rotWithShape="0">
                <a:schemeClr val="accent1">
                  <a:alpha val="30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70" name="矩形 69"/>
          <p:cNvSpPr/>
          <p:nvPr/>
        </p:nvSpPr>
        <p:spPr>
          <a:xfrm>
            <a:off x="3629660" y="298450"/>
            <a:ext cx="2100580" cy="522605"/>
          </a:xfrm>
          <a:prstGeom prst="rect">
            <a:avLst/>
          </a:prstGeom>
          <a:noFill/>
          <a:ln>
            <a:noFill/>
          </a:ln>
        </p:spPr>
        <p:txBody>
          <a:bodyPr wrap="square" rtlCol="0" anchor="t">
            <a:noAutofit/>
          </a:bodyPr>
          <a:lstStyle/>
          <a:p>
            <a:pPr algn="ctr">
              <a:defRPr/>
            </a:pPr>
            <a:r>
              <a:rPr lang="zh-CN" altLang="en-US" b="1" dirty="0">
                <a:solidFill>
                  <a:srgbClr val="33692B"/>
                </a:solidFill>
                <a:latin typeface="微软雅黑" panose="020B0503020204020204" charset="-122"/>
                <a:ea typeface="微软雅黑" panose="020B0503020204020204" charset="-122"/>
              </a:rPr>
              <a:t>研究背景</a:t>
            </a:r>
            <a:endParaRPr lang="zh-CN" altLang="en-US" b="1" dirty="0">
              <a:solidFill>
                <a:srgbClr val="33692B"/>
              </a:solidFill>
              <a:latin typeface="微软雅黑" panose="020B0503020204020204" charset="-122"/>
              <a:ea typeface="微软雅黑" panose="020B0503020204020204" charset="-122"/>
            </a:endParaRPr>
          </a:p>
        </p:txBody>
      </p:sp>
      <p:cxnSp>
        <p:nvCxnSpPr>
          <p:cNvPr id="71" name="PA-直接连接符 23"/>
          <p:cNvCxnSpPr/>
          <p:nvPr>
            <p:custDataLst>
              <p:tags r:id="rId28"/>
            </p:custDataLst>
          </p:nvPr>
        </p:nvCxnSpPr>
        <p:spPr>
          <a:xfrm flipH="1">
            <a:off x="8298945" y="36122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72" name="PA-直接连接符 23"/>
          <p:cNvCxnSpPr/>
          <p:nvPr>
            <p:custDataLst>
              <p:tags r:id="rId29"/>
            </p:custDataLst>
          </p:nvPr>
        </p:nvCxnSpPr>
        <p:spPr>
          <a:xfrm flipH="1">
            <a:off x="9622285" y="36122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73" name="文本框 72"/>
          <p:cNvSpPr txBox="1"/>
          <p:nvPr/>
        </p:nvSpPr>
        <p:spPr>
          <a:xfrm>
            <a:off x="9886315" y="300990"/>
            <a:ext cx="1369695" cy="368300"/>
          </a:xfrm>
          <a:prstGeom prst="rect">
            <a:avLst/>
          </a:prstGeom>
          <a:noFill/>
        </p:spPr>
        <p:txBody>
          <a:bodyPr wrap="square" rtlCol="0">
            <a:spAutoFit/>
          </a:bodyPr>
          <a:lstStyle/>
          <a:p>
            <a:r>
              <a:rPr lang="zh-CN" altLang="en-US">
                <a:latin typeface="宋体" panose="02010600030101010101" pitchFamily="2" charset="-122"/>
                <a:ea typeface="宋体" panose="02010600030101010101" pitchFamily="2" charset="-122"/>
              </a:rPr>
              <a:t>结论与建议</a:t>
            </a:r>
            <a:endParaRPr lang="zh-CN" altLang="en-US">
              <a:latin typeface="宋体" panose="02010600030101010101" pitchFamily="2" charset="-122"/>
              <a:ea typeface="宋体" panose="02010600030101010101" pitchFamily="2" charset="-122"/>
            </a:endParaRPr>
          </a:p>
        </p:txBody>
      </p:sp>
      <p:sp>
        <p:nvSpPr>
          <p:cNvPr id="74" name="文本框 73"/>
          <p:cNvSpPr txBox="1"/>
          <p:nvPr/>
        </p:nvSpPr>
        <p:spPr>
          <a:xfrm>
            <a:off x="8540750" y="292100"/>
            <a:ext cx="1243965" cy="368300"/>
          </a:xfrm>
          <a:prstGeom prst="rect">
            <a:avLst/>
          </a:prstGeom>
          <a:noFill/>
        </p:spPr>
        <p:txBody>
          <a:bodyPr wrap="square" rtlCol="0">
            <a:spAutoFit/>
          </a:bodyPr>
          <a:lstStyle/>
          <a:p>
            <a:r>
              <a:rPr lang="zh-CN" altLang="en-US">
                <a:latin typeface="宋体" panose="02010600030101010101" pitchFamily="2" charset="-122"/>
                <a:ea typeface="宋体" panose="02010600030101010101" pitchFamily="2" charset="-122"/>
              </a:rPr>
              <a:t>产品设计</a:t>
            </a:r>
            <a:endParaRPr lang="zh-CN" altLang="en-US">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 name="图片 60"/>
          <p:cNvPicPr>
            <a:picLocks noChangeAspect="1"/>
          </p:cNvPicPr>
          <p:nvPr/>
        </p:nvPicPr>
        <p:blipFill>
          <a:blip r:embed="rId1"/>
          <a:srcRect l="1166" t="25263"/>
          <a:stretch>
            <a:fillRect/>
          </a:stretch>
        </p:blipFill>
        <p:spPr>
          <a:xfrm>
            <a:off x="1" y="1"/>
            <a:ext cx="12174415" cy="5125479"/>
          </a:xfrm>
          <a:custGeom>
            <a:avLst/>
            <a:gdLst>
              <a:gd name="connsiteX0" fmla="*/ 0 w 12174415"/>
              <a:gd name="connsiteY0" fmla="*/ 0 h 5125479"/>
              <a:gd name="connsiteX1" fmla="*/ 12174415 w 12174415"/>
              <a:gd name="connsiteY1" fmla="*/ 0 h 5125479"/>
              <a:gd name="connsiteX2" fmla="*/ 12174415 w 12174415"/>
              <a:gd name="connsiteY2" fmla="*/ 5125479 h 5125479"/>
              <a:gd name="connsiteX3" fmla="*/ 0 w 12174415"/>
              <a:gd name="connsiteY3" fmla="*/ 5125479 h 5125479"/>
            </a:gdLst>
            <a:ahLst/>
            <a:cxnLst>
              <a:cxn ang="0">
                <a:pos x="connsiteX0" y="connsiteY0"/>
              </a:cxn>
              <a:cxn ang="0">
                <a:pos x="connsiteX1" y="connsiteY1"/>
              </a:cxn>
              <a:cxn ang="0">
                <a:pos x="connsiteX2" y="connsiteY2"/>
              </a:cxn>
              <a:cxn ang="0">
                <a:pos x="connsiteX3" y="connsiteY3"/>
              </a:cxn>
            </a:cxnLst>
            <a:rect l="l" t="t" r="r" b="b"/>
            <a:pathLst>
              <a:path w="12174415" h="5125479">
                <a:moveTo>
                  <a:pt x="0" y="0"/>
                </a:moveTo>
                <a:lnTo>
                  <a:pt x="12174415" y="0"/>
                </a:lnTo>
                <a:lnTo>
                  <a:pt x="12174415" y="5125479"/>
                </a:lnTo>
                <a:lnTo>
                  <a:pt x="0" y="5125479"/>
                </a:lnTo>
                <a:close/>
              </a:path>
            </a:pathLst>
          </a:custGeom>
        </p:spPr>
      </p:pic>
      <p:grpSp>
        <p:nvGrpSpPr>
          <p:cNvPr id="4" name="组合 3"/>
          <p:cNvGrpSpPr/>
          <p:nvPr/>
        </p:nvGrpSpPr>
        <p:grpSpPr>
          <a:xfrm>
            <a:off x="-801446" y="0"/>
            <a:ext cx="13073260" cy="902312"/>
            <a:chOff x="-801446" y="0"/>
            <a:chExt cx="13073260" cy="902312"/>
          </a:xfrm>
        </p:grpSpPr>
        <p:sp>
          <p:nvSpPr>
            <p:cNvPr id="13" name="PA-任意多边形 900"/>
            <p:cNvSpPr/>
            <p:nvPr>
              <p:custDataLst>
                <p:tags r:id="rId2"/>
              </p:custDataLst>
            </p:nvPr>
          </p:nvSpPr>
          <p:spPr>
            <a:xfrm flipV="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91000">
                  <a:schemeClr val="accent2">
                    <a:lumMod val="75000"/>
                  </a:schemeClr>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Montserrat"/>
                <a:ea typeface="微软雅黑" panose="020B0503020204020204" charset="-122"/>
                <a:cs typeface="+mn-cs"/>
              </a:endParaRPr>
            </a:p>
          </p:txBody>
        </p:sp>
        <p:sp>
          <p:nvSpPr>
            <p:cNvPr id="16" name="PA-任意多边形 46"/>
            <p:cNvSpPr/>
            <p:nvPr>
              <p:custDataLst>
                <p:tags r:id="rId3"/>
              </p:custDataLst>
            </p:nvPr>
          </p:nvSpPr>
          <p:spPr>
            <a:xfrm>
              <a:off x="17585" y="140988"/>
              <a:ext cx="10477775" cy="713837"/>
            </a:xfrm>
            <a:custGeom>
              <a:avLst/>
              <a:gdLst>
                <a:gd name="connsiteX0" fmla="*/ 0 w 10477775"/>
                <a:gd name="connsiteY0" fmla="*/ 0 h 713837"/>
                <a:gd name="connsiteX1" fmla="*/ 9872819 w 10477775"/>
                <a:gd name="connsiteY1" fmla="*/ 0 h 713837"/>
                <a:gd name="connsiteX2" fmla="*/ 10477775 w 10477775"/>
                <a:gd name="connsiteY2" fmla="*/ 713837 h 713837"/>
                <a:gd name="connsiteX3" fmla="*/ 0 w 10477775"/>
                <a:gd name="connsiteY3" fmla="*/ 713837 h 713837"/>
                <a:gd name="connsiteX4" fmla="*/ 0 w 10477775"/>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775" h="713837">
                  <a:moveTo>
                    <a:pt x="0" y="0"/>
                  </a:moveTo>
                  <a:lnTo>
                    <a:pt x="9872819" y="0"/>
                  </a:lnTo>
                  <a:lnTo>
                    <a:pt x="10477775" y="713837"/>
                  </a:lnTo>
                  <a:lnTo>
                    <a:pt x="0" y="713837"/>
                  </a:lnTo>
                  <a:lnTo>
                    <a:pt x="0" y="0"/>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Roboto"/>
                <a:ea typeface="微软雅黑" panose="020B0503020204020204" charset="-122"/>
                <a:cs typeface="+mn-cs"/>
              </a:endParaRPr>
            </a:p>
          </p:txBody>
        </p:sp>
        <p:sp>
          <p:nvSpPr>
            <p:cNvPr id="17" name="PA-任意多边形 50"/>
            <p:cNvSpPr/>
            <p:nvPr>
              <p:custDataLst>
                <p:tags r:id="rId4"/>
              </p:custDataLst>
            </p:nvPr>
          </p:nvSpPr>
          <p:spPr>
            <a:xfrm>
              <a:off x="79814" y="136543"/>
              <a:ext cx="12192000" cy="713837"/>
            </a:xfrm>
            <a:custGeom>
              <a:avLst/>
              <a:gdLst>
                <a:gd name="connsiteX0" fmla="*/ 0 w 12192000"/>
                <a:gd name="connsiteY0" fmla="*/ 0 h 713837"/>
                <a:gd name="connsiteX1" fmla="*/ 12192000 w 12192000"/>
                <a:gd name="connsiteY1" fmla="*/ 0 h 713837"/>
                <a:gd name="connsiteX2" fmla="*/ 12192000 w 12192000"/>
                <a:gd name="connsiteY2" fmla="*/ 713837 h 713837"/>
                <a:gd name="connsiteX3" fmla="*/ 0 w 12192000"/>
                <a:gd name="connsiteY3" fmla="*/ 713837 h 713837"/>
              </a:gdLst>
              <a:ahLst/>
              <a:cxnLst>
                <a:cxn ang="0">
                  <a:pos x="connsiteX0" y="connsiteY0"/>
                </a:cxn>
                <a:cxn ang="0">
                  <a:pos x="connsiteX1" y="connsiteY1"/>
                </a:cxn>
                <a:cxn ang="0">
                  <a:pos x="connsiteX2" y="connsiteY2"/>
                </a:cxn>
                <a:cxn ang="0">
                  <a:pos x="connsiteX3" y="connsiteY3"/>
                </a:cxn>
              </a:cxnLst>
              <a:rect l="l" t="t" r="r" b="b"/>
              <a:pathLst>
                <a:path w="12192000" h="713837">
                  <a:moveTo>
                    <a:pt x="0" y="0"/>
                  </a:moveTo>
                  <a:lnTo>
                    <a:pt x="12192000" y="0"/>
                  </a:lnTo>
                  <a:lnTo>
                    <a:pt x="12192000" y="713837"/>
                  </a:lnTo>
                  <a:lnTo>
                    <a:pt x="0" y="713837"/>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Roboto"/>
                <a:ea typeface="微软雅黑" panose="020B0503020204020204" charset="-122"/>
                <a:cs typeface="+mn-cs"/>
              </a:endParaRPr>
            </a:p>
          </p:txBody>
        </p:sp>
        <p:sp>
          <p:nvSpPr>
            <p:cNvPr id="22" name="PA-文本框 24"/>
            <p:cNvSpPr txBox="1"/>
            <p:nvPr>
              <p:custDataLst>
                <p:tags r:id="rId5"/>
              </p:custDataLst>
            </p:nvPr>
          </p:nvSpPr>
          <p:spPr>
            <a:xfrm>
              <a:off x="1600150" y="236296"/>
              <a:ext cx="1620957" cy="523220"/>
            </a:xfrm>
            <a:prstGeom prst="rect">
              <a:avLst/>
            </a:prstGeom>
            <a:noFill/>
          </p:spPr>
          <p:txBody>
            <a:bodyPr wrap="none">
              <a:spAutoFit/>
            </a:bodyPr>
            <a:lstStyle>
              <a:defPPr>
                <a:defRPr lang="zh-CN"/>
              </a:defPPr>
              <a:lvl1pPr>
                <a:defRPr sz="2400" b="1">
                  <a:gradFill>
                    <a:gsLst>
                      <a:gs pos="100000">
                        <a:schemeClr val="accent1">
                          <a:lumMod val="50000"/>
                        </a:schemeClr>
                      </a:gs>
                      <a:gs pos="17000">
                        <a:schemeClr val="accent1">
                          <a:lumMod val="50000"/>
                        </a:schemeClr>
                      </a:gs>
                    </a:gsLst>
                    <a:path path="circle">
                      <a:fillToRect r="100000" b="100000"/>
                    </a:path>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dirty="0">
                  <a:gradFill>
                    <a:gsLst>
                      <a:gs pos="100000">
                        <a:srgbClr val="206252">
                          <a:lumMod val="50000"/>
                        </a:srgbClr>
                      </a:gs>
                      <a:gs pos="17000">
                        <a:srgbClr val="206252">
                          <a:lumMod val="75000"/>
                        </a:srgbClr>
                      </a:gs>
                    </a:gsLst>
                    <a:path path="circle">
                      <a:fillToRect r="100000" b="100000"/>
                    </a:path>
                  </a:gradFill>
                  <a:latin typeface="微软雅黑" panose="020B0503020204020204" charset="-122"/>
                  <a:ea typeface="微软雅黑" panose="020B0503020204020204" charset="-122"/>
                  <a:sym typeface="阿里妈妈数黑体" pitchFamily="2" charset="-122"/>
                </a:rPr>
                <a:t>研究背景</a:t>
              </a:r>
              <a:endParaRPr kumimoji="0" lang="zh-CN" altLang="en-US" sz="2800" b="1" i="0" u="none" strike="noStrike" kern="1200" cap="none" spc="0" normalizeH="0" baseline="0" noProof="0" dirty="0">
                <a:ln>
                  <a:noFill/>
                </a:ln>
                <a:gradFill>
                  <a:gsLst>
                    <a:gs pos="100000">
                      <a:srgbClr val="206252">
                        <a:lumMod val="50000"/>
                      </a:srgbClr>
                    </a:gs>
                    <a:gs pos="17000">
                      <a:srgbClr val="206252">
                        <a:lumMod val="75000"/>
                      </a:srgbClr>
                    </a:gs>
                  </a:gsLst>
                  <a:path path="circle">
                    <a:fillToRect r="100000" b="100000"/>
                  </a:path>
                </a:gradFill>
                <a:effectLst/>
                <a:uLnTx/>
                <a:uFillTx/>
                <a:latin typeface="微软雅黑" panose="020B0503020204020204" charset="-122"/>
                <a:ea typeface="微软雅黑" panose="020B0503020204020204" charset="-122"/>
                <a:cs typeface="+mn-cs"/>
                <a:sym typeface="阿里妈妈数黑体" pitchFamily="2" charset="-122"/>
              </a:endParaRPr>
            </a:p>
          </p:txBody>
        </p:sp>
        <p:sp>
          <p:nvSpPr>
            <p:cNvPr id="23" name="PA-任意多边形 6"/>
            <p:cNvSpPr/>
            <p:nvPr>
              <p:custDataLst>
                <p:tags r:id="rId6"/>
              </p:custDataLst>
            </p:nvPr>
          </p:nvSpPr>
          <p:spPr>
            <a:xfrm>
              <a:off x="-52754" y="850261"/>
              <a:ext cx="12262339" cy="52051"/>
            </a:xfrm>
            <a:custGeom>
              <a:avLst/>
              <a:gdLst>
                <a:gd name="connsiteX0" fmla="*/ 0 w 4366736"/>
                <a:gd name="connsiteY0" fmla="*/ 0 h 64293"/>
                <a:gd name="connsiteX1" fmla="*/ 4366737 w 4366736"/>
                <a:gd name="connsiteY1" fmla="*/ 0 h 64293"/>
                <a:gd name="connsiteX2" fmla="*/ 4366737 w 4366736"/>
                <a:gd name="connsiteY2" fmla="*/ 64294 h 64293"/>
                <a:gd name="connsiteX3" fmla="*/ 0 w 4366736"/>
                <a:gd name="connsiteY3" fmla="*/ 64294 h 64293"/>
              </a:gdLst>
              <a:ahLst/>
              <a:cxnLst>
                <a:cxn ang="0">
                  <a:pos x="connsiteX0" y="connsiteY0"/>
                </a:cxn>
                <a:cxn ang="0">
                  <a:pos x="connsiteX1" y="connsiteY1"/>
                </a:cxn>
                <a:cxn ang="0">
                  <a:pos x="connsiteX2" y="connsiteY2"/>
                </a:cxn>
                <a:cxn ang="0">
                  <a:pos x="connsiteX3" y="connsiteY3"/>
                </a:cxn>
              </a:cxnLst>
              <a:rect l="l" t="t" r="r" b="b"/>
              <a:pathLst>
                <a:path w="4366736" h="64293">
                  <a:moveTo>
                    <a:pt x="0" y="0"/>
                  </a:moveTo>
                  <a:lnTo>
                    <a:pt x="4366737" y="0"/>
                  </a:lnTo>
                  <a:lnTo>
                    <a:pt x="4366737" y="64294"/>
                  </a:lnTo>
                  <a:lnTo>
                    <a:pt x="0" y="64294"/>
                  </a:lnTo>
                  <a:close/>
                </a:path>
              </a:pathLst>
            </a:custGeom>
            <a:gradFill flip="none" rotWithShape="1">
              <a:gsLst>
                <a:gs pos="100000">
                  <a:schemeClr val="accent1"/>
                </a:gs>
                <a:gs pos="12000">
                  <a:schemeClr val="accent1">
                    <a:lumMod val="20000"/>
                    <a:lumOff val="80000"/>
                  </a:schemeClr>
                </a:gs>
              </a:gsLst>
              <a:lin ang="0" scaled="0"/>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24" name="PA-任意多边形 899"/>
            <p:cNvSpPr/>
            <p:nvPr>
              <p:custDataLst>
                <p:tags r:id="rId7"/>
              </p:custDataLst>
            </p:nvPr>
          </p:nvSpPr>
          <p:spPr>
            <a:xfrm flipH="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55000">
                  <a:schemeClr val="accent1"/>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Montserrat"/>
                <a:ea typeface="微软雅黑" panose="020B0503020204020204" charset="-122"/>
                <a:cs typeface="+mn-cs"/>
              </a:endParaRPr>
            </a:p>
          </p:txBody>
        </p:sp>
        <p:sp>
          <p:nvSpPr>
            <p:cNvPr id="25" name="PA-文本框 26"/>
            <p:cNvSpPr txBox="1"/>
            <p:nvPr>
              <p:custDataLst>
                <p:tags r:id="rId8"/>
              </p:custDataLst>
            </p:nvPr>
          </p:nvSpPr>
          <p:spPr>
            <a:xfrm>
              <a:off x="6507233" y="328996"/>
              <a:ext cx="17830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noProof="0" dirty="0">
                  <a:ln>
                    <a:noFill/>
                  </a:ln>
                  <a:solidFill>
                    <a:srgbClr val="206252">
                      <a:lumMod val="50000"/>
                    </a:srgbClr>
                  </a:solidFill>
                  <a:effectLst/>
                  <a:uLnTx/>
                  <a:uFillTx/>
                  <a:latin typeface="宋体" panose="02010600030101010101" pitchFamily="2" charset="-122"/>
                  <a:ea typeface="宋体" panose="02010600030101010101" pitchFamily="2" charset="-122"/>
                  <a:sym typeface="OPPOSans M" panose="00020600040101010101" pitchFamily="18" charset="-122"/>
                </a:rPr>
                <a:t>调查设计与实施</a:t>
              </a:r>
              <a:endParaRPr kumimoji="0" lang="zh-CN" altLang="en-US" sz="180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OPPOSans M" panose="00020600040101010101" pitchFamily="18" charset="-122"/>
              </a:endParaRPr>
            </a:p>
          </p:txBody>
        </p:sp>
        <p:sp>
          <p:nvSpPr>
            <p:cNvPr id="34" name="PA-文本框 26"/>
            <p:cNvSpPr txBox="1"/>
            <p:nvPr>
              <p:custDataLst>
                <p:tags r:id="rId9"/>
              </p:custDataLst>
            </p:nvPr>
          </p:nvSpPr>
          <p:spPr>
            <a:xfrm>
              <a:off x="8672698" y="313756"/>
              <a:ext cx="3098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206252">
                    <a:lumMod val="50000"/>
                  </a:srgbClr>
                </a:solidFill>
                <a:effectLst/>
                <a:uLnTx/>
                <a:uFillTx/>
                <a:latin typeface="宋体" panose="02010600030101010101" pitchFamily="2" charset="-122"/>
                <a:ea typeface="宋体" panose="02010600030101010101" pitchFamily="2" charset="-122"/>
                <a:cs typeface="+mn-cs"/>
                <a:sym typeface="OPPOSans M" panose="00020600040101010101" pitchFamily="18" charset="-122"/>
              </a:endParaRPr>
            </a:p>
          </p:txBody>
        </p:sp>
        <p:cxnSp>
          <p:nvCxnSpPr>
            <p:cNvPr id="41" name="PA-直接连接符 18"/>
            <p:cNvCxnSpPr/>
            <p:nvPr>
              <p:custDataLst>
                <p:tags r:id="rId10"/>
              </p:custDataLst>
            </p:nvPr>
          </p:nvCxnSpPr>
          <p:spPr>
            <a:xfrm flipH="1">
              <a:off x="5253886"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42" name="PA-直接连接符 22"/>
            <p:cNvCxnSpPr/>
            <p:nvPr>
              <p:custDataLst>
                <p:tags r:id="rId11"/>
              </p:custDataLst>
            </p:nvPr>
          </p:nvCxnSpPr>
          <p:spPr>
            <a:xfrm flipH="1">
              <a:off x="6412243"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43" name="PA-直接连接符 23"/>
            <p:cNvCxnSpPr/>
            <p:nvPr>
              <p:custDataLst>
                <p:tags r:id="rId12"/>
              </p:custDataLst>
            </p:nvPr>
          </p:nvCxnSpPr>
          <p:spPr>
            <a:xfrm flipH="1">
              <a:off x="8264655" y="37265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44" name="PA-文本框 26"/>
            <p:cNvSpPr txBox="1"/>
            <p:nvPr>
              <p:custDataLst>
                <p:tags r:id="rId13"/>
              </p:custDataLst>
            </p:nvPr>
          </p:nvSpPr>
          <p:spPr>
            <a:xfrm>
              <a:off x="5410470" y="313956"/>
              <a:ext cx="10972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a:defRPr/>
              </a:pPr>
              <a:r>
                <a:rPr lang="zh-CN" altLang="en-US" sz="1800" dirty="0">
                  <a:solidFill>
                    <a:srgbClr val="206252">
                      <a:lumMod val="50000"/>
                    </a:srgbClr>
                  </a:solidFill>
                  <a:latin typeface="宋体" panose="02010600030101010101" pitchFamily="2" charset="-122"/>
                  <a:ea typeface="宋体" panose="02010600030101010101" pitchFamily="2" charset="-122"/>
                  <a:sym typeface="阿里妈妈数黑体" pitchFamily="2" charset="-122"/>
                </a:rPr>
                <a:t>前期调研</a:t>
              </a:r>
              <a:endParaRPr lang="zh-CN" altLang="en-US" sz="1800" dirty="0">
                <a:solidFill>
                  <a:srgbClr val="206252">
                    <a:lumMod val="50000"/>
                  </a:srgbClr>
                </a:solidFill>
                <a:latin typeface="宋体" panose="02010600030101010101" pitchFamily="2" charset="-122"/>
                <a:ea typeface="宋体" panose="02010600030101010101" pitchFamily="2" charset="-122"/>
                <a:sym typeface="阿里妈妈数黑体" pitchFamily="2" charset="-122"/>
              </a:endParaRPr>
            </a:p>
          </p:txBody>
        </p:sp>
      </p:grpSp>
      <p:sp>
        <p:nvSpPr>
          <p:cNvPr id="47" name="矩形 46"/>
          <p:cNvSpPr/>
          <p:nvPr/>
        </p:nvSpPr>
        <p:spPr>
          <a:xfrm>
            <a:off x="3629660" y="298450"/>
            <a:ext cx="2100580" cy="522605"/>
          </a:xfrm>
          <a:prstGeom prst="rect">
            <a:avLst/>
          </a:prstGeom>
          <a:noFill/>
          <a:ln>
            <a:noFill/>
          </a:ln>
        </p:spPr>
        <p:txBody>
          <a:bodyPr wrap="square" rtlCol="0" anchor="t">
            <a:noAutofit/>
          </a:bodyPr>
          <a:lstStyle/>
          <a:p>
            <a:pPr algn="ctr">
              <a:defRPr/>
            </a:pPr>
            <a:r>
              <a:rPr lang="zh-CN" altLang="en-US" b="1" dirty="0">
                <a:solidFill>
                  <a:srgbClr val="33692B"/>
                </a:solidFill>
                <a:latin typeface="微软雅黑" panose="020B0503020204020204" charset="-122"/>
                <a:ea typeface="微软雅黑" panose="020B0503020204020204" charset="-122"/>
              </a:rPr>
              <a:t>研究背景</a:t>
            </a:r>
            <a:endParaRPr lang="zh-CN" altLang="en-US" b="1" dirty="0">
              <a:solidFill>
                <a:srgbClr val="33692B"/>
              </a:solidFill>
              <a:latin typeface="微软雅黑" panose="020B0503020204020204" charset="-122"/>
              <a:ea typeface="微软雅黑" panose="020B0503020204020204" charset="-122"/>
            </a:endParaRPr>
          </a:p>
        </p:txBody>
      </p:sp>
      <p:cxnSp>
        <p:nvCxnSpPr>
          <p:cNvPr id="48" name="PA-直接连接符 23"/>
          <p:cNvCxnSpPr/>
          <p:nvPr>
            <p:custDataLst>
              <p:tags r:id="rId14"/>
            </p:custDataLst>
          </p:nvPr>
        </p:nvCxnSpPr>
        <p:spPr>
          <a:xfrm flipH="1">
            <a:off x="9460995" y="3802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49" name="文本框 48"/>
          <p:cNvSpPr txBox="1"/>
          <p:nvPr/>
        </p:nvSpPr>
        <p:spPr>
          <a:xfrm>
            <a:off x="8453755" y="308610"/>
            <a:ext cx="1172210" cy="368300"/>
          </a:xfrm>
          <a:prstGeom prst="rect">
            <a:avLst/>
          </a:prstGeom>
          <a:noFill/>
        </p:spPr>
        <p:txBody>
          <a:bodyPr wrap="square" rtlCol="0">
            <a:spAutoFit/>
          </a:bodyPr>
          <a:lstStyle/>
          <a:p>
            <a:r>
              <a:rPr lang="zh-CN" altLang="en-US">
                <a:latin typeface="宋体" panose="02010600030101010101" pitchFamily="2" charset="-122"/>
                <a:ea typeface="宋体" panose="02010600030101010101" pitchFamily="2" charset="-122"/>
              </a:rPr>
              <a:t>数据分析</a:t>
            </a:r>
            <a:endParaRPr lang="zh-CN" altLang="en-US">
              <a:latin typeface="宋体" panose="02010600030101010101" pitchFamily="2" charset="-122"/>
              <a:ea typeface="宋体" panose="02010600030101010101" pitchFamily="2" charset="-122"/>
            </a:endParaRPr>
          </a:p>
        </p:txBody>
      </p:sp>
      <p:cxnSp>
        <p:nvCxnSpPr>
          <p:cNvPr id="50" name="PA-直接连接符 23"/>
          <p:cNvCxnSpPr/>
          <p:nvPr>
            <p:custDataLst>
              <p:tags r:id="rId15"/>
            </p:custDataLst>
          </p:nvPr>
        </p:nvCxnSpPr>
        <p:spPr>
          <a:xfrm flipH="1">
            <a:off x="10733535" y="3802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51" name="文本框 50"/>
          <p:cNvSpPr txBox="1"/>
          <p:nvPr/>
        </p:nvSpPr>
        <p:spPr>
          <a:xfrm>
            <a:off x="10953115" y="313690"/>
            <a:ext cx="1369695" cy="368300"/>
          </a:xfrm>
          <a:prstGeom prst="rect">
            <a:avLst/>
          </a:prstGeom>
          <a:noFill/>
        </p:spPr>
        <p:txBody>
          <a:bodyPr wrap="square" rtlCol="0">
            <a:spAutoFit/>
          </a:bodyPr>
          <a:lstStyle/>
          <a:p>
            <a:r>
              <a:rPr lang="zh-CN" altLang="en-US">
                <a:latin typeface="宋体" panose="02010600030101010101" pitchFamily="2" charset="-122"/>
                <a:ea typeface="宋体" panose="02010600030101010101" pitchFamily="2" charset="-122"/>
              </a:rPr>
              <a:t>结论与建议</a:t>
            </a:r>
            <a:endParaRPr lang="zh-CN" altLang="en-US">
              <a:latin typeface="宋体" panose="02010600030101010101" pitchFamily="2" charset="-122"/>
              <a:ea typeface="宋体" panose="02010600030101010101" pitchFamily="2" charset="-122"/>
            </a:endParaRPr>
          </a:p>
        </p:txBody>
      </p:sp>
      <p:sp>
        <p:nvSpPr>
          <p:cNvPr id="8" name="矩形 7" descr="7b0a2020202022776f7264617274223a2022220a7d0a"/>
          <p:cNvSpPr/>
          <p:nvPr/>
        </p:nvSpPr>
        <p:spPr>
          <a:xfrm>
            <a:off x="1084580" y="2025015"/>
            <a:ext cx="10022840" cy="2807970"/>
          </a:xfrm>
          <a:prstGeom prst="rect">
            <a:avLst/>
          </a:prstGeom>
          <a:noFill/>
        </p:spPr>
        <p:txBody>
          <a:bodyPr wrap="none" lIns="90170" tIns="46990" rIns="90170" bIns="46990" rtlCol="0" anchor="t">
            <a:normAutofit lnSpcReduction="10000"/>
            <a:scene3d>
              <a:camera prst="obliqueTopRight"/>
              <a:lightRig rig="flat" dir="t"/>
            </a:scene3d>
            <a:sp3d prstMaterial="matte">
              <a:extrusionClr>
                <a:schemeClr val="tx2">
                  <a:lumMod val="90000"/>
                  <a:lumOff val="10000"/>
                </a:schemeClr>
              </a:extrusionClr>
              <a:contourClr>
                <a:schemeClr val="bg1"/>
              </a:contourClr>
            </a:sp3d>
          </a:bodyPr>
          <a:lstStyle/>
          <a:p>
            <a:pPr algn="ctr"/>
            <a:endParaRPr lang="zh-CN" altLang="en-US" sz="18600" b="1">
              <a:ln w="41275" cap="rnd" cmpd="sng">
                <a:solidFill>
                  <a:srgbClr val="F6DE00"/>
                </a:solidFill>
                <a:prstDash val="solid"/>
              </a:ln>
              <a:solidFill>
                <a:srgbClr val="ED6145"/>
              </a:solidFill>
              <a:effectLst>
                <a:reflection blurRad="50800" stA="30000" endA="900" endPos="60000" dist="88900" dir="5400000" sy="-100000" algn="bl" rotWithShape="0"/>
              </a:effectLst>
              <a:latin typeface="汉仪超粗宋简" panose="02010600000101010101" charset="-122"/>
              <a:ea typeface="汉仪超粗宋简" panose="02010600000101010101" charset="-122"/>
            </a:endParaRPr>
          </a:p>
        </p:txBody>
      </p:sp>
      <p:sp>
        <p:nvSpPr>
          <p:cNvPr id="35" name="矩形 34" descr="7b0a2020202022776f7264617274223a2022220a7d0a"/>
          <p:cNvSpPr/>
          <p:nvPr/>
        </p:nvSpPr>
        <p:spPr>
          <a:xfrm>
            <a:off x="1084580" y="2025015"/>
            <a:ext cx="10022840" cy="2807970"/>
          </a:xfrm>
          <a:prstGeom prst="rect">
            <a:avLst/>
          </a:prstGeom>
          <a:noFill/>
        </p:spPr>
        <p:txBody>
          <a:bodyPr wrap="none" lIns="90170" tIns="46990" rIns="90170" bIns="46990" rtlCol="0" anchor="t">
            <a:normAutofit lnSpcReduction="10000"/>
            <a:scene3d>
              <a:camera prst="obliqueTopRight"/>
              <a:lightRig rig="flat" dir="t"/>
            </a:scene3d>
            <a:sp3d prstMaterial="matte">
              <a:extrusionClr>
                <a:schemeClr val="tx2">
                  <a:lumMod val="90000"/>
                  <a:lumOff val="10000"/>
                </a:schemeClr>
              </a:extrusionClr>
              <a:contourClr>
                <a:schemeClr val="bg1"/>
              </a:contourClr>
            </a:sp3d>
          </a:bodyPr>
          <a:lstStyle/>
          <a:p>
            <a:pPr algn="ctr"/>
            <a:endParaRPr lang="zh-CN" altLang="en-US" sz="18600" b="1">
              <a:ln w="41275" cap="rnd" cmpd="sng">
                <a:solidFill>
                  <a:srgbClr val="F6DE00"/>
                </a:solidFill>
                <a:prstDash val="solid"/>
              </a:ln>
              <a:solidFill>
                <a:srgbClr val="ED6145"/>
              </a:solidFill>
              <a:effectLst>
                <a:reflection blurRad="50800" stA="30000" endA="900" endPos="60000" dist="88900" dir="5400000" sy="-100000" algn="bl" rotWithShape="0"/>
              </a:effectLst>
              <a:latin typeface="汉仪超粗宋简" panose="02010600000101010101" charset="-122"/>
              <a:ea typeface="汉仪超粗宋简" panose="02010600000101010101" charset="-122"/>
            </a:endParaRPr>
          </a:p>
        </p:txBody>
      </p:sp>
      <p:sp>
        <p:nvSpPr>
          <p:cNvPr id="40" name="矩形: 圆角 24"/>
          <p:cNvSpPr/>
          <p:nvPr/>
        </p:nvSpPr>
        <p:spPr>
          <a:xfrm>
            <a:off x="210185" y="961390"/>
            <a:ext cx="3850538" cy="534035"/>
          </a:xfrm>
          <a:prstGeom prst="roundRect">
            <a:avLst>
              <a:gd name="adj" fmla="val 29695"/>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altLang="zh-CN" sz="2800" b="0" dirty="0">
                <a:solidFill>
                  <a:prstClr val="black"/>
                </a:solidFill>
                <a:latin typeface="微软雅黑" panose="020B0503020204020204" charset="-122"/>
                <a:ea typeface="微软雅黑" panose="020B0503020204020204" charset="-122"/>
                <a:cs typeface="微软雅黑" panose="020B0503020204020204" charset="-122"/>
                <a:sym typeface="微软雅黑" panose="020B0503020204020204" charset="-122"/>
              </a:rPr>
              <a:t>1.3</a:t>
            </a:r>
            <a:r>
              <a:rPr lang="zh-CN" altLang="en-US" sz="2800" b="0" dirty="0">
                <a:solidFill>
                  <a:prstClr val="black"/>
                </a:solidFill>
                <a:latin typeface="微软雅黑" panose="020B0503020204020204" charset="-122"/>
                <a:ea typeface="微软雅黑" panose="020B0503020204020204" charset="-122"/>
                <a:cs typeface="微软雅黑" panose="020B0503020204020204" charset="-122"/>
                <a:sym typeface="微软雅黑" panose="020B0503020204020204" charset="-122"/>
              </a:rPr>
              <a:t>发展现状与问题</a:t>
            </a:r>
            <a:endParaRPr lang="zh-CN" altLang="en-US" sz="2800" dirty="0">
              <a:solidFill>
                <a:prstClr val="black"/>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3" name="文本框 32"/>
          <p:cNvSpPr txBox="1"/>
          <p:nvPr/>
        </p:nvSpPr>
        <p:spPr>
          <a:xfrm>
            <a:off x="9709150" y="298450"/>
            <a:ext cx="1243965" cy="368300"/>
          </a:xfrm>
          <a:prstGeom prst="rect">
            <a:avLst/>
          </a:prstGeom>
          <a:noFill/>
        </p:spPr>
        <p:txBody>
          <a:bodyPr wrap="square" rtlCol="0">
            <a:spAutoFit/>
          </a:bodyPr>
          <a:lstStyle/>
          <a:p>
            <a:r>
              <a:rPr lang="zh-CN" altLang="en-US">
                <a:latin typeface="宋体" panose="02010600030101010101" pitchFamily="2" charset="-122"/>
                <a:ea typeface="宋体" panose="02010600030101010101" pitchFamily="2" charset="-122"/>
              </a:rPr>
              <a:t>产品设计</a:t>
            </a:r>
            <a:endParaRPr lang="zh-CN" altLang="en-US">
              <a:latin typeface="宋体" panose="02010600030101010101" pitchFamily="2" charset="-122"/>
              <a:ea typeface="宋体" panose="02010600030101010101" pitchFamily="2" charset="-122"/>
            </a:endParaRPr>
          </a:p>
        </p:txBody>
      </p:sp>
      <p:pic>
        <p:nvPicPr>
          <p:cNvPr id="38" name="图片 37" descr="箭头"/>
          <p:cNvPicPr>
            <a:picLocks noChangeAspect="1"/>
          </p:cNvPicPr>
          <p:nvPr>
            <p:custDataLst>
              <p:tags r:id="rId16"/>
            </p:custDataLst>
          </p:nvPr>
        </p:nvPicPr>
        <p:blipFill>
          <a:blip r:embed="rId17">
            <a:extLst>
              <a:ext uri="{96DAC541-7B7A-43D3-8B79-37D633B846F1}">
                <asvg:svgBlip xmlns:asvg="http://schemas.microsoft.com/office/drawing/2016/SVG/main" r:embed="rId18"/>
              </a:ext>
            </a:extLst>
          </a:blip>
          <a:stretch>
            <a:fillRect/>
          </a:stretch>
        </p:blipFill>
        <p:spPr>
          <a:xfrm flipH="1">
            <a:off x="365760" y="1035685"/>
            <a:ext cx="369570" cy="369570"/>
          </a:xfrm>
          <a:prstGeom prst="rect">
            <a:avLst/>
          </a:prstGeom>
        </p:spPr>
      </p:pic>
      <p:grpSp>
        <p:nvGrpSpPr>
          <p:cNvPr id="5" name="组合 4"/>
          <p:cNvGrpSpPr/>
          <p:nvPr/>
        </p:nvGrpSpPr>
        <p:grpSpPr>
          <a:xfrm>
            <a:off x="8063230" y="2218690"/>
            <a:ext cx="3948430" cy="605790"/>
            <a:chOff x="6405667" y="3346311"/>
            <a:chExt cx="4950766" cy="663500"/>
          </a:xfrm>
        </p:grpSpPr>
        <p:sp>
          <p:nvSpPr>
            <p:cNvPr id="7" name="公众号：进击的晖姑娘"/>
            <p:cNvSpPr/>
            <p:nvPr/>
          </p:nvSpPr>
          <p:spPr>
            <a:xfrm>
              <a:off x="6405667" y="3346311"/>
              <a:ext cx="4950766" cy="663500"/>
            </a:xfrm>
            <a:prstGeom prst="roundRect">
              <a:avLst>
                <a:gd name="adj" fmla="val 50000"/>
              </a:avLst>
            </a:prstGeom>
            <a:solidFill>
              <a:schemeClr val="bg1"/>
            </a:solidFill>
            <a:ln w="38100">
              <a:solidFill>
                <a:schemeClr val="accent1">
                  <a:lumMod val="75000"/>
                  <a:alpha val="10000"/>
                </a:schemeClr>
              </a:solidFill>
            </a:ln>
            <a:effectLst>
              <a:outerShdw blurRad="254000" dist="254000" dir="2700000" sx="95000" sy="95000" algn="tl" rotWithShape="0">
                <a:schemeClr val="accent1">
                  <a:lumMod val="75000"/>
                  <a:alpha val="18000"/>
                </a:schemeClr>
              </a:outerShdw>
              <a:reflection blurRad="317500" stA="50000" endA="300" endPos="20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endParaRPr>
            </a:p>
          </p:txBody>
        </p:sp>
        <p:sp>
          <p:nvSpPr>
            <p:cNvPr id="9" name="公众号：进击的晖姑娘"/>
            <p:cNvSpPr/>
            <p:nvPr/>
          </p:nvSpPr>
          <p:spPr>
            <a:xfrm>
              <a:off x="6734180" y="3413951"/>
              <a:ext cx="530305" cy="530305"/>
            </a:xfrm>
            <a:prstGeom prst="ellipse">
              <a:avLst/>
            </a:prstGeom>
            <a:gradFill flip="none" rotWithShape="1">
              <a:gsLst>
                <a:gs pos="0">
                  <a:schemeClr val="accent1">
                    <a:lumMod val="60000"/>
                    <a:lumOff val="40000"/>
                  </a:schemeClr>
                </a:gs>
                <a:gs pos="46000">
                  <a:schemeClr val="accent1"/>
                </a:gs>
              </a:gsLst>
              <a:path path="circle">
                <a:fillToRect r="100000" b="100000"/>
              </a:path>
              <a:tileRect l="-100000" t="-100000"/>
            </a:gradFill>
            <a:ln w="12700" cap="flat" cmpd="sng" algn="ctr">
              <a:noFill/>
              <a:prstDash val="solid"/>
              <a:miter lim="800000"/>
            </a:ln>
            <a:effectLst>
              <a:outerShdw blurRad="254000" dist="254000" dir="2700000" sx="95000" sy="95000" algn="ctr" rotWithShape="0">
                <a:schemeClr val="accent1">
                  <a:lumMod val="75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dirty="0">
                <a:ln>
                  <a:noFill/>
                </a:ln>
                <a:solidFill>
                  <a:prstClr val="white"/>
                </a:solidFill>
                <a:effectLst/>
                <a:uLnTx/>
                <a:uFillTx/>
                <a:latin typeface="华文中宋" panose="02010600040101010101" charset="-122"/>
                <a:ea typeface="华文中宋" panose="02010600040101010101" charset="-122"/>
                <a:cs typeface="+mn-cs"/>
              </a:endParaRPr>
            </a:p>
          </p:txBody>
        </p:sp>
        <p:sp>
          <p:nvSpPr>
            <p:cNvPr id="10" name="公众号：进击的晖姑娘"/>
            <p:cNvSpPr txBox="1"/>
            <p:nvPr/>
          </p:nvSpPr>
          <p:spPr>
            <a:xfrm>
              <a:off x="6691502" y="3506970"/>
              <a:ext cx="674381" cy="4033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rPr>
                <a:t>02</a:t>
              </a:r>
              <a:endParaRPr kumimoji="0" lang="en-US" altLang="zh-CN"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endParaRPr>
            </a:p>
          </p:txBody>
        </p:sp>
        <p:sp>
          <p:nvSpPr>
            <p:cNvPr id="12" name="公众号：进击的晖姑娘"/>
            <p:cNvSpPr txBox="1"/>
            <p:nvPr/>
          </p:nvSpPr>
          <p:spPr>
            <a:xfrm>
              <a:off x="7899866" y="3346335"/>
              <a:ext cx="2693874" cy="625248"/>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lang="zh-CN" altLang="en-US" sz="2400" dirty="0">
                  <a:solidFill>
                    <a:prstClr val="black">
                      <a:lumMod val="75000"/>
                      <a:lumOff val="25000"/>
                    </a:prstClr>
                  </a:solidFill>
                  <a:latin typeface="微软雅黑" panose="020B0503020204020204" charset="-122"/>
                  <a:ea typeface="微软雅黑" panose="020B0503020204020204" charset="-122"/>
                </a:rPr>
                <a:t>商业保险</a:t>
              </a:r>
              <a:endParaRPr kumimoji="0" lang="zh-CN" altLang="en-US" sz="2400" b="0" i="0" u="none" strike="noStrike" kern="1200" cap="none" spc="0" normalizeH="0" baseline="0" noProof="0" dirty="0">
                <a:ln>
                  <a:noFill/>
                </a:ln>
                <a:solidFill>
                  <a:prstClr val="black">
                    <a:lumMod val="75000"/>
                    <a:lumOff val="25000"/>
                  </a:prstClr>
                </a:solidFill>
                <a:effectLst/>
                <a:uLnTx/>
                <a:uFillTx/>
                <a:latin typeface="微软雅黑" panose="020B0503020204020204" charset="-122"/>
                <a:ea typeface="微软雅黑" panose="020B0503020204020204" charset="-122"/>
              </a:endParaRPr>
            </a:p>
          </p:txBody>
        </p:sp>
      </p:grpSp>
      <p:sp>
        <p:nvSpPr>
          <p:cNvPr id="15" name="文本框 14"/>
          <p:cNvSpPr txBox="1"/>
          <p:nvPr/>
        </p:nvSpPr>
        <p:spPr>
          <a:xfrm>
            <a:off x="563898" y="3742570"/>
            <a:ext cx="3338913" cy="1861185"/>
          </a:xfrm>
          <a:prstGeom prst="rect">
            <a:avLst/>
          </a:prstGeom>
          <a:noFill/>
        </p:spPr>
        <p:txBody>
          <a:bodyPr wrap="square" rtlCol="0">
            <a:spAutoFit/>
          </a:bodyPr>
          <a:lstStyle/>
          <a:p>
            <a:pPr indent="0" algn="ctr" fontAlgn="auto">
              <a:lnSpc>
                <a:spcPct val="125000"/>
              </a:lnSpc>
            </a:pPr>
            <a:r>
              <a:rPr lang="zh-CN" altLang="en-US" sz="2400" b="1">
                <a:ln>
                  <a:noFill/>
                </a:ln>
                <a:solidFill>
                  <a:srgbClr val="D8A862"/>
                </a:solidFill>
                <a:effectLst/>
                <a:latin typeface="微软雅黑" panose="020B0503020204020204" charset="-122"/>
                <a:ea typeface="微软雅黑" panose="020B0503020204020204" charset="-122"/>
                <a:sym typeface="+mn-ea"/>
              </a:rPr>
              <a:t>具备普惠性框架</a:t>
            </a:r>
            <a:endParaRPr lang="zh-CN" altLang="en-US" sz="2400" b="1" dirty="0">
              <a:solidFill>
                <a:srgbClr val="D8A862"/>
              </a:solidFill>
              <a:effectLst/>
              <a:latin typeface="微软雅黑" panose="020B0503020204020204" charset="-122"/>
              <a:ea typeface="微软雅黑" panose="020B0503020204020204" charset="-122"/>
            </a:endParaRPr>
          </a:p>
          <a:p>
            <a:pPr indent="0" algn="ctr" fontAlgn="auto">
              <a:lnSpc>
                <a:spcPct val="125000"/>
              </a:lnSpc>
            </a:pPr>
            <a:r>
              <a:rPr lang="zh-CN" altLang="en-US" sz="2400" b="1" dirty="0">
                <a:gradFill>
                  <a:gsLst>
                    <a:gs pos="50000">
                      <a:schemeClr val="accent2"/>
                    </a:gs>
                    <a:gs pos="0">
                      <a:schemeClr val="accent2">
                        <a:lumMod val="25000"/>
                        <a:lumOff val="75000"/>
                      </a:schemeClr>
                    </a:gs>
                    <a:gs pos="100000">
                      <a:schemeClr val="accent2">
                        <a:lumMod val="85000"/>
                      </a:schemeClr>
                    </a:gs>
                  </a:gsLst>
                  <a:lin ang="5400000" scaled="1"/>
                </a:gradFill>
                <a:latin typeface="微软雅黑" panose="020B0503020204020204" charset="-122"/>
                <a:ea typeface="微软雅黑" panose="020B0503020204020204" charset="-122"/>
              </a:rPr>
              <a:t>保障水平不高</a:t>
            </a:r>
            <a:endParaRPr lang="en-US" altLang="zh-CN" sz="2400" b="1" dirty="0">
              <a:gradFill>
                <a:gsLst>
                  <a:gs pos="50000">
                    <a:schemeClr val="accent2"/>
                  </a:gs>
                  <a:gs pos="0">
                    <a:schemeClr val="accent2">
                      <a:lumMod val="25000"/>
                      <a:lumOff val="75000"/>
                    </a:schemeClr>
                  </a:gs>
                  <a:gs pos="100000">
                    <a:schemeClr val="accent2">
                      <a:lumMod val="85000"/>
                    </a:schemeClr>
                  </a:gs>
                </a:gsLst>
                <a:lin ang="5400000" scaled="1"/>
              </a:gradFill>
              <a:latin typeface="微软雅黑" panose="020B0503020204020204" charset="-122"/>
              <a:ea typeface="微软雅黑" panose="020B0503020204020204" charset="-122"/>
            </a:endParaRPr>
          </a:p>
          <a:p>
            <a:pPr indent="0" algn="ctr" fontAlgn="auto">
              <a:lnSpc>
                <a:spcPct val="125000"/>
              </a:lnSpc>
            </a:pPr>
            <a:r>
              <a:rPr lang="zh-CN" altLang="en-US" sz="2400" b="1" dirty="0">
                <a:gradFill>
                  <a:gsLst>
                    <a:gs pos="50000">
                      <a:schemeClr val="accent2"/>
                    </a:gs>
                    <a:gs pos="0">
                      <a:schemeClr val="accent2">
                        <a:lumMod val="25000"/>
                        <a:lumOff val="75000"/>
                      </a:schemeClr>
                    </a:gs>
                    <a:gs pos="100000">
                      <a:schemeClr val="accent2">
                        <a:lumMod val="85000"/>
                      </a:schemeClr>
                    </a:gs>
                  </a:gsLst>
                  <a:lin ang="5400000" scaled="1"/>
                </a:gradFill>
                <a:latin typeface="微软雅黑" panose="020B0503020204020204" charset="-122"/>
                <a:ea typeface="微软雅黑" panose="020B0503020204020204" charset="-122"/>
                <a:sym typeface="+mn-ea"/>
              </a:rPr>
              <a:t>保障</a:t>
            </a:r>
            <a:r>
              <a:rPr lang="zh-CN" altLang="en-US" sz="2400" b="1" dirty="0">
                <a:gradFill>
                  <a:gsLst>
                    <a:gs pos="50000">
                      <a:schemeClr val="accent2"/>
                    </a:gs>
                    <a:gs pos="0">
                      <a:schemeClr val="accent2">
                        <a:lumMod val="25000"/>
                        <a:lumOff val="75000"/>
                      </a:schemeClr>
                    </a:gs>
                    <a:gs pos="100000">
                      <a:schemeClr val="accent2">
                        <a:lumMod val="85000"/>
                      </a:schemeClr>
                    </a:gs>
                  </a:gsLst>
                  <a:lin ang="5400000" scaled="1"/>
                </a:gradFill>
                <a:latin typeface="微软雅黑" panose="020B0503020204020204" charset="-122"/>
                <a:ea typeface="微软雅黑" panose="020B0503020204020204" charset="-122"/>
                <a:sym typeface="+mn-ea"/>
              </a:rPr>
              <a:t>覆盖不足</a:t>
            </a:r>
            <a:endParaRPr lang="en-US" altLang="zh-CN" sz="2000" b="1" dirty="0">
              <a:gradFill>
                <a:gsLst>
                  <a:gs pos="50000">
                    <a:schemeClr val="accent1"/>
                  </a:gs>
                  <a:gs pos="0">
                    <a:schemeClr val="accent1">
                      <a:lumMod val="25000"/>
                      <a:lumOff val="75000"/>
                    </a:schemeClr>
                  </a:gs>
                  <a:gs pos="100000">
                    <a:schemeClr val="accent1">
                      <a:lumMod val="85000"/>
                    </a:schemeClr>
                  </a:gs>
                </a:gsLst>
                <a:lin ang="5400000" scaled="1"/>
              </a:gradFill>
              <a:latin typeface="微软雅黑" panose="020B0503020204020204" charset="-122"/>
              <a:ea typeface="微软雅黑" panose="020B0503020204020204" charset="-122"/>
              <a:sym typeface="+mn-ea"/>
            </a:endParaRPr>
          </a:p>
          <a:p>
            <a:pPr indent="0" algn="ctr" fontAlgn="auto">
              <a:lnSpc>
                <a:spcPct val="125000"/>
              </a:lnSpc>
            </a:pPr>
            <a:r>
              <a:rPr lang="zh-CN" altLang="en-US" sz="2000" b="1" dirty="0">
                <a:gradFill>
                  <a:gsLst>
                    <a:gs pos="50000">
                      <a:schemeClr val="accent1"/>
                    </a:gs>
                    <a:gs pos="0">
                      <a:schemeClr val="accent1">
                        <a:lumMod val="25000"/>
                        <a:lumOff val="75000"/>
                      </a:schemeClr>
                    </a:gs>
                    <a:gs pos="100000">
                      <a:schemeClr val="accent1">
                        <a:lumMod val="85000"/>
                      </a:schemeClr>
                    </a:gs>
                  </a:gsLst>
                  <a:lin ang="5400000" scaled="1"/>
                </a:gradFill>
                <a:latin typeface="微软雅黑" panose="020B0503020204020204" charset="-122"/>
                <a:ea typeface="微软雅黑" panose="020B0503020204020204" charset="-122"/>
                <a:sym typeface="+mn-ea"/>
              </a:rPr>
              <a:t>难以契合退役军人医疗需求</a:t>
            </a:r>
            <a:endParaRPr lang="zh-CN" altLang="en-US" sz="2000" b="1" dirty="0">
              <a:gradFill>
                <a:gsLst>
                  <a:gs pos="50000">
                    <a:schemeClr val="accent1"/>
                  </a:gs>
                  <a:gs pos="0">
                    <a:schemeClr val="accent1">
                      <a:lumMod val="25000"/>
                      <a:lumOff val="75000"/>
                    </a:schemeClr>
                  </a:gs>
                  <a:gs pos="100000">
                    <a:schemeClr val="accent1">
                      <a:lumMod val="85000"/>
                    </a:schemeClr>
                  </a:gs>
                </a:gsLst>
                <a:lin ang="5400000" scaled="1"/>
              </a:gradFill>
              <a:latin typeface="微软雅黑" panose="020B0503020204020204" charset="-122"/>
              <a:ea typeface="微软雅黑" panose="020B0503020204020204" charset="-122"/>
              <a:sym typeface="+mn-ea"/>
            </a:endParaRPr>
          </a:p>
        </p:txBody>
      </p:sp>
      <p:grpSp>
        <p:nvGrpSpPr>
          <p:cNvPr id="19" name="组合 18"/>
          <p:cNvGrpSpPr/>
          <p:nvPr/>
        </p:nvGrpSpPr>
        <p:grpSpPr>
          <a:xfrm>
            <a:off x="180975" y="2957830"/>
            <a:ext cx="3813810" cy="637540"/>
            <a:chOff x="6582423" y="3294149"/>
            <a:chExt cx="4950766" cy="769910"/>
          </a:xfrm>
        </p:grpSpPr>
        <p:sp>
          <p:nvSpPr>
            <p:cNvPr id="28" name="公众号：进击的晖姑娘"/>
            <p:cNvSpPr/>
            <p:nvPr/>
          </p:nvSpPr>
          <p:spPr>
            <a:xfrm>
              <a:off x="6582423" y="3294149"/>
              <a:ext cx="4950766" cy="769910"/>
            </a:xfrm>
            <a:prstGeom prst="roundRect">
              <a:avLst>
                <a:gd name="adj" fmla="val 50000"/>
              </a:avLst>
            </a:prstGeom>
            <a:solidFill>
              <a:schemeClr val="bg1"/>
            </a:solidFill>
            <a:ln w="38100">
              <a:solidFill>
                <a:schemeClr val="accent1">
                  <a:lumMod val="75000"/>
                  <a:alpha val="10000"/>
                </a:schemeClr>
              </a:solidFill>
            </a:ln>
            <a:effectLst>
              <a:outerShdw blurRad="254000" dist="254000" dir="2700000" sx="95000" sy="95000" algn="tl" rotWithShape="0">
                <a:schemeClr val="accent1">
                  <a:lumMod val="75000"/>
                  <a:alpha val="18000"/>
                </a:schemeClr>
              </a:outerShdw>
              <a:reflection blurRad="317500" stA="50000" endA="300" endPos="20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endParaRPr>
            </a:p>
          </p:txBody>
        </p:sp>
        <p:sp>
          <p:nvSpPr>
            <p:cNvPr id="30" name="公众号：进击的晖姑娘"/>
            <p:cNvSpPr/>
            <p:nvPr/>
          </p:nvSpPr>
          <p:spPr>
            <a:xfrm>
              <a:off x="6734180" y="3413951"/>
              <a:ext cx="530305" cy="530305"/>
            </a:xfrm>
            <a:prstGeom prst="ellipse">
              <a:avLst/>
            </a:prstGeom>
            <a:gradFill flip="none" rotWithShape="1">
              <a:gsLst>
                <a:gs pos="0">
                  <a:schemeClr val="accent1">
                    <a:lumMod val="60000"/>
                    <a:lumOff val="40000"/>
                  </a:schemeClr>
                </a:gs>
                <a:gs pos="46000">
                  <a:schemeClr val="accent1"/>
                </a:gs>
              </a:gsLst>
              <a:path path="circle">
                <a:fillToRect r="100000" b="100000"/>
              </a:path>
              <a:tileRect l="-100000" t="-100000"/>
            </a:gradFill>
            <a:ln w="12700" cap="flat" cmpd="sng" algn="ctr">
              <a:noFill/>
              <a:prstDash val="solid"/>
              <a:miter lim="800000"/>
            </a:ln>
            <a:effectLst>
              <a:outerShdw blurRad="254000" dist="254000" dir="2700000" sx="95000" sy="95000" algn="ctr" rotWithShape="0">
                <a:schemeClr val="accent1">
                  <a:lumMod val="75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dirty="0">
                <a:ln>
                  <a:noFill/>
                </a:ln>
                <a:solidFill>
                  <a:prstClr val="white"/>
                </a:solidFill>
                <a:effectLst/>
                <a:uLnTx/>
                <a:uFillTx/>
                <a:latin typeface="华文中宋" panose="02010600040101010101" charset="-122"/>
                <a:ea typeface="华文中宋" panose="02010600040101010101" charset="-122"/>
                <a:cs typeface="+mn-cs"/>
              </a:endParaRPr>
            </a:p>
          </p:txBody>
        </p:sp>
        <p:sp>
          <p:nvSpPr>
            <p:cNvPr id="31" name="公众号：进击的晖姑娘"/>
            <p:cNvSpPr txBox="1"/>
            <p:nvPr/>
          </p:nvSpPr>
          <p:spPr>
            <a:xfrm>
              <a:off x="6616809" y="3430487"/>
              <a:ext cx="729916" cy="530917"/>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rPr>
                <a:t>01</a:t>
              </a:r>
              <a:endParaRPr kumimoji="0" lang="en-US" altLang="zh-CN"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endParaRPr>
            </a:p>
          </p:txBody>
        </p:sp>
        <p:sp>
          <p:nvSpPr>
            <p:cNvPr id="32" name="公众号：进击的晖姑娘"/>
            <p:cNvSpPr txBox="1"/>
            <p:nvPr/>
          </p:nvSpPr>
          <p:spPr>
            <a:xfrm>
              <a:off x="7899866" y="3346335"/>
              <a:ext cx="2693874" cy="68939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lang="zh-CN" altLang="en-US" sz="2400" dirty="0">
                  <a:solidFill>
                    <a:prstClr val="black">
                      <a:lumMod val="75000"/>
                      <a:lumOff val="25000"/>
                    </a:prstClr>
                  </a:solidFill>
                  <a:latin typeface="微软雅黑" panose="020B0503020204020204" charset="-122"/>
                  <a:ea typeface="微软雅黑" panose="020B0503020204020204" charset="-122"/>
                </a:rPr>
                <a:t>社会医疗保险</a:t>
              </a:r>
              <a:endParaRPr kumimoji="0" lang="zh-CN" altLang="en-US" sz="2400" b="0" i="0" u="none" strike="noStrike" kern="1200" cap="none" spc="0" normalizeH="0" baseline="0" noProof="0" dirty="0">
                <a:ln>
                  <a:noFill/>
                </a:ln>
                <a:solidFill>
                  <a:prstClr val="black">
                    <a:lumMod val="75000"/>
                    <a:lumOff val="25000"/>
                  </a:prstClr>
                </a:solidFill>
                <a:effectLst/>
                <a:uLnTx/>
                <a:uFillTx/>
                <a:latin typeface="微软雅黑" panose="020B0503020204020204" charset="-122"/>
                <a:ea typeface="微软雅黑" panose="020B0503020204020204" charset="-122"/>
              </a:endParaRPr>
            </a:p>
          </p:txBody>
        </p:sp>
      </p:grpSp>
      <p:sp>
        <p:nvSpPr>
          <p:cNvPr id="53" name="文本框 52"/>
          <p:cNvSpPr txBox="1"/>
          <p:nvPr/>
        </p:nvSpPr>
        <p:spPr>
          <a:xfrm>
            <a:off x="8484284" y="2972919"/>
            <a:ext cx="3338913" cy="2091690"/>
          </a:xfrm>
          <a:prstGeom prst="rect">
            <a:avLst/>
          </a:prstGeom>
          <a:noFill/>
        </p:spPr>
        <p:txBody>
          <a:bodyPr wrap="square" rtlCol="0">
            <a:spAutoFit/>
          </a:bodyPr>
          <a:lstStyle/>
          <a:p>
            <a:pPr indent="0" algn="ctr" fontAlgn="auto">
              <a:lnSpc>
                <a:spcPct val="125000"/>
              </a:lnSpc>
            </a:pPr>
            <a:r>
              <a:rPr lang="zh-CN" altLang="en-US" sz="2000" b="1" dirty="0">
                <a:gradFill>
                  <a:gsLst>
                    <a:gs pos="50000">
                      <a:schemeClr val="accent1"/>
                    </a:gs>
                    <a:gs pos="0">
                      <a:schemeClr val="accent1">
                        <a:lumMod val="25000"/>
                        <a:lumOff val="75000"/>
                      </a:schemeClr>
                    </a:gs>
                    <a:gs pos="100000">
                      <a:schemeClr val="accent1">
                        <a:lumMod val="85000"/>
                      </a:schemeClr>
                    </a:gs>
                  </a:gsLst>
                  <a:lin ang="5400000" scaled="1"/>
                </a:gradFill>
                <a:latin typeface="微软雅黑" panose="020B0503020204020204" charset="-122"/>
                <a:ea typeface="微软雅黑" panose="020B0503020204020204" charset="-122"/>
              </a:rPr>
              <a:t>保障范围局限</a:t>
            </a:r>
            <a:endParaRPr lang="en-US" altLang="zh-CN" sz="2000" b="1" dirty="0">
              <a:gradFill>
                <a:gsLst>
                  <a:gs pos="50000">
                    <a:schemeClr val="accent1"/>
                  </a:gs>
                  <a:gs pos="0">
                    <a:schemeClr val="accent1">
                      <a:lumMod val="25000"/>
                      <a:lumOff val="75000"/>
                    </a:schemeClr>
                  </a:gs>
                  <a:gs pos="100000">
                    <a:schemeClr val="accent1">
                      <a:lumMod val="85000"/>
                    </a:schemeClr>
                  </a:gs>
                </a:gsLst>
                <a:lin ang="5400000" scaled="1"/>
              </a:gradFill>
              <a:latin typeface="微软雅黑" panose="020B0503020204020204" charset="-122"/>
              <a:ea typeface="微软雅黑" panose="020B0503020204020204" charset="-122"/>
            </a:endParaRPr>
          </a:p>
          <a:p>
            <a:pPr indent="0" algn="ctr" fontAlgn="auto">
              <a:lnSpc>
                <a:spcPct val="125000"/>
              </a:lnSpc>
            </a:pPr>
            <a:r>
              <a:rPr lang="zh-CN" altLang="en-US" sz="2000" b="1" dirty="0">
                <a:gradFill>
                  <a:gsLst>
                    <a:gs pos="50000">
                      <a:schemeClr val="accent1"/>
                    </a:gs>
                    <a:gs pos="0">
                      <a:schemeClr val="accent1">
                        <a:lumMod val="25000"/>
                        <a:lumOff val="75000"/>
                      </a:schemeClr>
                    </a:gs>
                    <a:gs pos="100000">
                      <a:schemeClr val="accent1">
                        <a:lumMod val="85000"/>
                      </a:schemeClr>
                    </a:gs>
                  </a:gsLst>
                  <a:lin ang="5400000" scaled="1"/>
                </a:gradFill>
                <a:latin typeface="微软雅黑" panose="020B0503020204020204" charset="-122"/>
                <a:ea typeface="微软雅黑" panose="020B0503020204020204" charset="-122"/>
                <a:sym typeface="+mn-ea"/>
              </a:rPr>
              <a:t>不保证续保</a:t>
            </a:r>
            <a:endParaRPr lang="en-US" altLang="zh-CN" sz="2000" b="1" dirty="0">
              <a:gradFill>
                <a:gsLst>
                  <a:gs pos="50000">
                    <a:schemeClr val="accent1"/>
                  </a:gs>
                  <a:gs pos="0">
                    <a:schemeClr val="accent1">
                      <a:lumMod val="25000"/>
                      <a:lumOff val="75000"/>
                    </a:schemeClr>
                  </a:gs>
                  <a:gs pos="100000">
                    <a:schemeClr val="accent1">
                      <a:lumMod val="85000"/>
                    </a:schemeClr>
                  </a:gs>
                </a:gsLst>
                <a:lin ang="5400000" scaled="1"/>
              </a:gradFill>
              <a:latin typeface="微软雅黑" panose="020B0503020204020204" charset="-122"/>
              <a:ea typeface="微软雅黑" panose="020B0503020204020204" charset="-122"/>
              <a:sym typeface="+mn-ea"/>
            </a:endParaRPr>
          </a:p>
          <a:p>
            <a:pPr indent="0" algn="ctr" fontAlgn="auto">
              <a:lnSpc>
                <a:spcPct val="125000"/>
              </a:lnSpc>
            </a:pPr>
            <a:r>
              <a:rPr lang="zh-CN" altLang="en-US" sz="2000" b="1" dirty="0">
                <a:gradFill>
                  <a:gsLst>
                    <a:gs pos="50000">
                      <a:schemeClr val="accent1"/>
                    </a:gs>
                    <a:gs pos="0">
                      <a:schemeClr val="accent1">
                        <a:lumMod val="25000"/>
                        <a:lumOff val="75000"/>
                      </a:schemeClr>
                    </a:gs>
                    <a:gs pos="100000">
                      <a:schemeClr val="accent1">
                        <a:lumMod val="85000"/>
                      </a:schemeClr>
                    </a:gs>
                  </a:gsLst>
                  <a:lin ang="5400000" scaled="1"/>
                </a:gradFill>
                <a:latin typeface="微软雅黑" panose="020B0503020204020204" charset="-122"/>
                <a:ea typeface="微软雅黑" panose="020B0503020204020204" charset="-122"/>
                <a:sym typeface="+mn-ea"/>
              </a:rPr>
              <a:t>理赔门槛高</a:t>
            </a:r>
            <a:endParaRPr lang="en-US" altLang="zh-CN" sz="2000" b="1" dirty="0">
              <a:gradFill>
                <a:gsLst>
                  <a:gs pos="50000">
                    <a:schemeClr val="accent1"/>
                  </a:gs>
                  <a:gs pos="0">
                    <a:schemeClr val="accent1">
                      <a:lumMod val="25000"/>
                      <a:lumOff val="75000"/>
                    </a:schemeClr>
                  </a:gs>
                  <a:gs pos="100000">
                    <a:schemeClr val="accent1">
                      <a:lumMod val="85000"/>
                    </a:schemeClr>
                  </a:gs>
                </a:gsLst>
                <a:lin ang="5400000" scaled="1"/>
              </a:gradFill>
              <a:latin typeface="微软雅黑" panose="020B0503020204020204" charset="-122"/>
              <a:ea typeface="微软雅黑" panose="020B0503020204020204" charset="-122"/>
              <a:sym typeface="+mn-ea"/>
            </a:endParaRPr>
          </a:p>
          <a:p>
            <a:pPr indent="0" algn="ctr" fontAlgn="auto">
              <a:lnSpc>
                <a:spcPct val="125000"/>
              </a:lnSpc>
            </a:pPr>
            <a:r>
              <a:rPr lang="zh-CN" altLang="en-US" sz="2000" b="1" dirty="0">
                <a:gradFill>
                  <a:gsLst>
                    <a:gs pos="50000">
                      <a:schemeClr val="accent1"/>
                    </a:gs>
                    <a:gs pos="0">
                      <a:schemeClr val="accent1">
                        <a:lumMod val="25000"/>
                        <a:lumOff val="75000"/>
                      </a:schemeClr>
                    </a:gs>
                    <a:gs pos="100000">
                      <a:schemeClr val="accent1">
                        <a:lumMod val="85000"/>
                      </a:schemeClr>
                    </a:gs>
                  </a:gsLst>
                  <a:lin ang="5400000" scaled="1"/>
                </a:gradFill>
                <a:latin typeface="微软雅黑" panose="020B0503020204020204" charset="-122"/>
                <a:ea typeface="微软雅黑" panose="020B0503020204020204" charset="-122"/>
                <a:sym typeface="+mn-ea"/>
              </a:rPr>
              <a:t>军地协同与服务断层</a:t>
            </a:r>
            <a:endParaRPr lang="en-US" altLang="zh-CN" sz="2000" b="1" dirty="0">
              <a:gradFill>
                <a:gsLst>
                  <a:gs pos="50000">
                    <a:schemeClr val="accent1"/>
                  </a:gs>
                  <a:gs pos="0">
                    <a:schemeClr val="accent1">
                      <a:lumMod val="25000"/>
                      <a:lumOff val="75000"/>
                    </a:schemeClr>
                  </a:gs>
                  <a:gs pos="100000">
                    <a:schemeClr val="accent1">
                      <a:lumMod val="85000"/>
                    </a:schemeClr>
                  </a:gs>
                </a:gsLst>
                <a:lin ang="5400000" scaled="1"/>
              </a:gradFill>
              <a:latin typeface="微软雅黑" panose="020B0503020204020204" charset="-122"/>
              <a:ea typeface="微软雅黑" panose="020B0503020204020204" charset="-122"/>
              <a:sym typeface="+mn-ea"/>
            </a:endParaRPr>
          </a:p>
          <a:p>
            <a:pPr indent="0" algn="ctr" fontAlgn="auto">
              <a:lnSpc>
                <a:spcPct val="125000"/>
              </a:lnSpc>
            </a:pPr>
            <a:r>
              <a:rPr lang="zh-CN" altLang="en-US" sz="2400" b="1" dirty="0">
                <a:solidFill>
                  <a:schemeClr val="tx2">
                    <a:lumMod val="25000"/>
                  </a:schemeClr>
                </a:solidFill>
                <a:latin typeface="微软雅黑" panose="020B0503020204020204" charset="-122"/>
                <a:ea typeface="微软雅黑" panose="020B0503020204020204" charset="-122"/>
                <a:sym typeface="+mn-ea"/>
              </a:rPr>
              <a:t>精算模型开发滞后</a:t>
            </a:r>
            <a:endParaRPr lang="zh-CN" altLang="en-US" sz="2400" b="1" dirty="0">
              <a:solidFill>
                <a:schemeClr val="tx2">
                  <a:lumMod val="25000"/>
                </a:schemeClr>
              </a:solidFill>
              <a:latin typeface="微软雅黑" panose="020B0503020204020204" charset="-122"/>
              <a:ea typeface="微软雅黑" panose="020B0503020204020204" charset="-122"/>
              <a:sym typeface="+mn-ea"/>
            </a:endParaRPr>
          </a:p>
        </p:txBody>
      </p:sp>
      <p:sp>
        <p:nvSpPr>
          <p:cNvPr id="11" name="椭圆 10"/>
          <p:cNvSpPr/>
          <p:nvPr>
            <p:custDataLst>
              <p:tags r:id="rId19"/>
            </p:custDataLst>
          </p:nvPr>
        </p:nvSpPr>
        <p:spPr>
          <a:xfrm>
            <a:off x="4096702" y="5759450"/>
            <a:ext cx="3120616" cy="666294"/>
          </a:xfrm>
          <a:prstGeom prst="ellipse">
            <a:avLst/>
          </a:prstGeom>
          <a:solidFill>
            <a:schemeClr val="tx1">
              <a:lumMod val="50000"/>
              <a:lumOff val="50000"/>
              <a:alpha val="20000"/>
            </a:schemeClr>
          </a:soli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mn-ea"/>
            </a:endParaRPr>
          </a:p>
        </p:txBody>
      </p:sp>
      <p:sp>
        <p:nvSpPr>
          <p:cNvPr id="18" name="任意多边形: 形状 17"/>
          <p:cNvSpPr/>
          <p:nvPr>
            <p:custDataLst>
              <p:tags r:id="rId20"/>
            </p:custDataLst>
          </p:nvPr>
        </p:nvSpPr>
        <p:spPr>
          <a:xfrm rot="301212">
            <a:off x="3833178" y="3016250"/>
            <a:ext cx="1068622" cy="1977759"/>
          </a:xfrm>
          <a:custGeom>
            <a:avLst/>
            <a:gdLst>
              <a:gd name="connsiteX0" fmla="*/ 483108 w 1542573"/>
              <a:gd name="connsiteY0" fmla="*/ 0 h 2854928"/>
              <a:gd name="connsiteX1" fmla="*/ 0 w 1542573"/>
              <a:gd name="connsiteY1" fmla="*/ 1802987 h 2854928"/>
              <a:gd name="connsiteX2" fmla="*/ 1015841 w 1542573"/>
              <a:gd name="connsiteY2" fmla="*/ 2854928 h 2854928"/>
              <a:gd name="connsiteX3" fmla="*/ 1542574 w 1542573"/>
              <a:gd name="connsiteY3" fmla="*/ 889063 h 2854928"/>
            </a:gdLst>
            <a:ahLst/>
            <a:cxnLst>
              <a:cxn ang="0">
                <a:pos x="connsiteX0" y="connsiteY0"/>
              </a:cxn>
              <a:cxn ang="0">
                <a:pos x="connsiteX1" y="connsiteY1"/>
              </a:cxn>
              <a:cxn ang="0">
                <a:pos x="connsiteX2" y="connsiteY2"/>
              </a:cxn>
              <a:cxn ang="0">
                <a:pos x="connsiteX3" y="connsiteY3"/>
              </a:cxn>
            </a:cxnLst>
            <a:rect l="l" t="t" r="r" b="b"/>
            <a:pathLst>
              <a:path w="1542573" h="2854928">
                <a:moveTo>
                  <a:pt x="483108" y="0"/>
                </a:moveTo>
                <a:lnTo>
                  <a:pt x="0" y="1802987"/>
                </a:lnTo>
                <a:lnTo>
                  <a:pt x="1015841" y="2854928"/>
                </a:lnTo>
                <a:lnTo>
                  <a:pt x="1542574" y="889063"/>
                </a:lnTo>
                <a:close/>
              </a:path>
            </a:pathLst>
          </a:custGeom>
          <a:solidFill>
            <a:schemeClr val="accent1">
              <a:lumMod val="55000"/>
              <a:lumOff val="45000"/>
            </a:schemeClr>
          </a:solidFill>
          <a:ln w="9525" cap="flat">
            <a:solidFill>
              <a:schemeClr val="bg2"/>
            </a:solidFill>
            <a:prstDash val="solid"/>
            <a:miter/>
          </a:ln>
        </p:spPr>
        <p:txBody>
          <a:bodyPr rtlCol="0" anchor="ctr"/>
          <a:p>
            <a:endParaRPr lang="zh-CN" altLang="en-US">
              <a:solidFill>
                <a:schemeClr val="tx1"/>
              </a:solidFill>
              <a:latin typeface="+mn-ea"/>
            </a:endParaRPr>
          </a:p>
        </p:txBody>
      </p:sp>
      <p:sp>
        <p:nvSpPr>
          <p:cNvPr id="20" name="任意多边形: 形状 18"/>
          <p:cNvSpPr/>
          <p:nvPr>
            <p:custDataLst>
              <p:tags r:id="rId21"/>
            </p:custDataLst>
          </p:nvPr>
        </p:nvSpPr>
        <p:spPr>
          <a:xfrm rot="301212">
            <a:off x="4358323" y="3695065"/>
            <a:ext cx="1389624" cy="2270929"/>
          </a:xfrm>
          <a:custGeom>
            <a:avLst/>
            <a:gdLst>
              <a:gd name="connsiteX0" fmla="*/ 1425111 w 2005945"/>
              <a:gd name="connsiteY0" fmla="*/ 3278124 h 3278124"/>
              <a:gd name="connsiteX1" fmla="*/ 157904 w 2005945"/>
              <a:gd name="connsiteY1" fmla="*/ 1965960 h 3278124"/>
              <a:gd name="connsiteX2" fmla="*/ 376789 w 2005945"/>
              <a:gd name="connsiteY2" fmla="*/ 1149001 h 3278124"/>
              <a:gd name="connsiteX3" fmla="*/ 50939 w 2005945"/>
              <a:gd name="connsiteY3" fmla="*/ 609409 h 3278124"/>
              <a:gd name="connsiteX4" fmla="*/ 462038 w 2005945"/>
              <a:gd name="connsiteY4" fmla="*/ 830866 h 3278124"/>
              <a:gd name="connsiteX5" fmla="*/ 684637 w 2005945"/>
              <a:gd name="connsiteY5" fmla="*/ 0 h 3278124"/>
              <a:gd name="connsiteX6" fmla="*/ 2005945 w 2005945"/>
              <a:gd name="connsiteY6" fmla="*/ 1110044 h 3278124"/>
              <a:gd name="connsiteX7" fmla="*/ 1425111 w 2005945"/>
              <a:gd name="connsiteY7" fmla="*/ 3278124 h 3278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05945" h="3278124">
                <a:moveTo>
                  <a:pt x="1425111" y="3278124"/>
                </a:moveTo>
                <a:lnTo>
                  <a:pt x="157904" y="1965960"/>
                </a:lnTo>
                <a:lnTo>
                  <a:pt x="376789" y="1149001"/>
                </a:lnTo>
                <a:cubicBezTo>
                  <a:pt x="376789" y="1149001"/>
                  <a:pt x="-165279" y="996982"/>
                  <a:pt x="50939" y="609409"/>
                </a:cubicBezTo>
                <a:cubicBezTo>
                  <a:pt x="50939" y="609409"/>
                  <a:pt x="221436" y="325183"/>
                  <a:pt x="462038" y="830866"/>
                </a:cubicBezTo>
                <a:lnTo>
                  <a:pt x="684637" y="0"/>
                </a:lnTo>
                <a:lnTo>
                  <a:pt x="2005945" y="1110044"/>
                </a:lnTo>
                <a:lnTo>
                  <a:pt x="1425111" y="3278124"/>
                </a:lnTo>
                <a:close/>
              </a:path>
            </a:pathLst>
          </a:custGeom>
          <a:solidFill>
            <a:schemeClr val="accent1"/>
          </a:solidFill>
          <a:ln w="9525" cap="flat">
            <a:solidFill>
              <a:schemeClr val="bg2"/>
            </a:solidFill>
            <a:prstDash val="solid"/>
            <a:miter/>
          </a:ln>
        </p:spPr>
        <p:txBody>
          <a:bodyPr rtlCol="0" anchor="ctr"/>
          <a:p>
            <a:endParaRPr lang="zh-CN" altLang="en-US">
              <a:solidFill>
                <a:schemeClr val="tx1"/>
              </a:solidFill>
              <a:latin typeface="+mn-ea"/>
            </a:endParaRPr>
          </a:p>
        </p:txBody>
      </p:sp>
      <p:sp>
        <p:nvSpPr>
          <p:cNvPr id="21" name="任意多边形: 形状 19"/>
          <p:cNvSpPr/>
          <p:nvPr>
            <p:custDataLst>
              <p:tags r:id="rId22"/>
            </p:custDataLst>
          </p:nvPr>
        </p:nvSpPr>
        <p:spPr>
          <a:xfrm rot="301212">
            <a:off x="4949507" y="2470150"/>
            <a:ext cx="1299898" cy="2101451"/>
          </a:xfrm>
          <a:custGeom>
            <a:avLst/>
            <a:gdLst>
              <a:gd name="connsiteX0" fmla="*/ 1876425 w 1876424"/>
              <a:gd name="connsiteY0" fmla="*/ 868489 h 3033480"/>
              <a:gd name="connsiteX1" fmla="*/ 1321213 w 1876424"/>
              <a:gd name="connsiteY1" fmla="*/ 2940558 h 3033480"/>
              <a:gd name="connsiteX2" fmla="*/ 790480 w 1876424"/>
              <a:gd name="connsiteY2" fmla="*/ 2493836 h 3033480"/>
              <a:gd name="connsiteX3" fmla="*/ 645509 w 1876424"/>
              <a:gd name="connsiteY3" fmla="*/ 3023521 h 3033480"/>
              <a:gd name="connsiteX4" fmla="*/ 317849 w 1876424"/>
              <a:gd name="connsiteY4" fmla="*/ 2643664 h 3033480"/>
              <a:gd name="connsiteX5" fmla="*/ 541496 w 1876424"/>
              <a:gd name="connsiteY5" fmla="*/ 2284953 h 3033480"/>
              <a:gd name="connsiteX6" fmla="*/ 0 w 1876424"/>
              <a:gd name="connsiteY6" fmla="*/ 1830610 h 3033480"/>
              <a:gd name="connsiteX7" fmla="*/ 490442 w 1876424"/>
              <a:gd name="connsiteY7" fmla="*/ 0 h 3033480"/>
              <a:gd name="connsiteX8" fmla="*/ 1876425 w 1876424"/>
              <a:gd name="connsiteY8" fmla="*/ 868489 h 3033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76424" h="3033480">
                <a:moveTo>
                  <a:pt x="1876425" y="868489"/>
                </a:moveTo>
                <a:lnTo>
                  <a:pt x="1321213" y="2940558"/>
                </a:lnTo>
                <a:lnTo>
                  <a:pt x="790480" y="2493836"/>
                </a:lnTo>
                <a:cubicBezTo>
                  <a:pt x="790480" y="2493836"/>
                  <a:pt x="789242" y="2971038"/>
                  <a:pt x="645509" y="3023521"/>
                </a:cubicBezTo>
                <a:cubicBezTo>
                  <a:pt x="501777" y="3076004"/>
                  <a:pt x="248317" y="2916936"/>
                  <a:pt x="317849" y="2643664"/>
                </a:cubicBezTo>
                <a:cubicBezTo>
                  <a:pt x="317849" y="2643664"/>
                  <a:pt x="357568" y="2487740"/>
                  <a:pt x="541496" y="2284953"/>
                </a:cubicBezTo>
                <a:lnTo>
                  <a:pt x="0" y="1830610"/>
                </a:lnTo>
                <a:lnTo>
                  <a:pt x="490442" y="0"/>
                </a:lnTo>
                <a:lnTo>
                  <a:pt x="1876425" y="868489"/>
                </a:lnTo>
                <a:close/>
              </a:path>
            </a:pathLst>
          </a:custGeom>
          <a:solidFill>
            <a:srgbClr val="F2F2F2"/>
          </a:solidFill>
          <a:ln w="9525" cap="flat">
            <a:solidFill>
              <a:schemeClr val="bg2">
                <a:alpha val="50000"/>
              </a:schemeClr>
            </a:solidFill>
            <a:prstDash val="solid"/>
            <a:miter/>
          </a:ln>
        </p:spPr>
        <p:txBody>
          <a:bodyPr rtlCol="0" anchor="ctr"/>
          <a:p>
            <a:endParaRPr lang="zh-CN" altLang="en-US">
              <a:solidFill>
                <a:schemeClr val="tx1"/>
              </a:solidFill>
              <a:latin typeface="+mn-ea"/>
            </a:endParaRPr>
          </a:p>
        </p:txBody>
      </p:sp>
      <p:sp>
        <p:nvSpPr>
          <p:cNvPr id="26" name="任意多边形: 形状 20"/>
          <p:cNvSpPr/>
          <p:nvPr>
            <p:custDataLst>
              <p:tags r:id="rId23"/>
            </p:custDataLst>
          </p:nvPr>
        </p:nvSpPr>
        <p:spPr>
          <a:xfrm rot="301212">
            <a:off x="4275773" y="1922780"/>
            <a:ext cx="1205818" cy="1749320"/>
          </a:xfrm>
          <a:custGeom>
            <a:avLst/>
            <a:gdLst>
              <a:gd name="connsiteX0" fmla="*/ 438436 w 1740619"/>
              <a:gd name="connsiteY0" fmla="*/ 0 h 2525172"/>
              <a:gd name="connsiteX1" fmla="*/ 1550003 w 1740619"/>
              <a:gd name="connsiteY1" fmla="*/ 694563 h 2525172"/>
              <a:gd name="connsiteX2" fmla="*/ 1341406 w 1740619"/>
              <a:gd name="connsiteY2" fmla="*/ 1473041 h 2525172"/>
              <a:gd name="connsiteX3" fmla="*/ 1690497 w 1740619"/>
              <a:gd name="connsiteY3" fmla="*/ 1912049 h 2525172"/>
              <a:gd name="connsiteX4" fmla="*/ 1251299 w 1740619"/>
              <a:gd name="connsiteY4" fmla="*/ 1809464 h 2525172"/>
              <a:gd name="connsiteX5" fmla="*/ 1059561 w 1740619"/>
              <a:gd name="connsiteY5" fmla="*/ 2525173 h 2525172"/>
              <a:gd name="connsiteX6" fmla="*/ 0 w 1740619"/>
              <a:gd name="connsiteY6" fmla="*/ 1636109 h 2525172"/>
              <a:gd name="connsiteX7" fmla="*/ 438436 w 1740619"/>
              <a:gd name="connsiteY7" fmla="*/ 0 h 2525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40619" h="2525172">
                <a:moveTo>
                  <a:pt x="438436" y="0"/>
                </a:moveTo>
                <a:lnTo>
                  <a:pt x="1550003" y="694563"/>
                </a:lnTo>
                <a:lnTo>
                  <a:pt x="1341406" y="1473041"/>
                </a:lnTo>
                <a:cubicBezTo>
                  <a:pt x="1341406" y="1473041"/>
                  <a:pt x="1909191" y="1489615"/>
                  <a:pt x="1690497" y="1912049"/>
                </a:cubicBezTo>
                <a:cubicBezTo>
                  <a:pt x="1690497" y="1912049"/>
                  <a:pt x="1492853" y="2164080"/>
                  <a:pt x="1251299" y="1809464"/>
                </a:cubicBezTo>
                <a:lnTo>
                  <a:pt x="1059561" y="2525173"/>
                </a:lnTo>
                <a:lnTo>
                  <a:pt x="0" y="1636109"/>
                </a:lnTo>
                <a:lnTo>
                  <a:pt x="438436" y="0"/>
                </a:lnTo>
                <a:close/>
              </a:path>
            </a:pathLst>
          </a:custGeom>
          <a:solidFill>
            <a:schemeClr val="accent1">
              <a:lumMod val="55000"/>
              <a:lumOff val="45000"/>
            </a:schemeClr>
          </a:solidFill>
          <a:ln w="9525" cap="flat">
            <a:solidFill>
              <a:schemeClr val="bg2"/>
            </a:solidFill>
            <a:prstDash val="solid"/>
            <a:miter/>
          </a:ln>
        </p:spPr>
        <p:txBody>
          <a:bodyPr rtlCol="0" anchor="ctr"/>
          <a:p>
            <a:endParaRPr lang="zh-CN" altLang="en-US">
              <a:solidFill>
                <a:schemeClr val="tx1"/>
              </a:solidFill>
              <a:latin typeface="+mn-ea"/>
            </a:endParaRPr>
          </a:p>
        </p:txBody>
      </p:sp>
      <p:sp>
        <p:nvSpPr>
          <p:cNvPr id="36" name="任意多边形: 形状 23"/>
          <p:cNvSpPr/>
          <p:nvPr>
            <p:custDataLst>
              <p:tags r:id="rId24"/>
            </p:custDataLst>
          </p:nvPr>
        </p:nvSpPr>
        <p:spPr>
          <a:xfrm rot="301212">
            <a:off x="4631373" y="1986915"/>
            <a:ext cx="2001909" cy="503331"/>
          </a:xfrm>
          <a:custGeom>
            <a:avLst/>
            <a:gdLst>
              <a:gd name="connsiteX0" fmla="*/ 0 w 2889789"/>
              <a:gd name="connsiteY0" fmla="*/ 0 h 726566"/>
              <a:gd name="connsiteX1" fmla="*/ 1111568 w 2889789"/>
              <a:gd name="connsiteY1" fmla="*/ 694563 h 726566"/>
              <a:gd name="connsiteX2" fmla="*/ 2889790 w 2889789"/>
              <a:gd name="connsiteY2" fmla="*/ 726567 h 726566"/>
              <a:gd name="connsiteX3" fmla="*/ 2375345 w 2889789"/>
              <a:gd name="connsiteY3" fmla="*/ 429578 h 726566"/>
              <a:gd name="connsiteX4" fmla="*/ 2628519 w 2889789"/>
              <a:gd name="connsiteY4" fmla="*/ 363284 h 726566"/>
              <a:gd name="connsiteX5" fmla="*/ 2145506 w 2889789"/>
              <a:gd name="connsiteY5" fmla="*/ 296894 h 726566"/>
              <a:gd name="connsiteX6" fmla="*/ 1922716 w 2889789"/>
              <a:gd name="connsiteY6" fmla="*/ 168212 h 726566"/>
              <a:gd name="connsiteX7" fmla="*/ 0 w 2889789"/>
              <a:gd name="connsiteY7" fmla="*/ 0 h 726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89789" h="726566">
                <a:moveTo>
                  <a:pt x="0" y="0"/>
                </a:moveTo>
                <a:lnTo>
                  <a:pt x="1111568" y="694563"/>
                </a:lnTo>
                <a:lnTo>
                  <a:pt x="2889790" y="726567"/>
                </a:lnTo>
                <a:lnTo>
                  <a:pt x="2375345" y="429578"/>
                </a:lnTo>
                <a:cubicBezTo>
                  <a:pt x="2375345" y="429578"/>
                  <a:pt x="2648426" y="429673"/>
                  <a:pt x="2628519" y="363284"/>
                </a:cubicBezTo>
                <a:cubicBezTo>
                  <a:pt x="2608612" y="296894"/>
                  <a:pt x="2145506" y="296894"/>
                  <a:pt x="2145506" y="296894"/>
                </a:cubicBezTo>
                <a:lnTo>
                  <a:pt x="1922716" y="168212"/>
                </a:lnTo>
                <a:lnTo>
                  <a:pt x="0" y="0"/>
                </a:lnTo>
                <a:close/>
              </a:path>
            </a:pathLst>
          </a:custGeom>
          <a:solidFill>
            <a:schemeClr val="accent1">
              <a:lumMod val="55000"/>
              <a:lumOff val="45000"/>
            </a:schemeClr>
          </a:solidFill>
          <a:ln w="9525" cap="flat">
            <a:solidFill>
              <a:schemeClr val="bg2"/>
            </a:solidFill>
            <a:prstDash val="solid"/>
            <a:miter/>
          </a:ln>
        </p:spPr>
        <p:txBody>
          <a:bodyPr rtlCol="0" anchor="ctr"/>
          <a:p>
            <a:endParaRPr lang="zh-CN" altLang="en-US">
              <a:solidFill>
                <a:schemeClr val="tx1"/>
              </a:solidFill>
              <a:latin typeface="+mn-ea"/>
            </a:endParaRPr>
          </a:p>
        </p:txBody>
      </p:sp>
      <p:cxnSp>
        <p:nvCxnSpPr>
          <p:cNvPr id="55" name="直接连接符 54"/>
          <p:cNvCxnSpPr/>
          <p:nvPr>
            <p:custDataLst>
              <p:tags r:id="rId25"/>
            </p:custDataLst>
          </p:nvPr>
        </p:nvCxnSpPr>
        <p:spPr>
          <a:xfrm flipH="1" flipV="1">
            <a:off x="347327" y="5107305"/>
            <a:ext cx="4117340" cy="635"/>
          </a:xfrm>
          <a:prstGeom prst="line">
            <a:avLst/>
          </a:prstGeom>
          <a:ln w="12700" cmpd="sng">
            <a:solidFill>
              <a:schemeClr val="accent1">
                <a:alpha val="46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custDataLst>
              <p:tags r:id="rId26"/>
            </p:custDataLst>
          </p:nvPr>
        </p:nvCxnSpPr>
        <p:spPr>
          <a:xfrm flipH="1" flipV="1">
            <a:off x="7679374" y="5125085"/>
            <a:ext cx="4265930" cy="635"/>
          </a:xfrm>
          <a:prstGeom prst="line">
            <a:avLst/>
          </a:prstGeom>
          <a:ln w="12700" cmpd="sng">
            <a:solidFill>
              <a:schemeClr val="accent2">
                <a:alpha val="46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66" name="组合 65"/>
          <p:cNvGrpSpPr/>
          <p:nvPr>
            <p:custDataLst>
              <p:tags r:id="rId27"/>
            </p:custDataLst>
          </p:nvPr>
        </p:nvGrpSpPr>
        <p:grpSpPr>
          <a:xfrm>
            <a:off x="3833495" y="1922780"/>
            <a:ext cx="4624705" cy="4165600"/>
            <a:chOff x="6038" y="2986"/>
            <a:chExt cx="7283" cy="6560"/>
          </a:xfrm>
        </p:grpSpPr>
        <p:sp>
          <p:nvSpPr>
            <p:cNvPr id="14" name="任意多边形: 形状 13"/>
            <p:cNvSpPr/>
            <p:nvPr>
              <p:custDataLst>
                <p:tags r:id="rId28"/>
              </p:custDataLst>
            </p:nvPr>
          </p:nvSpPr>
          <p:spPr>
            <a:xfrm rot="301212">
              <a:off x="11143" y="5014"/>
              <a:ext cx="2051" cy="2140"/>
            </a:xfrm>
            <a:custGeom>
              <a:avLst/>
              <a:gdLst>
                <a:gd name="connsiteX0" fmla="*/ 302609 w 1879948"/>
                <a:gd name="connsiteY0" fmla="*/ 832485 h 1961864"/>
                <a:gd name="connsiteX1" fmla="*/ 512826 w 1879948"/>
                <a:gd name="connsiteY1" fmla="*/ 47720 h 1961864"/>
                <a:gd name="connsiteX2" fmla="*/ 1879949 w 1879948"/>
                <a:gd name="connsiteY2" fmla="*/ 0 h 1961864"/>
                <a:gd name="connsiteX3" fmla="*/ 1400270 w 1879948"/>
                <a:gd name="connsiteY3" fmla="*/ 1789938 h 1961864"/>
                <a:gd name="connsiteX4" fmla="*/ 0 w 1879948"/>
                <a:gd name="connsiteY4" fmla="*/ 1961864 h 1961864"/>
                <a:gd name="connsiteX5" fmla="*/ 214884 w 1879948"/>
                <a:gd name="connsiteY5" fmla="*/ 1159669 h 196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79948" h="1961864">
                  <a:moveTo>
                    <a:pt x="302609" y="832485"/>
                  </a:moveTo>
                  <a:lnTo>
                    <a:pt x="512826" y="47720"/>
                  </a:lnTo>
                  <a:lnTo>
                    <a:pt x="1879949" y="0"/>
                  </a:lnTo>
                  <a:lnTo>
                    <a:pt x="1400270" y="1789938"/>
                  </a:lnTo>
                  <a:lnTo>
                    <a:pt x="0" y="1961864"/>
                  </a:lnTo>
                  <a:lnTo>
                    <a:pt x="214884" y="1159669"/>
                  </a:lnTo>
                </a:path>
              </a:pathLst>
            </a:custGeom>
            <a:solidFill>
              <a:schemeClr val="accent1">
                <a:lumMod val="55000"/>
                <a:lumOff val="45000"/>
              </a:schemeClr>
            </a:solidFill>
            <a:ln w="9525" cap="flat">
              <a:solidFill>
                <a:schemeClr val="bg2"/>
              </a:solidFill>
              <a:prstDash val="solid"/>
              <a:miter/>
            </a:ln>
          </p:spPr>
          <p:txBody>
            <a:bodyPr rtlCol="0" anchor="ctr"/>
            <a:p>
              <a:endParaRPr lang="zh-CN" altLang="en-US">
                <a:solidFill>
                  <a:schemeClr val="tx1"/>
                </a:solidFill>
                <a:latin typeface="+mn-ea"/>
              </a:endParaRPr>
            </a:p>
          </p:txBody>
        </p:sp>
        <p:sp>
          <p:nvSpPr>
            <p:cNvPr id="2" name="任意多边形: 形状 14"/>
            <p:cNvSpPr/>
            <p:nvPr>
              <p:custDataLst>
                <p:tags r:id="rId29"/>
              </p:custDataLst>
            </p:nvPr>
          </p:nvSpPr>
          <p:spPr>
            <a:xfrm rot="301212">
              <a:off x="9195" y="4929"/>
              <a:ext cx="2804" cy="2327"/>
            </a:xfrm>
            <a:custGeom>
              <a:avLst/>
              <a:gdLst>
                <a:gd name="connsiteX0" fmla="*/ 555212 w 2570089"/>
                <a:gd name="connsiteY0" fmla="*/ 60674 h 2132742"/>
                <a:gd name="connsiteX1" fmla="*/ 0 w 2570089"/>
                <a:gd name="connsiteY1" fmla="*/ 2132743 h 2132742"/>
                <a:gd name="connsiteX2" fmla="*/ 1779841 w 2570089"/>
                <a:gd name="connsiteY2" fmla="*/ 1914239 h 2132742"/>
                <a:gd name="connsiteX3" fmla="*/ 1994821 w 2570089"/>
                <a:gd name="connsiteY3" fmla="*/ 1112044 h 2132742"/>
                <a:gd name="connsiteX4" fmla="*/ 2569845 w 2570089"/>
                <a:gd name="connsiteY4" fmla="*/ 858107 h 2132742"/>
                <a:gd name="connsiteX5" fmla="*/ 2082546 w 2570089"/>
                <a:gd name="connsiteY5" fmla="*/ 784765 h 2132742"/>
                <a:gd name="connsiteX6" fmla="*/ 2292858 w 2570089"/>
                <a:gd name="connsiteY6" fmla="*/ 0 h 2132742"/>
                <a:gd name="connsiteX7" fmla="*/ 555212 w 2570089"/>
                <a:gd name="connsiteY7" fmla="*/ 60674 h 2132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70089" h="2132742">
                  <a:moveTo>
                    <a:pt x="555212" y="60674"/>
                  </a:moveTo>
                  <a:lnTo>
                    <a:pt x="0" y="2132743"/>
                  </a:lnTo>
                  <a:lnTo>
                    <a:pt x="1779841" y="1914239"/>
                  </a:lnTo>
                  <a:lnTo>
                    <a:pt x="1994821" y="1112044"/>
                  </a:lnTo>
                  <a:cubicBezTo>
                    <a:pt x="1994821" y="1112044"/>
                    <a:pt x="2564987" y="1264444"/>
                    <a:pt x="2569845" y="858107"/>
                  </a:cubicBezTo>
                  <a:cubicBezTo>
                    <a:pt x="2569845" y="858107"/>
                    <a:pt x="2596896" y="571024"/>
                    <a:pt x="2082546" y="784765"/>
                  </a:cubicBezTo>
                  <a:lnTo>
                    <a:pt x="2292858" y="0"/>
                  </a:lnTo>
                  <a:lnTo>
                    <a:pt x="555212" y="60674"/>
                  </a:lnTo>
                  <a:close/>
                </a:path>
              </a:pathLst>
            </a:custGeom>
            <a:solidFill>
              <a:srgbClr val="EAEAEA"/>
            </a:solidFill>
            <a:ln w="9525" cap="flat">
              <a:solidFill>
                <a:schemeClr val="bg2">
                  <a:alpha val="50000"/>
                </a:schemeClr>
              </a:solidFill>
              <a:prstDash val="solid"/>
              <a:miter/>
            </a:ln>
          </p:spPr>
          <p:txBody>
            <a:bodyPr rtlCol="0" anchor="ctr"/>
            <a:p>
              <a:endParaRPr lang="zh-CN" altLang="en-US">
                <a:solidFill>
                  <a:schemeClr val="tx1"/>
                </a:solidFill>
                <a:latin typeface="+mn-ea"/>
              </a:endParaRPr>
            </a:p>
          </p:txBody>
        </p:sp>
        <p:sp>
          <p:nvSpPr>
            <p:cNvPr id="3" name="任意多边形: 形状 15"/>
            <p:cNvSpPr/>
            <p:nvPr>
              <p:custDataLst>
                <p:tags r:id="rId30"/>
              </p:custDataLst>
            </p:nvPr>
          </p:nvSpPr>
          <p:spPr>
            <a:xfrm rot="301212">
              <a:off x="8394" y="6366"/>
              <a:ext cx="2575" cy="3181"/>
            </a:xfrm>
            <a:custGeom>
              <a:avLst/>
              <a:gdLst>
                <a:gd name="connsiteX0" fmla="*/ 2051018 w 2360771"/>
                <a:gd name="connsiteY0" fmla="*/ 1685510 h 2916140"/>
                <a:gd name="connsiteX1" fmla="*/ 1864519 w 2360771"/>
                <a:gd name="connsiteY1" fmla="*/ 2381502 h 2916140"/>
                <a:gd name="connsiteX2" fmla="*/ 0 w 2360771"/>
                <a:gd name="connsiteY2" fmla="*/ 2916141 h 2916140"/>
                <a:gd name="connsiteX3" fmla="*/ 580930 w 2360771"/>
                <a:gd name="connsiteY3" fmla="*/ 748155 h 2916140"/>
                <a:gd name="connsiteX4" fmla="*/ 1483900 w 2360771"/>
                <a:gd name="connsiteY4" fmla="*/ 637284 h 2916140"/>
                <a:gd name="connsiteX5" fmla="*/ 1764125 w 2360771"/>
                <a:gd name="connsiteY5" fmla="*/ 1491 h 2916140"/>
                <a:gd name="connsiteX6" fmla="*/ 1777460 w 2360771"/>
                <a:gd name="connsiteY6" fmla="*/ 601280 h 2916140"/>
                <a:gd name="connsiteX7" fmla="*/ 2360771 w 2360771"/>
                <a:gd name="connsiteY7" fmla="*/ 529652 h 2916140"/>
                <a:gd name="connsiteX8" fmla="*/ 2147983 w 2360771"/>
                <a:gd name="connsiteY8" fmla="*/ 1317179 h 2916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60771" h="2916140">
                  <a:moveTo>
                    <a:pt x="2051018" y="1685510"/>
                  </a:moveTo>
                  <a:lnTo>
                    <a:pt x="1864519" y="2381502"/>
                  </a:lnTo>
                  <a:lnTo>
                    <a:pt x="0" y="2916141"/>
                  </a:lnTo>
                  <a:lnTo>
                    <a:pt x="580930" y="748155"/>
                  </a:lnTo>
                  <a:lnTo>
                    <a:pt x="1483900" y="637284"/>
                  </a:lnTo>
                  <a:cubicBezTo>
                    <a:pt x="1483900" y="637284"/>
                    <a:pt x="1320641" y="-35752"/>
                    <a:pt x="1764125" y="1491"/>
                  </a:cubicBezTo>
                  <a:cubicBezTo>
                    <a:pt x="1764125" y="1491"/>
                    <a:pt x="2139029" y="-2605"/>
                    <a:pt x="1777460" y="601280"/>
                  </a:cubicBezTo>
                  <a:lnTo>
                    <a:pt x="2360771" y="529652"/>
                  </a:lnTo>
                  <a:lnTo>
                    <a:pt x="2147983" y="1317179"/>
                  </a:lnTo>
                </a:path>
              </a:pathLst>
            </a:custGeom>
            <a:solidFill>
              <a:schemeClr val="accent1"/>
            </a:solidFill>
            <a:ln w="9525" cap="flat">
              <a:solidFill>
                <a:schemeClr val="bg2"/>
              </a:solidFill>
              <a:prstDash val="solid"/>
              <a:miter/>
            </a:ln>
          </p:spPr>
          <p:txBody>
            <a:bodyPr rtlCol="0" anchor="ctr"/>
            <a:p>
              <a:endParaRPr lang="zh-CN" altLang="en-US">
                <a:solidFill>
                  <a:schemeClr val="tx1"/>
                </a:solidFill>
                <a:latin typeface="+mn-ea"/>
              </a:endParaRPr>
            </a:p>
          </p:txBody>
        </p:sp>
        <p:sp>
          <p:nvSpPr>
            <p:cNvPr id="6" name="任意多边形: 形状 16"/>
            <p:cNvSpPr/>
            <p:nvPr>
              <p:custDataLst>
                <p:tags r:id="rId31"/>
              </p:custDataLst>
            </p:nvPr>
          </p:nvSpPr>
          <p:spPr>
            <a:xfrm rot="301212">
              <a:off x="10163" y="6901"/>
              <a:ext cx="2337" cy="2208"/>
            </a:xfrm>
            <a:custGeom>
              <a:avLst/>
              <a:gdLst>
                <a:gd name="connsiteX0" fmla="*/ 2141771 w 2141771"/>
                <a:gd name="connsiteY0" fmla="*/ 0 h 2023776"/>
                <a:gd name="connsiteX1" fmla="*/ 741501 w 2141771"/>
                <a:gd name="connsiteY1" fmla="*/ 171926 h 2023776"/>
                <a:gd name="connsiteX2" fmla="*/ 528713 w 2141771"/>
                <a:gd name="connsiteY2" fmla="*/ 959453 h 2023776"/>
                <a:gd name="connsiteX3" fmla="*/ 2742 w 2141771"/>
                <a:gd name="connsiteY3" fmla="*/ 1249013 h 2023776"/>
                <a:gd name="connsiteX4" fmla="*/ 431748 w 2141771"/>
                <a:gd name="connsiteY4" fmla="*/ 1327785 h 2023776"/>
                <a:gd name="connsiteX5" fmla="*/ 245249 w 2141771"/>
                <a:gd name="connsiteY5" fmla="*/ 2023777 h 2023776"/>
                <a:gd name="connsiteX6" fmla="*/ 1712194 w 2141771"/>
                <a:gd name="connsiteY6" fmla="*/ 1603153 h 2023776"/>
                <a:gd name="connsiteX7" fmla="*/ 2141771 w 2141771"/>
                <a:gd name="connsiteY7" fmla="*/ 0 h 2023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41771" h="2023776">
                  <a:moveTo>
                    <a:pt x="2141771" y="0"/>
                  </a:moveTo>
                  <a:lnTo>
                    <a:pt x="741501" y="171926"/>
                  </a:lnTo>
                  <a:lnTo>
                    <a:pt x="528713" y="959453"/>
                  </a:lnTo>
                  <a:cubicBezTo>
                    <a:pt x="528713" y="959453"/>
                    <a:pt x="43318" y="897446"/>
                    <a:pt x="2742" y="1249013"/>
                  </a:cubicBezTo>
                  <a:cubicBezTo>
                    <a:pt x="-37835" y="1600581"/>
                    <a:pt x="384599" y="1482376"/>
                    <a:pt x="431748" y="1327785"/>
                  </a:cubicBezTo>
                  <a:lnTo>
                    <a:pt x="245249" y="2023777"/>
                  </a:lnTo>
                  <a:lnTo>
                    <a:pt x="1712194" y="1603153"/>
                  </a:lnTo>
                  <a:lnTo>
                    <a:pt x="2141771" y="0"/>
                  </a:lnTo>
                  <a:close/>
                </a:path>
              </a:pathLst>
            </a:custGeom>
            <a:solidFill>
              <a:schemeClr val="accent1">
                <a:lumMod val="55000"/>
                <a:lumOff val="45000"/>
              </a:schemeClr>
            </a:solidFill>
            <a:ln w="9525" cap="flat">
              <a:solidFill>
                <a:schemeClr val="bg2"/>
              </a:solidFill>
              <a:prstDash val="solid"/>
              <a:miter/>
            </a:ln>
          </p:spPr>
          <p:txBody>
            <a:bodyPr rtlCol="0" anchor="ctr"/>
            <a:p>
              <a:endParaRPr lang="zh-CN" altLang="en-US">
                <a:solidFill>
                  <a:schemeClr val="tx1"/>
                </a:solidFill>
                <a:latin typeface="+mn-ea"/>
              </a:endParaRPr>
            </a:p>
          </p:txBody>
        </p:sp>
        <p:sp>
          <p:nvSpPr>
            <p:cNvPr id="27" name="任意多边形: 形状 21"/>
            <p:cNvSpPr/>
            <p:nvPr>
              <p:custDataLst>
                <p:tags r:id="rId32"/>
              </p:custDataLst>
            </p:nvPr>
          </p:nvSpPr>
          <p:spPr>
            <a:xfrm rot="301212">
              <a:off x="10363" y="4185"/>
              <a:ext cx="2959" cy="846"/>
            </a:xfrm>
            <a:custGeom>
              <a:avLst/>
              <a:gdLst>
                <a:gd name="connsiteX0" fmla="*/ 2712434 w 2712433"/>
                <a:gd name="connsiteY0" fmla="*/ 728186 h 775906"/>
                <a:gd name="connsiteX1" fmla="*/ 1345311 w 2712433"/>
                <a:gd name="connsiteY1" fmla="*/ 775907 h 775906"/>
                <a:gd name="connsiteX2" fmla="*/ 0 w 2712433"/>
                <a:gd name="connsiteY2" fmla="*/ 0 h 775906"/>
                <a:gd name="connsiteX3" fmla="*/ 1197673 w 2712433"/>
                <a:gd name="connsiteY3" fmla="*/ 20860 h 775906"/>
              </a:gdLst>
              <a:ahLst/>
              <a:cxnLst>
                <a:cxn ang="0">
                  <a:pos x="connsiteX0" y="connsiteY0"/>
                </a:cxn>
                <a:cxn ang="0">
                  <a:pos x="connsiteX1" y="connsiteY1"/>
                </a:cxn>
                <a:cxn ang="0">
                  <a:pos x="connsiteX2" y="connsiteY2"/>
                </a:cxn>
                <a:cxn ang="0">
                  <a:pos x="connsiteX3" y="connsiteY3"/>
                </a:cxn>
              </a:cxnLst>
              <a:rect l="l" t="t" r="r" b="b"/>
              <a:pathLst>
                <a:path w="2712433" h="775906">
                  <a:moveTo>
                    <a:pt x="2712434" y="728186"/>
                  </a:moveTo>
                  <a:lnTo>
                    <a:pt x="1345311" y="775907"/>
                  </a:lnTo>
                  <a:lnTo>
                    <a:pt x="0" y="0"/>
                  </a:lnTo>
                  <a:lnTo>
                    <a:pt x="1197673" y="20860"/>
                  </a:lnTo>
                  <a:close/>
                </a:path>
              </a:pathLst>
            </a:custGeom>
            <a:solidFill>
              <a:schemeClr val="accent1">
                <a:lumMod val="55000"/>
                <a:lumOff val="45000"/>
              </a:schemeClr>
            </a:solidFill>
            <a:ln w="9525" cap="flat">
              <a:solidFill>
                <a:schemeClr val="bg2"/>
              </a:solidFill>
              <a:prstDash val="solid"/>
              <a:miter/>
            </a:ln>
          </p:spPr>
          <p:txBody>
            <a:bodyPr rtlCol="0" anchor="ctr"/>
            <a:p>
              <a:endParaRPr lang="zh-CN" altLang="en-US">
                <a:solidFill>
                  <a:schemeClr val="tx1"/>
                </a:solidFill>
                <a:latin typeface="+mn-ea"/>
              </a:endParaRPr>
            </a:p>
          </p:txBody>
        </p:sp>
        <p:sp>
          <p:nvSpPr>
            <p:cNvPr id="29" name="任意多边形: 形状 22"/>
            <p:cNvSpPr/>
            <p:nvPr>
              <p:custDataLst>
                <p:tags r:id="rId33"/>
              </p:custDataLst>
            </p:nvPr>
          </p:nvSpPr>
          <p:spPr>
            <a:xfrm rot="301212">
              <a:off x="9364" y="3460"/>
              <a:ext cx="2362" cy="909"/>
            </a:xfrm>
            <a:custGeom>
              <a:avLst/>
              <a:gdLst>
                <a:gd name="connsiteX0" fmla="*/ 0 w 2164651"/>
                <a:gd name="connsiteY0" fmla="*/ 0 h 833579"/>
                <a:gd name="connsiteX1" fmla="*/ 1135666 w 2164651"/>
                <a:gd name="connsiteY1" fmla="*/ 99346 h 833579"/>
                <a:gd name="connsiteX2" fmla="*/ 2164652 w 2164651"/>
                <a:gd name="connsiteY2" fmla="*/ 579215 h 833579"/>
                <a:gd name="connsiteX3" fmla="*/ 1895951 w 2164651"/>
                <a:gd name="connsiteY3" fmla="*/ 574548 h 833579"/>
                <a:gd name="connsiteX4" fmla="*/ 2130362 w 2164651"/>
                <a:gd name="connsiteY4" fmla="*/ 778478 h 833579"/>
                <a:gd name="connsiteX5" fmla="*/ 1557242 w 2164651"/>
                <a:gd name="connsiteY5" fmla="*/ 568643 h 833579"/>
                <a:gd name="connsiteX6" fmla="*/ 966883 w 2164651"/>
                <a:gd name="connsiteY6" fmla="*/ 558356 h 833579"/>
                <a:gd name="connsiteX7" fmla="*/ 0 w 2164651"/>
                <a:gd name="connsiteY7" fmla="*/ 0 h 833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64651" h="833579">
                  <a:moveTo>
                    <a:pt x="0" y="0"/>
                  </a:moveTo>
                  <a:lnTo>
                    <a:pt x="1135666" y="99346"/>
                  </a:lnTo>
                  <a:lnTo>
                    <a:pt x="2164652" y="579215"/>
                  </a:lnTo>
                  <a:lnTo>
                    <a:pt x="1895951" y="574548"/>
                  </a:lnTo>
                  <a:cubicBezTo>
                    <a:pt x="1895951" y="574548"/>
                    <a:pt x="2171033" y="718852"/>
                    <a:pt x="2130362" y="778478"/>
                  </a:cubicBezTo>
                  <a:cubicBezTo>
                    <a:pt x="2089690" y="838105"/>
                    <a:pt x="1829372" y="926306"/>
                    <a:pt x="1557242" y="568643"/>
                  </a:cubicBezTo>
                  <a:lnTo>
                    <a:pt x="966883" y="558356"/>
                  </a:lnTo>
                  <a:lnTo>
                    <a:pt x="0" y="0"/>
                  </a:lnTo>
                  <a:close/>
                </a:path>
              </a:pathLst>
            </a:custGeom>
            <a:solidFill>
              <a:schemeClr val="accent1">
                <a:lumMod val="55000"/>
                <a:lumOff val="45000"/>
              </a:schemeClr>
            </a:solidFill>
            <a:ln w="9525" cap="flat">
              <a:solidFill>
                <a:schemeClr val="bg2"/>
              </a:solidFill>
              <a:prstDash val="solid"/>
              <a:miter/>
            </a:ln>
          </p:spPr>
          <p:txBody>
            <a:bodyPr rtlCol="0" anchor="ctr"/>
            <a:p>
              <a:endParaRPr lang="zh-CN" altLang="en-US">
                <a:solidFill>
                  <a:schemeClr val="tx1"/>
                </a:solidFill>
                <a:latin typeface="+mn-ea"/>
              </a:endParaRPr>
            </a:p>
          </p:txBody>
        </p:sp>
        <p:sp>
          <p:nvSpPr>
            <p:cNvPr id="37" name="任意多边形: 形状 24"/>
            <p:cNvSpPr/>
            <p:nvPr>
              <p:custDataLst>
                <p:tags r:id="rId34"/>
              </p:custDataLst>
            </p:nvPr>
          </p:nvSpPr>
          <p:spPr>
            <a:xfrm rot="301212">
              <a:off x="8439" y="3763"/>
              <a:ext cx="3408" cy="1186"/>
            </a:xfrm>
            <a:custGeom>
              <a:avLst/>
              <a:gdLst>
                <a:gd name="connsiteX0" fmla="*/ 1778222 w 3123533"/>
                <a:gd name="connsiteY0" fmla="*/ 249721 h 1086968"/>
                <a:gd name="connsiteX1" fmla="*/ 3123533 w 3123533"/>
                <a:gd name="connsiteY1" fmla="*/ 1025628 h 1086968"/>
                <a:gd name="connsiteX2" fmla="*/ 1385983 w 3123533"/>
                <a:gd name="connsiteY2" fmla="*/ 1086969 h 1086968"/>
                <a:gd name="connsiteX3" fmla="*/ 0 w 3123533"/>
                <a:gd name="connsiteY3" fmla="*/ 217717 h 1086968"/>
                <a:gd name="connsiteX4" fmla="*/ 754190 w 3123533"/>
                <a:gd name="connsiteY4" fmla="*/ 231815 h 1086968"/>
                <a:gd name="connsiteX5" fmla="*/ 679704 w 3123533"/>
                <a:gd name="connsiteY5" fmla="*/ 167 h 1086968"/>
                <a:gd name="connsiteX6" fmla="*/ 1019080 w 3123533"/>
                <a:gd name="connsiteY6" fmla="*/ 236386 h 1086968"/>
                <a:gd name="connsiteX7" fmla="*/ 1778222 w 3123533"/>
                <a:gd name="connsiteY7" fmla="*/ 249721 h 108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23533" h="1086968">
                  <a:moveTo>
                    <a:pt x="1778222" y="249721"/>
                  </a:moveTo>
                  <a:lnTo>
                    <a:pt x="3123533" y="1025628"/>
                  </a:lnTo>
                  <a:lnTo>
                    <a:pt x="1385983" y="1086969"/>
                  </a:lnTo>
                  <a:lnTo>
                    <a:pt x="0" y="217717"/>
                  </a:lnTo>
                  <a:lnTo>
                    <a:pt x="754190" y="231815"/>
                  </a:lnTo>
                  <a:cubicBezTo>
                    <a:pt x="754190" y="231815"/>
                    <a:pt x="243650" y="7596"/>
                    <a:pt x="679704" y="167"/>
                  </a:cubicBezTo>
                  <a:cubicBezTo>
                    <a:pt x="1115759" y="-7263"/>
                    <a:pt x="1019080" y="236386"/>
                    <a:pt x="1019080" y="236386"/>
                  </a:cubicBezTo>
                  <a:lnTo>
                    <a:pt x="1778222" y="249721"/>
                  </a:lnTo>
                  <a:close/>
                </a:path>
              </a:pathLst>
            </a:custGeom>
            <a:solidFill>
              <a:srgbClr val="FFFFFF"/>
            </a:solidFill>
            <a:ln w="9525" cap="flat">
              <a:solidFill>
                <a:schemeClr val="bg2">
                  <a:alpha val="50000"/>
                </a:schemeClr>
              </a:solidFill>
              <a:prstDash val="solid"/>
              <a:miter/>
            </a:ln>
          </p:spPr>
          <p:txBody>
            <a:bodyPr rtlCol="0" anchor="ctr"/>
            <a:p>
              <a:endParaRPr lang="zh-CN" altLang="en-US">
                <a:solidFill>
                  <a:schemeClr val="tx1"/>
                </a:solidFill>
                <a:latin typeface="+mn-ea"/>
              </a:endParaRPr>
            </a:p>
          </p:txBody>
        </p:sp>
        <p:sp>
          <p:nvSpPr>
            <p:cNvPr id="59" name="任意多边形: 形状 17"/>
            <p:cNvSpPr/>
            <p:nvPr>
              <p:custDataLst>
                <p:tags r:id="rId35"/>
              </p:custDataLst>
            </p:nvPr>
          </p:nvSpPr>
          <p:spPr>
            <a:xfrm rot="301212">
              <a:off x="6038" y="4708"/>
              <a:ext cx="1683" cy="3115"/>
            </a:xfrm>
            <a:custGeom>
              <a:avLst/>
              <a:gdLst>
                <a:gd name="connsiteX0" fmla="*/ 483108 w 1542573"/>
                <a:gd name="connsiteY0" fmla="*/ 0 h 2854928"/>
                <a:gd name="connsiteX1" fmla="*/ 0 w 1542573"/>
                <a:gd name="connsiteY1" fmla="*/ 1802987 h 2854928"/>
                <a:gd name="connsiteX2" fmla="*/ 1015841 w 1542573"/>
                <a:gd name="connsiteY2" fmla="*/ 2854928 h 2854928"/>
                <a:gd name="connsiteX3" fmla="*/ 1542574 w 1542573"/>
                <a:gd name="connsiteY3" fmla="*/ 889063 h 2854928"/>
              </a:gdLst>
              <a:ahLst/>
              <a:cxnLst>
                <a:cxn ang="0">
                  <a:pos x="connsiteX0" y="connsiteY0"/>
                </a:cxn>
                <a:cxn ang="0">
                  <a:pos x="connsiteX1" y="connsiteY1"/>
                </a:cxn>
                <a:cxn ang="0">
                  <a:pos x="connsiteX2" y="connsiteY2"/>
                </a:cxn>
                <a:cxn ang="0">
                  <a:pos x="connsiteX3" y="connsiteY3"/>
                </a:cxn>
              </a:cxnLst>
              <a:rect l="l" t="t" r="r" b="b"/>
              <a:pathLst>
                <a:path w="1542573" h="2854928">
                  <a:moveTo>
                    <a:pt x="483108" y="0"/>
                  </a:moveTo>
                  <a:lnTo>
                    <a:pt x="0" y="1802987"/>
                  </a:lnTo>
                  <a:lnTo>
                    <a:pt x="1015841" y="2854928"/>
                  </a:lnTo>
                  <a:lnTo>
                    <a:pt x="1542574" y="889063"/>
                  </a:lnTo>
                  <a:close/>
                </a:path>
              </a:pathLst>
            </a:custGeom>
            <a:solidFill>
              <a:schemeClr val="accent1">
                <a:lumMod val="55000"/>
                <a:lumOff val="45000"/>
              </a:schemeClr>
            </a:solidFill>
            <a:ln w="9525" cap="flat">
              <a:solidFill>
                <a:schemeClr val="bg2"/>
              </a:solidFill>
              <a:prstDash val="solid"/>
              <a:miter/>
            </a:ln>
          </p:spPr>
          <p:txBody>
            <a:bodyPr rtlCol="0" anchor="ctr"/>
            <a:p>
              <a:endParaRPr lang="zh-CN" altLang="en-US">
                <a:solidFill>
                  <a:schemeClr val="tx1"/>
                </a:solidFill>
                <a:latin typeface="+mn-ea"/>
              </a:endParaRPr>
            </a:p>
          </p:txBody>
        </p:sp>
        <p:sp>
          <p:nvSpPr>
            <p:cNvPr id="60" name="任意多边形: 形状 18"/>
            <p:cNvSpPr/>
            <p:nvPr>
              <p:custDataLst>
                <p:tags r:id="rId36"/>
              </p:custDataLst>
            </p:nvPr>
          </p:nvSpPr>
          <p:spPr>
            <a:xfrm rot="301212">
              <a:off x="6865" y="5777"/>
              <a:ext cx="2188" cy="3576"/>
            </a:xfrm>
            <a:custGeom>
              <a:avLst/>
              <a:gdLst>
                <a:gd name="connsiteX0" fmla="*/ 1425111 w 2005945"/>
                <a:gd name="connsiteY0" fmla="*/ 3278124 h 3278124"/>
                <a:gd name="connsiteX1" fmla="*/ 157904 w 2005945"/>
                <a:gd name="connsiteY1" fmla="*/ 1965960 h 3278124"/>
                <a:gd name="connsiteX2" fmla="*/ 376789 w 2005945"/>
                <a:gd name="connsiteY2" fmla="*/ 1149001 h 3278124"/>
                <a:gd name="connsiteX3" fmla="*/ 50939 w 2005945"/>
                <a:gd name="connsiteY3" fmla="*/ 609409 h 3278124"/>
                <a:gd name="connsiteX4" fmla="*/ 462038 w 2005945"/>
                <a:gd name="connsiteY4" fmla="*/ 830866 h 3278124"/>
                <a:gd name="connsiteX5" fmla="*/ 684637 w 2005945"/>
                <a:gd name="connsiteY5" fmla="*/ 0 h 3278124"/>
                <a:gd name="connsiteX6" fmla="*/ 2005945 w 2005945"/>
                <a:gd name="connsiteY6" fmla="*/ 1110044 h 3278124"/>
                <a:gd name="connsiteX7" fmla="*/ 1425111 w 2005945"/>
                <a:gd name="connsiteY7" fmla="*/ 3278124 h 3278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05945" h="3278124">
                  <a:moveTo>
                    <a:pt x="1425111" y="3278124"/>
                  </a:moveTo>
                  <a:lnTo>
                    <a:pt x="157904" y="1965960"/>
                  </a:lnTo>
                  <a:lnTo>
                    <a:pt x="376789" y="1149001"/>
                  </a:lnTo>
                  <a:cubicBezTo>
                    <a:pt x="376789" y="1149001"/>
                    <a:pt x="-165279" y="996982"/>
                    <a:pt x="50939" y="609409"/>
                  </a:cubicBezTo>
                  <a:cubicBezTo>
                    <a:pt x="50939" y="609409"/>
                    <a:pt x="221436" y="325183"/>
                    <a:pt x="462038" y="830866"/>
                  </a:cubicBezTo>
                  <a:lnTo>
                    <a:pt x="684637" y="0"/>
                  </a:lnTo>
                  <a:lnTo>
                    <a:pt x="2005945" y="1110044"/>
                  </a:lnTo>
                  <a:lnTo>
                    <a:pt x="1425111" y="3278124"/>
                  </a:lnTo>
                  <a:close/>
                </a:path>
              </a:pathLst>
            </a:custGeom>
            <a:solidFill>
              <a:schemeClr val="accent1"/>
            </a:solidFill>
            <a:ln w="9525" cap="flat">
              <a:solidFill>
                <a:schemeClr val="bg2"/>
              </a:solidFill>
              <a:prstDash val="solid"/>
              <a:miter/>
            </a:ln>
          </p:spPr>
          <p:txBody>
            <a:bodyPr rtlCol="0" anchor="ctr"/>
            <a:p>
              <a:endParaRPr lang="zh-CN" altLang="en-US">
                <a:solidFill>
                  <a:schemeClr val="tx1"/>
                </a:solidFill>
                <a:latin typeface="+mn-ea"/>
              </a:endParaRPr>
            </a:p>
          </p:txBody>
        </p:sp>
        <p:sp>
          <p:nvSpPr>
            <p:cNvPr id="62" name="任意多边形: 形状 19"/>
            <p:cNvSpPr/>
            <p:nvPr>
              <p:custDataLst>
                <p:tags r:id="rId37"/>
              </p:custDataLst>
            </p:nvPr>
          </p:nvSpPr>
          <p:spPr>
            <a:xfrm rot="301212">
              <a:off x="7795" y="3848"/>
              <a:ext cx="2047" cy="3309"/>
            </a:xfrm>
            <a:custGeom>
              <a:avLst/>
              <a:gdLst>
                <a:gd name="connsiteX0" fmla="*/ 1876425 w 1876424"/>
                <a:gd name="connsiteY0" fmla="*/ 868489 h 3033480"/>
                <a:gd name="connsiteX1" fmla="*/ 1321213 w 1876424"/>
                <a:gd name="connsiteY1" fmla="*/ 2940558 h 3033480"/>
                <a:gd name="connsiteX2" fmla="*/ 790480 w 1876424"/>
                <a:gd name="connsiteY2" fmla="*/ 2493836 h 3033480"/>
                <a:gd name="connsiteX3" fmla="*/ 645509 w 1876424"/>
                <a:gd name="connsiteY3" fmla="*/ 3023521 h 3033480"/>
                <a:gd name="connsiteX4" fmla="*/ 317849 w 1876424"/>
                <a:gd name="connsiteY4" fmla="*/ 2643664 h 3033480"/>
                <a:gd name="connsiteX5" fmla="*/ 541496 w 1876424"/>
                <a:gd name="connsiteY5" fmla="*/ 2284953 h 3033480"/>
                <a:gd name="connsiteX6" fmla="*/ 0 w 1876424"/>
                <a:gd name="connsiteY6" fmla="*/ 1830610 h 3033480"/>
                <a:gd name="connsiteX7" fmla="*/ 490442 w 1876424"/>
                <a:gd name="connsiteY7" fmla="*/ 0 h 3033480"/>
                <a:gd name="connsiteX8" fmla="*/ 1876425 w 1876424"/>
                <a:gd name="connsiteY8" fmla="*/ 868489 h 3033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76424" h="3033480">
                  <a:moveTo>
                    <a:pt x="1876425" y="868489"/>
                  </a:moveTo>
                  <a:lnTo>
                    <a:pt x="1321213" y="2940558"/>
                  </a:lnTo>
                  <a:lnTo>
                    <a:pt x="790480" y="2493836"/>
                  </a:lnTo>
                  <a:cubicBezTo>
                    <a:pt x="790480" y="2493836"/>
                    <a:pt x="789242" y="2971038"/>
                    <a:pt x="645509" y="3023521"/>
                  </a:cubicBezTo>
                  <a:cubicBezTo>
                    <a:pt x="501777" y="3076004"/>
                    <a:pt x="248317" y="2916936"/>
                    <a:pt x="317849" y="2643664"/>
                  </a:cubicBezTo>
                  <a:cubicBezTo>
                    <a:pt x="317849" y="2643664"/>
                    <a:pt x="357568" y="2487740"/>
                    <a:pt x="541496" y="2284953"/>
                  </a:cubicBezTo>
                  <a:lnTo>
                    <a:pt x="0" y="1830610"/>
                  </a:lnTo>
                  <a:lnTo>
                    <a:pt x="490442" y="0"/>
                  </a:lnTo>
                  <a:lnTo>
                    <a:pt x="1876425" y="868489"/>
                  </a:lnTo>
                  <a:close/>
                </a:path>
              </a:pathLst>
            </a:custGeom>
            <a:solidFill>
              <a:srgbClr val="F2F2F2"/>
            </a:solidFill>
            <a:ln w="9525" cap="flat">
              <a:solidFill>
                <a:schemeClr val="bg2">
                  <a:alpha val="50000"/>
                </a:schemeClr>
              </a:solidFill>
              <a:prstDash val="solid"/>
              <a:miter/>
            </a:ln>
          </p:spPr>
          <p:txBody>
            <a:bodyPr rtlCol="0" anchor="ctr"/>
            <a:p>
              <a:endParaRPr lang="zh-CN" altLang="en-US">
                <a:solidFill>
                  <a:schemeClr val="tx1"/>
                </a:solidFill>
                <a:latin typeface="+mn-ea"/>
              </a:endParaRPr>
            </a:p>
          </p:txBody>
        </p:sp>
        <p:sp>
          <p:nvSpPr>
            <p:cNvPr id="63" name="任意多边形: 形状 20"/>
            <p:cNvSpPr/>
            <p:nvPr>
              <p:custDataLst>
                <p:tags r:id="rId38"/>
              </p:custDataLst>
            </p:nvPr>
          </p:nvSpPr>
          <p:spPr>
            <a:xfrm rot="301212">
              <a:off x="6735" y="2986"/>
              <a:ext cx="1899" cy="2755"/>
            </a:xfrm>
            <a:custGeom>
              <a:avLst/>
              <a:gdLst>
                <a:gd name="connsiteX0" fmla="*/ 438436 w 1740619"/>
                <a:gd name="connsiteY0" fmla="*/ 0 h 2525172"/>
                <a:gd name="connsiteX1" fmla="*/ 1550003 w 1740619"/>
                <a:gd name="connsiteY1" fmla="*/ 694563 h 2525172"/>
                <a:gd name="connsiteX2" fmla="*/ 1341406 w 1740619"/>
                <a:gd name="connsiteY2" fmla="*/ 1473041 h 2525172"/>
                <a:gd name="connsiteX3" fmla="*/ 1690497 w 1740619"/>
                <a:gd name="connsiteY3" fmla="*/ 1912049 h 2525172"/>
                <a:gd name="connsiteX4" fmla="*/ 1251299 w 1740619"/>
                <a:gd name="connsiteY4" fmla="*/ 1809464 h 2525172"/>
                <a:gd name="connsiteX5" fmla="*/ 1059561 w 1740619"/>
                <a:gd name="connsiteY5" fmla="*/ 2525173 h 2525172"/>
                <a:gd name="connsiteX6" fmla="*/ 0 w 1740619"/>
                <a:gd name="connsiteY6" fmla="*/ 1636109 h 2525172"/>
                <a:gd name="connsiteX7" fmla="*/ 438436 w 1740619"/>
                <a:gd name="connsiteY7" fmla="*/ 0 h 2525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40619" h="2525172">
                  <a:moveTo>
                    <a:pt x="438436" y="0"/>
                  </a:moveTo>
                  <a:lnTo>
                    <a:pt x="1550003" y="694563"/>
                  </a:lnTo>
                  <a:lnTo>
                    <a:pt x="1341406" y="1473041"/>
                  </a:lnTo>
                  <a:cubicBezTo>
                    <a:pt x="1341406" y="1473041"/>
                    <a:pt x="1909191" y="1489615"/>
                    <a:pt x="1690497" y="1912049"/>
                  </a:cubicBezTo>
                  <a:cubicBezTo>
                    <a:pt x="1690497" y="1912049"/>
                    <a:pt x="1492853" y="2164080"/>
                    <a:pt x="1251299" y="1809464"/>
                  </a:cubicBezTo>
                  <a:lnTo>
                    <a:pt x="1059561" y="2525173"/>
                  </a:lnTo>
                  <a:lnTo>
                    <a:pt x="0" y="1636109"/>
                  </a:lnTo>
                  <a:lnTo>
                    <a:pt x="438436" y="0"/>
                  </a:lnTo>
                  <a:close/>
                </a:path>
              </a:pathLst>
            </a:custGeom>
            <a:solidFill>
              <a:schemeClr val="accent1">
                <a:lumMod val="55000"/>
                <a:lumOff val="45000"/>
              </a:schemeClr>
            </a:solidFill>
            <a:ln w="9525" cap="flat">
              <a:solidFill>
                <a:schemeClr val="bg2"/>
              </a:solidFill>
              <a:prstDash val="solid"/>
              <a:miter/>
            </a:ln>
          </p:spPr>
          <p:txBody>
            <a:bodyPr rtlCol="0" anchor="ctr"/>
            <a:p>
              <a:endParaRPr lang="zh-CN" altLang="en-US">
                <a:solidFill>
                  <a:schemeClr val="tx1"/>
                </a:solidFill>
                <a:latin typeface="+mn-ea"/>
              </a:endParaRPr>
            </a:p>
          </p:txBody>
        </p:sp>
        <p:sp>
          <p:nvSpPr>
            <p:cNvPr id="64" name="任意多边形: 形状 23"/>
            <p:cNvSpPr/>
            <p:nvPr>
              <p:custDataLst>
                <p:tags r:id="rId39"/>
              </p:custDataLst>
            </p:nvPr>
          </p:nvSpPr>
          <p:spPr>
            <a:xfrm rot="301212">
              <a:off x="7295" y="3087"/>
              <a:ext cx="3153" cy="793"/>
            </a:xfrm>
            <a:custGeom>
              <a:avLst/>
              <a:gdLst>
                <a:gd name="connsiteX0" fmla="*/ 0 w 2889789"/>
                <a:gd name="connsiteY0" fmla="*/ 0 h 726566"/>
                <a:gd name="connsiteX1" fmla="*/ 1111568 w 2889789"/>
                <a:gd name="connsiteY1" fmla="*/ 694563 h 726566"/>
                <a:gd name="connsiteX2" fmla="*/ 2889790 w 2889789"/>
                <a:gd name="connsiteY2" fmla="*/ 726567 h 726566"/>
                <a:gd name="connsiteX3" fmla="*/ 2375345 w 2889789"/>
                <a:gd name="connsiteY3" fmla="*/ 429578 h 726566"/>
                <a:gd name="connsiteX4" fmla="*/ 2628519 w 2889789"/>
                <a:gd name="connsiteY4" fmla="*/ 363284 h 726566"/>
                <a:gd name="connsiteX5" fmla="*/ 2145506 w 2889789"/>
                <a:gd name="connsiteY5" fmla="*/ 296894 h 726566"/>
                <a:gd name="connsiteX6" fmla="*/ 1922716 w 2889789"/>
                <a:gd name="connsiteY6" fmla="*/ 168212 h 726566"/>
                <a:gd name="connsiteX7" fmla="*/ 0 w 2889789"/>
                <a:gd name="connsiteY7" fmla="*/ 0 h 726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89789" h="726566">
                  <a:moveTo>
                    <a:pt x="0" y="0"/>
                  </a:moveTo>
                  <a:lnTo>
                    <a:pt x="1111568" y="694563"/>
                  </a:lnTo>
                  <a:lnTo>
                    <a:pt x="2889790" y="726567"/>
                  </a:lnTo>
                  <a:lnTo>
                    <a:pt x="2375345" y="429578"/>
                  </a:lnTo>
                  <a:cubicBezTo>
                    <a:pt x="2375345" y="429578"/>
                    <a:pt x="2648426" y="429673"/>
                    <a:pt x="2628519" y="363284"/>
                  </a:cubicBezTo>
                  <a:cubicBezTo>
                    <a:pt x="2608612" y="296894"/>
                    <a:pt x="2145506" y="296894"/>
                    <a:pt x="2145506" y="296894"/>
                  </a:cubicBezTo>
                  <a:lnTo>
                    <a:pt x="1922716" y="168212"/>
                  </a:lnTo>
                  <a:lnTo>
                    <a:pt x="0" y="0"/>
                  </a:lnTo>
                  <a:close/>
                </a:path>
              </a:pathLst>
            </a:custGeom>
            <a:solidFill>
              <a:schemeClr val="accent1">
                <a:lumMod val="55000"/>
                <a:lumOff val="45000"/>
              </a:schemeClr>
            </a:solidFill>
            <a:ln w="9525" cap="flat">
              <a:solidFill>
                <a:schemeClr val="bg2"/>
              </a:solidFill>
              <a:prstDash val="solid"/>
              <a:miter/>
            </a:ln>
          </p:spPr>
          <p:txBody>
            <a:bodyPr rtlCol="0" anchor="ctr"/>
            <a:p>
              <a:endParaRPr lang="zh-CN" altLang="en-US">
                <a:solidFill>
                  <a:schemeClr val="tx1"/>
                </a:solidFill>
                <a:latin typeface="+mn-ea"/>
              </a:endParaRPr>
            </a:p>
          </p:txBody>
        </p:sp>
      </p:grpSp>
      <p:sp>
        <p:nvSpPr>
          <p:cNvPr id="68" name="矩形 67"/>
          <p:cNvSpPr/>
          <p:nvPr/>
        </p:nvSpPr>
        <p:spPr>
          <a:xfrm>
            <a:off x="18415" y="2365375"/>
            <a:ext cx="12191365" cy="2927985"/>
          </a:xfrm>
          <a:prstGeom prst="rect">
            <a:avLst/>
          </a:prstGeom>
          <a:gradFill>
            <a:gsLst>
              <a:gs pos="50000">
                <a:srgbClr val="30937B"/>
              </a:gs>
              <a:gs pos="0">
                <a:schemeClr val="accent3">
                  <a:lumMod val="25000"/>
                  <a:lumOff val="75000"/>
                </a:schemeClr>
              </a:gs>
              <a:gs pos="100000">
                <a:srgbClr val="2A7F6B"/>
              </a:gs>
            </a:gsLst>
            <a:path path="rect">
              <a:fillToRect l="100000" b="100000"/>
            </a:path>
            <a:tileRect t="-100000" r="-100000"/>
          </a:gra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fontAlgn="auto">
              <a:lnSpc>
                <a:spcPct val="150000"/>
              </a:lnSpc>
            </a:pPr>
            <a:r>
              <a:rPr lang="zh-CN" altLang="en-US" sz="3200" b="1">
                <a:ln>
                  <a:noFill/>
                </a:ln>
                <a:solidFill>
                  <a:srgbClr val="D8A862"/>
                </a:solidFill>
                <a:effectLst>
                  <a:outerShdw blurRad="38100" dist="38100" dir="2700000" algn="tl">
                    <a:srgbClr val="000000">
                      <a:alpha val="43137"/>
                    </a:srgbClr>
                  </a:outerShdw>
                </a:effectLst>
                <a:latin typeface="微软雅黑" panose="020B0503020204020204" charset="-122"/>
                <a:ea typeface="微软雅黑" panose="020B0503020204020204" charset="-122"/>
              </a:rPr>
              <a:t>针对不同兵种、服役年限及伤残等级的</a:t>
            </a:r>
            <a:r>
              <a:rPr lang="zh-CN" altLang="en-US" sz="3600" b="1">
                <a:ln>
                  <a:noFill/>
                </a:ln>
                <a:gradFill>
                  <a:gsLst>
                    <a:gs pos="0">
                      <a:srgbClr val="FFDA32"/>
                    </a:gs>
                    <a:gs pos="100000">
                      <a:srgbClr val="EA2768"/>
                    </a:gs>
                  </a:gsLst>
                  <a:path path="circle">
                    <a:fillToRect r="100000" b="100000"/>
                  </a:path>
                  <a:tileRect l="-100000" t="-100000"/>
                </a:gradFill>
                <a:effectLst>
                  <a:outerShdw blurRad="38100" dist="38100" dir="2700000" algn="tl">
                    <a:srgbClr val="000000">
                      <a:alpha val="43137"/>
                    </a:srgbClr>
                  </a:outerShdw>
                </a:effectLst>
                <a:latin typeface="微软雅黑" panose="020B0503020204020204" charset="-122"/>
                <a:ea typeface="微软雅黑" panose="020B0503020204020204" charset="-122"/>
              </a:rPr>
              <a:t>精细化保障</a:t>
            </a:r>
            <a:r>
              <a:rPr lang="zh-CN" altLang="en-US" sz="3200" b="1">
                <a:ln>
                  <a:noFill/>
                </a:ln>
                <a:solidFill>
                  <a:srgbClr val="D8A862"/>
                </a:solidFill>
                <a:effectLst>
                  <a:outerShdw blurRad="38100" dist="38100" dir="2700000" algn="tl">
                    <a:srgbClr val="000000">
                      <a:alpha val="43137"/>
                    </a:srgbClr>
                  </a:outerShdw>
                </a:effectLst>
                <a:latin typeface="微软雅黑" panose="020B0503020204020204" charset="-122"/>
                <a:ea typeface="微软雅黑" panose="020B0503020204020204" charset="-122"/>
              </a:rPr>
              <a:t>仍显不足</a:t>
            </a:r>
            <a:endParaRPr lang="zh-CN" altLang="en-US" sz="3200" b="1">
              <a:ln>
                <a:noFill/>
              </a:ln>
              <a:solidFill>
                <a:srgbClr val="D8A862"/>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a:p>
            <a:pPr indent="0" algn="ctr" fontAlgn="auto">
              <a:lnSpc>
                <a:spcPct val="150000"/>
              </a:lnSpc>
            </a:pPr>
            <a:r>
              <a:rPr lang="zh-CN" altLang="en-US" sz="3200" b="1">
                <a:ln>
                  <a:noFill/>
                </a:ln>
                <a:solidFill>
                  <a:srgbClr val="D8A862"/>
                </a:solidFill>
                <a:effectLst>
                  <a:outerShdw blurRad="38100" dist="38100" dir="2700000" algn="tl">
                    <a:srgbClr val="000000">
                      <a:alpha val="43137"/>
                    </a:srgbClr>
                  </a:outerShdw>
                </a:effectLst>
                <a:latin typeface="微软雅黑" panose="020B0503020204020204" charset="-122"/>
                <a:ea typeface="微软雅黑" panose="020B0503020204020204" charset="-122"/>
              </a:rPr>
              <a:t>难以贴合退役军人特殊且长期的医疗健康需求</a:t>
            </a:r>
            <a:endParaRPr lang="zh-CN" altLang="en-US" sz="3200" b="1">
              <a:ln>
                <a:noFill/>
              </a:ln>
              <a:solidFill>
                <a:srgbClr val="D8A862"/>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grpSp>
        <p:nvGrpSpPr>
          <p:cNvPr id="99" name="组合 98"/>
          <p:cNvGrpSpPr/>
          <p:nvPr/>
        </p:nvGrpSpPr>
        <p:grpSpPr>
          <a:xfrm>
            <a:off x="-674446" y="0"/>
            <a:ext cx="13073260" cy="902312"/>
            <a:chOff x="-801446" y="0"/>
            <a:chExt cx="13073260" cy="902312"/>
          </a:xfrm>
        </p:grpSpPr>
        <p:sp>
          <p:nvSpPr>
            <p:cNvPr id="100" name="PA-任意多边形 900"/>
            <p:cNvSpPr/>
            <p:nvPr>
              <p:custDataLst>
                <p:tags r:id="rId40"/>
              </p:custDataLst>
            </p:nvPr>
          </p:nvSpPr>
          <p:spPr>
            <a:xfrm flipV="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91000">
                  <a:schemeClr val="accent2">
                    <a:lumMod val="75000"/>
                  </a:schemeClr>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Montserrat"/>
                <a:ea typeface="微软雅黑" panose="020B0503020204020204" charset="-122"/>
                <a:cs typeface="+mn-cs"/>
              </a:endParaRPr>
            </a:p>
          </p:txBody>
        </p:sp>
        <p:sp>
          <p:nvSpPr>
            <p:cNvPr id="101" name="PA-任意多边形 46"/>
            <p:cNvSpPr/>
            <p:nvPr>
              <p:custDataLst>
                <p:tags r:id="rId41"/>
              </p:custDataLst>
            </p:nvPr>
          </p:nvSpPr>
          <p:spPr>
            <a:xfrm>
              <a:off x="17585" y="140988"/>
              <a:ext cx="10477775" cy="713837"/>
            </a:xfrm>
            <a:custGeom>
              <a:avLst/>
              <a:gdLst>
                <a:gd name="connsiteX0" fmla="*/ 0 w 10477775"/>
                <a:gd name="connsiteY0" fmla="*/ 0 h 713837"/>
                <a:gd name="connsiteX1" fmla="*/ 9872819 w 10477775"/>
                <a:gd name="connsiteY1" fmla="*/ 0 h 713837"/>
                <a:gd name="connsiteX2" fmla="*/ 10477775 w 10477775"/>
                <a:gd name="connsiteY2" fmla="*/ 713837 h 713837"/>
                <a:gd name="connsiteX3" fmla="*/ 0 w 10477775"/>
                <a:gd name="connsiteY3" fmla="*/ 713837 h 713837"/>
                <a:gd name="connsiteX4" fmla="*/ 0 w 10477775"/>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775" h="713837">
                  <a:moveTo>
                    <a:pt x="0" y="0"/>
                  </a:moveTo>
                  <a:lnTo>
                    <a:pt x="9872819" y="0"/>
                  </a:lnTo>
                  <a:lnTo>
                    <a:pt x="10477775" y="713837"/>
                  </a:lnTo>
                  <a:lnTo>
                    <a:pt x="0" y="713837"/>
                  </a:lnTo>
                  <a:lnTo>
                    <a:pt x="0" y="0"/>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Roboto"/>
                <a:ea typeface="微软雅黑" panose="020B0503020204020204" charset="-122"/>
                <a:cs typeface="+mn-cs"/>
              </a:endParaRPr>
            </a:p>
          </p:txBody>
        </p:sp>
        <p:sp>
          <p:nvSpPr>
            <p:cNvPr id="102" name="PA-任意多边形 50"/>
            <p:cNvSpPr/>
            <p:nvPr>
              <p:custDataLst>
                <p:tags r:id="rId42"/>
              </p:custDataLst>
            </p:nvPr>
          </p:nvSpPr>
          <p:spPr>
            <a:xfrm>
              <a:off x="79814" y="136543"/>
              <a:ext cx="12192000" cy="713837"/>
            </a:xfrm>
            <a:custGeom>
              <a:avLst/>
              <a:gdLst>
                <a:gd name="connsiteX0" fmla="*/ 0 w 12192000"/>
                <a:gd name="connsiteY0" fmla="*/ 0 h 713837"/>
                <a:gd name="connsiteX1" fmla="*/ 12192000 w 12192000"/>
                <a:gd name="connsiteY1" fmla="*/ 0 h 713837"/>
                <a:gd name="connsiteX2" fmla="*/ 12192000 w 12192000"/>
                <a:gd name="connsiteY2" fmla="*/ 713837 h 713837"/>
                <a:gd name="connsiteX3" fmla="*/ 0 w 12192000"/>
                <a:gd name="connsiteY3" fmla="*/ 713837 h 713837"/>
              </a:gdLst>
              <a:ahLst/>
              <a:cxnLst>
                <a:cxn ang="0">
                  <a:pos x="connsiteX0" y="connsiteY0"/>
                </a:cxn>
                <a:cxn ang="0">
                  <a:pos x="connsiteX1" y="connsiteY1"/>
                </a:cxn>
                <a:cxn ang="0">
                  <a:pos x="connsiteX2" y="connsiteY2"/>
                </a:cxn>
                <a:cxn ang="0">
                  <a:pos x="connsiteX3" y="connsiteY3"/>
                </a:cxn>
              </a:cxnLst>
              <a:rect l="l" t="t" r="r" b="b"/>
              <a:pathLst>
                <a:path w="12192000" h="713837">
                  <a:moveTo>
                    <a:pt x="0" y="0"/>
                  </a:moveTo>
                  <a:lnTo>
                    <a:pt x="12192000" y="0"/>
                  </a:lnTo>
                  <a:lnTo>
                    <a:pt x="12192000" y="713837"/>
                  </a:lnTo>
                  <a:lnTo>
                    <a:pt x="0" y="713837"/>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Roboto"/>
                <a:ea typeface="微软雅黑" panose="020B0503020204020204" charset="-122"/>
                <a:cs typeface="+mn-cs"/>
              </a:endParaRPr>
            </a:p>
          </p:txBody>
        </p:sp>
        <p:sp>
          <p:nvSpPr>
            <p:cNvPr id="103" name="PA-文本框 24"/>
            <p:cNvSpPr txBox="1"/>
            <p:nvPr>
              <p:custDataLst>
                <p:tags r:id="rId43"/>
              </p:custDataLst>
            </p:nvPr>
          </p:nvSpPr>
          <p:spPr>
            <a:xfrm>
              <a:off x="1600150" y="236296"/>
              <a:ext cx="1620957" cy="523220"/>
            </a:xfrm>
            <a:prstGeom prst="rect">
              <a:avLst/>
            </a:prstGeom>
            <a:noFill/>
          </p:spPr>
          <p:txBody>
            <a:bodyPr wrap="none">
              <a:spAutoFit/>
            </a:bodyPr>
            <a:lstStyle>
              <a:defPPr>
                <a:defRPr lang="zh-CN"/>
              </a:defPPr>
              <a:lvl1pPr>
                <a:defRPr sz="2400" b="1">
                  <a:gradFill>
                    <a:gsLst>
                      <a:gs pos="100000">
                        <a:schemeClr val="accent1">
                          <a:lumMod val="50000"/>
                        </a:schemeClr>
                      </a:gs>
                      <a:gs pos="17000">
                        <a:schemeClr val="accent1">
                          <a:lumMod val="50000"/>
                        </a:schemeClr>
                      </a:gs>
                    </a:gsLst>
                    <a:path path="circle">
                      <a:fillToRect r="100000" b="100000"/>
                    </a:path>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dirty="0">
                  <a:gradFill>
                    <a:gsLst>
                      <a:gs pos="100000">
                        <a:srgbClr val="206252">
                          <a:lumMod val="50000"/>
                        </a:srgbClr>
                      </a:gs>
                      <a:gs pos="17000">
                        <a:srgbClr val="206252">
                          <a:lumMod val="75000"/>
                        </a:srgbClr>
                      </a:gs>
                    </a:gsLst>
                    <a:path path="circle">
                      <a:fillToRect r="100000" b="100000"/>
                    </a:path>
                  </a:gradFill>
                  <a:latin typeface="微软雅黑" panose="020B0503020204020204" charset="-122"/>
                  <a:ea typeface="微软雅黑" panose="020B0503020204020204" charset="-122"/>
                  <a:sym typeface="阿里妈妈数黑体" pitchFamily="2" charset="-122"/>
                </a:rPr>
                <a:t>研究背景</a:t>
              </a:r>
              <a:endParaRPr kumimoji="0" lang="zh-CN" altLang="en-US" sz="2800" b="1" i="0" u="none" strike="noStrike" kern="1200" cap="none" spc="0" normalizeH="0" baseline="0" noProof="0" dirty="0">
                <a:ln>
                  <a:noFill/>
                </a:ln>
                <a:gradFill>
                  <a:gsLst>
                    <a:gs pos="100000">
                      <a:srgbClr val="206252">
                        <a:lumMod val="50000"/>
                      </a:srgbClr>
                    </a:gs>
                    <a:gs pos="17000">
                      <a:srgbClr val="206252">
                        <a:lumMod val="75000"/>
                      </a:srgbClr>
                    </a:gs>
                  </a:gsLst>
                  <a:path path="circle">
                    <a:fillToRect r="100000" b="100000"/>
                  </a:path>
                </a:gradFill>
                <a:effectLst/>
                <a:uLnTx/>
                <a:uFillTx/>
                <a:latin typeface="微软雅黑" panose="020B0503020204020204" charset="-122"/>
                <a:ea typeface="微软雅黑" panose="020B0503020204020204" charset="-122"/>
                <a:cs typeface="+mn-cs"/>
                <a:sym typeface="阿里妈妈数黑体" pitchFamily="2" charset="-122"/>
              </a:endParaRPr>
            </a:p>
          </p:txBody>
        </p:sp>
        <p:sp>
          <p:nvSpPr>
            <p:cNvPr id="104" name="PA-任意多边形 6"/>
            <p:cNvSpPr/>
            <p:nvPr>
              <p:custDataLst>
                <p:tags r:id="rId44"/>
              </p:custDataLst>
            </p:nvPr>
          </p:nvSpPr>
          <p:spPr>
            <a:xfrm>
              <a:off x="-52754" y="850261"/>
              <a:ext cx="12262339" cy="52051"/>
            </a:xfrm>
            <a:custGeom>
              <a:avLst/>
              <a:gdLst>
                <a:gd name="connsiteX0" fmla="*/ 0 w 4366736"/>
                <a:gd name="connsiteY0" fmla="*/ 0 h 64293"/>
                <a:gd name="connsiteX1" fmla="*/ 4366737 w 4366736"/>
                <a:gd name="connsiteY1" fmla="*/ 0 h 64293"/>
                <a:gd name="connsiteX2" fmla="*/ 4366737 w 4366736"/>
                <a:gd name="connsiteY2" fmla="*/ 64294 h 64293"/>
                <a:gd name="connsiteX3" fmla="*/ 0 w 4366736"/>
                <a:gd name="connsiteY3" fmla="*/ 64294 h 64293"/>
              </a:gdLst>
              <a:ahLst/>
              <a:cxnLst>
                <a:cxn ang="0">
                  <a:pos x="connsiteX0" y="connsiteY0"/>
                </a:cxn>
                <a:cxn ang="0">
                  <a:pos x="connsiteX1" y="connsiteY1"/>
                </a:cxn>
                <a:cxn ang="0">
                  <a:pos x="connsiteX2" y="connsiteY2"/>
                </a:cxn>
                <a:cxn ang="0">
                  <a:pos x="connsiteX3" y="connsiteY3"/>
                </a:cxn>
              </a:cxnLst>
              <a:rect l="l" t="t" r="r" b="b"/>
              <a:pathLst>
                <a:path w="4366736" h="64293">
                  <a:moveTo>
                    <a:pt x="0" y="0"/>
                  </a:moveTo>
                  <a:lnTo>
                    <a:pt x="4366737" y="0"/>
                  </a:lnTo>
                  <a:lnTo>
                    <a:pt x="4366737" y="64294"/>
                  </a:lnTo>
                  <a:lnTo>
                    <a:pt x="0" y="64294"/>
                  </a:lnTo>
                  <a:close/>
                </a:path>
              </a:pathLst>
            </a:custGeom>
            <a:gradFill flip="none" rotWithShape="1">
              <a:gsLst>
                <a:gs pos="100000">
                  <a:schemeClr val="accent1"/>
                </a:gs>
                <a:gs pos="12000">
                  <a:schemeClr val="accent1">
                    <a:lumMod val="20000"/>
                    <a:lumOff val="80000"/>
                  </a:schemeClr>
                </a:gs>
              </a:gsLst>
              <a:lin ang="0" scaled="0"/>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05" name="PA-任意多边形 899"/>
            <p:cNvSpPr/>
            <p:nvPr>
              <p:custDataLst>
                <p:tags r:id="rId45"/>
              </p:custDataLst>
            </p:nvPr>
          </p:nvSpPr>
          <p:spPr>
            <a:xfrm flipH="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55000">
                  <a:schemeClr val="accent1"/>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Montserrat"/>
                <a:ea typeface="微软雅黑" panose="020B0503020204020204" charset="-122"/>
                <a:cs typeface="+mn-cs"/>
              </a:endParaRPr>
            </a:p>
          </p:txBody>
        </p:sp>
        <p:sp>
          <p:nvSpPr>
            <p:cNvPr id="106" name="PA-文本框 26"/>
            <p:cNvSpPr txBox="1"/>
            <p:nvPr>
              <p:custDataLst>
                <p:tags r:id="rId46"/>
              </p:custDataLst>
            </p:nvPr>
          </p:nvSpPr>
          <p:spPr>
            <a:xfrm>
              <a:off x="6507233" y="328996"/>
              <a:ext cx="17830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noProof="0" dirty="0">
                  <a:ln>
                    <a:noFill/>
                  </a:ln>
                  <a:solidFill>
                    <a:srgbClr val="206252">
                      <a:lumMod val="50000"/>
                    </a:srgbClr>
                  </a:solidFill>
                  <a:effectLst/>
                  <a:uLnTx/>
                  <a:uFillTx/>
                  <a:latin typeface="宋体" panose="02010600030101010101" pitchFamily="2" charset="-122"/>
                  <a:ea typeface="宋体" panose="02010600030101010101" pitchFamily="2" charset="-122"/>
                  <a:sym typeface="OPPOSans M" panose="00020600040101010101" pitchFamily="18" charset="-122"/>
                </a:rPr>
                <a:t>调查设计与实施</a:t>
              </a:r>
              <a:endParaRPr kumimoji="0" lang="zh-CN" altLang="en-US" sz="180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OPPOSans M" panose="00020600040101010101" pitchFamily="18" charset="-122"/>
              </a:endParaRPr>
            </a:p>
          </p:txBody>
        </p:sp>
        <p:sp>
          <p:nvSpPr>
            <p:cNvPr id="107" name="PA-文本框 26"/>
            <p:cNvSpPr txBox="1"/>
            <p:nvPr>
              <p:custDataLst>
                <p:tags r:id="rId47"/>
              </p:custDataLst>
            </p:nvPr>
          </p:nvSpPr>
          <p:spPr>
            <a:xfrm>
              <a:off x="8672698" y="313756"/>
              <a:ext cx="3098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206252">
                    <a:lumMod val="50000"/>
                  </a:srgbClr>
                </a:solidFill>
                <a:effectLst/>
                <a:uLnTx/>
                <a:uFillTx/>
                <a:latin typeface="宋体" panose="02010600030101010101" pitchFamily="2" charset="-122"/>
                <a:ea typeface="宋体" panose="02010600030101010101" pitchFamily="2" charset="-122"/>
                <a:cs typeface="+mn-cs"/>
                <a:sym typeface="OPPOSans M" panose="00020600040101010101" pitchFamily="18" charset="-122"/>
              </a:endParaRPr>
            </a:p>
          </p:txBody>
        </p:sp>
        <p:cxnSp>
          <p:nvCxnSpPr>
            <p:cNvPr id="108" name="PA-直接连接符 18"/>
            <p:cNvCxnSpPr/>
            <p:nvPr>
              <p:custDataLst>
                <p:tags r:id="rId48"/>
              </p:custDataLst>
            </p:nvPr>
          </p:nvCxnSpPr>
          <p:spPr>
            <a:xfrm flipH="1">
              <a:off x="5253886"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109" name="PA-直接连接符 22"/>
            <p:cNvCxnSpPr/>
            <p:nvPr>
              <p:custDataLst>
                <p:tags r:id="rId49"/>
              </p:custDataLst>
            </p:nvPr>
          </p:nvCxnSpPr>
          <p:spPr>
            <a:xfrm flipH="1">
              <a:off x="6412243"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110" name="PA-直接连接符 23"/>
            <p:cNvCxnSpPr/>
            <p:nvPr>
              <p:custDataLst>
                <p:tags r:id="rId50"/>
              </p:custDataLst>
            </p:nvPr>
          </p:nvCxnSpPr>
          <p:spPr>
            <a:xfrm flipH="1">
              <a:off x="8264655" y="37265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111" name="PA-文本框 26"/>
            <p:cNvSpPr txBox="1"/>
            <p:nvPr>
              <p:custDataLst>
                <p:tags r:id="rId51"/>
              </p:custDataLst>
            </p:nvPr>
          </p:nvSpPr>
          <p:spPr>
            <a:xfrm>
              <a:off x="5410470" y="313956"/>
              <a:ext cx="10972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a:defRPr/>
              </a:pPr>
              <a:r>
                <a:rPr lang="zh-CN" altLang="en-US" sz="1800" dirty="0">
                  <a:solidFill>
                    <a:srgbClr val="206252">
                      <a:lumMod val="50000"/>
                    </a:srgbClr>
                  </a:solidFill>
                  <a:latin typeface="宋体" panose="02010600030101010101" pitchFamily="2" charset="-122"/>
                  <a:ea typeface="宋体" panose="02010600030101010101" pitchFamily="2" charset="-122"/>
                  <a:sym typeface="阿里妈妈数黑体" pitchFamily="2" charset="-122"/>
                </a:rPr>
                <a:t>前期调研</a:t>
              </a:r>
              <a:endParaRPr lang="zh-CN" altLang="en-US" sz="1800" dirty="0">
                <a:solidFill>
                  <a:srgbClr val="206252">
                    <a:lumMod val="50000"/>
                  </a:srgbClr>
                </a:solidFill>
                <a:latin typeface="宋体" panose="02010600030101010101" pitchFamily="2" charset="-122"/>
                <a:ea typeface="宋体" panose="02010600030101010101" pitchFamily="2" charset="-122"/>
                <a:sym typeface="阿里妈妈数黑体" pitchFamily="2" charset="-122"/>
              </a:endParaRPr>
            </a:p>
          </p:txBody>
        </p:sp>
        <p:sp>
          <p:nvSpPr>
            <p:cNvPr id="112" name="PA-图形 7"/>
            <p:cNvSpPr/>
            <p:nvPr>
              <p:custDataLst>
                <p:tags r:id="rId52"/>
              </p:custDataLst>
            </p:nvPr>
          </p:nvSpPr>
          <p:spPr>
            <a:xfrm>
              <a:off x="273980" y="148474"/>
              <a:ext cx="555983" cy="416889"/>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0">
                  <a:schemeClr val="bg1"/>
                </a:gs>
                <a:gs pos="87000">
                  <a:schemeClr val="accent1">
                    <a:lumMod val="20000"/>
                    <a:lumOff val="80000"/>
                  </a:schemeClr>
                </a:gs>
              </a:gsLst>
              <a:lin ang="2700000" scaled="0"/>
            </a:gradFill>
            <a:ln w="36909" cap="flat">
              <a:noFill/>
              <a:prstDash val="solid"/>
              <a:miter/>
            </a:ln>
            <a:effectLst>
              <a:outerShdw blurRad="50800" dist="38100" dir="5400000" algn="t" rotWithShape="0">
                <a:schemeClr val="accent1">
                  <a:alpha val="30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113" name="矩形 112"/>
          <p:cNvSpPr/>
          <p:nvPr/>
        </p:nvSpPr>
        <p:spPr>
          <a:xfrm>
            <a:off x="3756660" y="298450"/>
            <a:ext cx="2100580" cy="522605"/>
          </a:xfrm>
          <a:prstGeom prst="rect">
            <a:avLst/>
          </a:prstGeom>
          <a:noFill/>
          <a:ln>
            <a:noFill/>
          </a:ln>
        </p:spPr>
        <p:txBody>
          <a:bodyPr wrap="square" rtlCol="0" anchor="t">
            <a:noAutofit/>
          </a:bodyPr>
          <a:lstStyle/>
          <a:p>
            <a:pPr algn="ctr">
              <a:defRPr/>
            </a:pPr>
            <a:r>
              <a:rPr lang="zh-CN" altLang="en-US" b="1" dirty="0">
                <a:solidFill>
                  <a:srgbClr val="33692B"/>
                </a:solidFill>
                <a:latin typeface="微软雅黑" panose="020B0503020204020204" charset="-122"/>
                <a:ea typeface="微软雅黑" panose="020B0503020204020204" charset="-122"/>
              </a:rPr>
              <a:t>研究背景</a:t>
            </a:r>
            <a:endParaRPr lang="zh-CN" altLang="en-US" b="1" dirty="0">
              <a:solidFill>
                <a:srgbClr val="33692B"/>
              </a:solidFill>
              <a:latin typeface="微软雅黑" panose="020B0503020204020204" charset="-122"/>
              <a:ea typeface="微软雅黑" panose="020B0503020204020204" charset="-122"/>
            </a:endParaRPr>
          </a:p>
        </p:txBody>
      </p:sp>
      <p:cxnSp>
        <p:nvCxnSpPr>
          <p:cNvPr id="114" name="PA-直接连接符 23"/>
          <p:cNvCxnSpPr/>
          <p:nvPr>
            <p:custDataLst>
              <p:tags r:id="rId53"/>
            </p:custDataLst>
          </p:nvPr>
        </p:nvCxnSpPr>
        <p:spPr>
          <a:xfrm flipH="1">
            <a:off x="9587995" y="3802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115" name="文本框 114"/>
          <p:cNvSpPr txBox="1"/>
          <p:nvPr/>
        </p:nvSpPr>
        <p:spPr>
          <a:xfrm>
            <a:off x="8580755" y="308610"/>
            <a:ext cx="1172210" cy="368300"/>
          </a:xfrm>
          <a:prstGeom prst="rect">
            <a:avLst/>
          </a:prstGeom>
          <a:noFill/>
        </p:spPr>
        <p:txBody>
          <a:bodyPr wrap="square" rtlCol="0">
            <a:spAutoFit/>
          </a:bodyPr>
          <a:lstStyle/>
          <a:p>
            <a:r>
              <a:rPr lang="zh-CN" altLang="en-US">
                <a:latin typeface="宋体" panose="02010600030101010101" pitchFamily="2" charset="-122"/>
                <a:ea typeface="宋体" panose="02010600030101010101" pitchFamily="2" charset="-122"/>
              </a:rPr>
              <a:t>数据分析</a:t>
            </a:r>
            <a:endParaRPr lang="zh-CN" altLang="en-US">
              <a:latin typeface="宋体" panose="02010600030101010101" pitchFamily="2" charset="-122"/>
              <a:ea typeface="宋体" panose="02010600030101010101" pitchFamily="2" charset="-122"/>
            </a:endParaRPr>
          </a:p>
        </p:txBody>
      </p:sp>
      <p:cxnSp>
        <p:nvCxnSpPr>
          <p:cNvPr id="116" name="PA-直接连接符 23"/>
          <p:cNvCxnSpPr/>
          <p:nvPr>
            <p:custDataLst>
              <p:tags r:id="rId54"/>
            </p:custDataLst>
          </p:nvPr>
        </p:nvCxnSpPr>
        <p:spPr>
          <a:xfrm flipH="1">
            <a:off x="10860535" y="3802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117" name="文本框 116"/>
          <p:cNvSpPr txBox="1"/>
          <p:nvPr/>
        </p:nvSpPr>
        <p:spPr>
          <a:xfrm>
            <a:off x="9836150" y="298450"/>
            <a:ext cx="1243965" cy="368300"/>
          </a:xfrm>
          <a:prstGeom prst="rect">
            <a:avLst/>
          </a:prstGeom>
          <a:noFill/>
        </p:spPr>
        <p:txBody>
          <a:bodyPr wrap="square" rtlCol="0">
            <a:spAutoFit/>
          </a:bodyPr>
          <a:lstStyle/>
          <a:p>
            <a:r>
              <a:rPr lang="zh-CN" altLang="en-US">
                <a:latin typeface="宋体" panose="02010600030101010101" pitchFamily="2" charset="-122"/>
                <a:ea typeface="宋体" panose="02010600030101010101" pitchFamily="2" charset="-122"/>
              </a:rPr>
              <a:t>产品设计</a:t>
            </a:r>
            <a:endParaRPr lang="zh-CN" altLang="en-US">
              <a:latin typeface="宋体" panose="02010600030101010101" pitchFamily="2" charset="-122"/>
              <a:ea typeface="宋体" panose="02010600030101010101" pitchFamily="2" charset="-122"/>
            </a:endParaRPr>
          </a:p>
        </p:txBody>
      </p:sp>
      <p:grpSp>
        <p:nvGrpSpPr>
          <p:cNvPr id="172" name="组合 171"/>
          <p:cNvGrpSpPr/>
          <p:nvPr/>
        </p:nvGrpSpPr>
        <p:grpSpPr>
          <a:xfrm>
            <a:off x="-674446" y="50800"/>
            <a:ext cx="13073260" cy="902312"/>
            <a:chOff x="-801446" y="0"/>
            <a:chExt cx="13073260" cy="902312"/>
          </a:xfrm>
        </p:grpSpPr>
        <p:sp>
          <p:nvSpPr>
            <p:cNvPr id="173" name="PA-任意多边形 900"/>
            <p:cNvSpPr/>
            <p:nvPr>
              <p:custDataLst>
                <p:tags r:id="rId55"/>
              </p:custDataLst>
            </p:nvPr>
          </p:nvSpPr>
          <p:spPr>
            <a:xfrm flipV="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91000">
                  <a:schemeClr val="accent2">
                    <a:lumMod val="75000"/>
                  </a:schemeClr>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Montserrat"/>
                <a:ea typeface="微软雅黑" panose="020B0503020204020204" charset="-122"/>
                <a:cs typeface="+mn-cs"/>
              </a:endParaRPr>
            </a:p>
          </p:txBody>
        </p:sp>
        <p:sp>
          <p:nvSpPr>
            <p:cNvPr id="174" name="PA-任意多边形 46"/>
            <p:cNvSpPr/>
            <p:nvPr>
              <p:custDataLst>
                <p:tags r:id="rId56"/>
              </p:custDataLst>
            </p:nvPr>
          </p:nvSpPr>
          <p:spPr>
            <a:xfrm>
              <a:off x="17585" y="140988"/>
              <a:ext cx="10477775" cy="713837"/>
            </a:xfrm>
            <a:custGeom>
              <a:avLst/>
              <a:gdLst>
                <a:gd name="connsiteX0" fmla="*/ 0 w 10477775"/>
                <a:gd name="connsiteY0" fmla="*/ 0 h 713837"/>
                <a:gd name="connsiteX1" fmla="*/ 9872819 w 10477775"/>
                <a:gd name="connsiteY1" fmla="*/ 0 h 713837"/>
                <a:gd name="connsiteX2" fmla="*/ 10477775 w 10477775"/>
                <a:gd name="connsiteY2" fmla="*/ 713837 h 713837"/>
                <a:gd name="connsiteX3" fmla="*/ 0 w 10477775"/>
                <a:gd name="connsiteY3" fmla="*/ 713837 h 713837"/>
                <a:gd name="connsiteX4" fmla="*/ 0 w 10477775"/>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775" h="713837">
                  <a:moveTo>
                    <a:pt x="0" y="0"/>
                  </a:moveTo>
                  <a:lnTo>
                    <a:pt x="9872819" y="0"/>
                  </a:lnTo>
                  <a:lnTo>
                    <a:pt x="10477775" y="713837"/>
                  </a:lnTo>
                  <a:lnTo>
                    <a:pt x="0" y="713837"/>
                  </a:lnTo>
                  <a:lnTo>
                    <a:pt x="0" y="0"/>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Roboto"/>
                <a:ea typeface="微软雅黑" panose="020B0503020204020204" charset="-122"/>
                <a:cs typeface="+mn-cs"/>
              </a:endParaRPr>
            </a:p>
          </p:txBody>
        </p:sp>
        <p:sp>
          <p:nvSpPr>
            <p:cNvPr id="175" name="PA-任意多边形 50"/>
            <p:cNvSpPr/>
            <p:nvPr>
              <p:custDataLst>
                <p:tags r:id="rId57"/>
              </p:custDataLst>
            </p:nvPr>
          </p:nvSpPr>
          <p:spPr>
            <a:xfrm>
              <a:off x="79814" y="136543"/>
              <a:ext cx="12192000" cy="713837"/>
            </a:xfrm>
            <a:custGeom>
              <a:avLst/>
              <a:gdLst>
                <a:gd name="connsiteX0" fmla="*/ 0 w 12192000"/>
                <a:gd name="connsiteY0" fmla="*/ 0 h 713837"/>
                <a:gd name="connsiteX1" fmla="*/ 12192000 w 12192000"/>
                <a:gd name="connsiteY1" fmla="*/ 0 h 713837"/>
                <a:gd name="connsiteX2" fmla="*/ 12192000 w 12192000"/>
                <a:gd name="connsiteY2" fmla="*/ 713837 h 713837"/>
                <a:gd name="connsiteX3" fmla="*/ 0 w 12192000"/>
                <a:gd name="connsiteY3" fmla="*/ 713837 h 713837"/>
              </a:gdLst>
              <a:ahLst/>
              <a:cxnLst>
                <a:cxn ang="0">
                  <a:pos x="connsiteX0" y="connsiteY0"/>
                </a:cxn>
                <a:cxn ang="0">
                  <a:pos x="connsiteX1" y="connsiteY1"/>
                </a:cxn>
                <a:cxn ang="0">
                  <a:pos x="connsiteX2" y="connsiteY2"/>
                </a:cxn>
                <a:cxn ang="0">
                  <a:pos x="connsiteX3" y="connsiteY3"/>
                </a:cxn>
              </a:cxnLst>
              <a:rect l="l" t="t" r="r" b="b"/>
              <a:pathLst>
                <a:path w="12192000" h="713837">
                  <a:moveTo>
                    <a:pt x="0" y="0"/>
                  </a:moveTo>
                  <a:lnTo>
                    <a:pt x="12192000" y="0"/>
                  </a:lnTo>
                  <a:lnTo>
                    <a:pt x="12192000" y="713837"/>
                  </a:lnTo>
                  <a:lnTo>
                    <a:pt x="0" y="713837"/>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Roboto"/>
                <a:ea typeface="微软雅黑" panose="020B0503020204020204" charset="-122"/>
                <a:cs typeface="+mn-cs"/>
              </a:endParaRPr>
            </a:p>
          </p:txBody>
        </p:sp>
        <p:sp>
          <p:nvSpPr>
            <p:cNvPr id="176" name="PA-文本框 24"/>
            <p:cNvSpPr txBox="1"/>
            <p:nvPr>
              <p:custDataLst>
                <p:tags r:id="rId58"/>
              </p:custDataLst>
            </p:nvPr>
          </p:nvSpPr>
          <p:spPr>
            <a:xfrm>
              <a:off x="1600150" y="236296"/>
              <a:ext cx="1620957" cy="523220"/>
            </a:xfrm>
            <a:prstGeom prst="rect">
              <a:avLst/>
            </a:prstGeom>
            <a:noFill/>
          </p:spPr>
          <p:txBody>
            <a:bodyPr wrap="none">
              <a:spAutoFit/>
            </a:bodyPr>
            <a:lstStyle>
              <a:defPPr>
                <a:defRPr lang="zh-CN"/>
              </a:defPPr>
              <a:lvl1pPr>
                <a:defRPr sz="2400" b="1">
                  <a:gradFill>
                    <a:gsLst>
                      <a:gs pos="100000">
                        <a:schemeClr val="accent1">
                          <a:lumMod val="50000"/>
                        </a:schemeClr>
                      </a:gs>
                      <a:gs pos="17000">
                        <a:schemeClr val="accent1">
                          <a:lumMod val="50000"/>
                        </a:schemeClr>
                      </a:gs>
                    </a:gsLst>
                    <a:path path="circle">
                      <a:fillToRect r="100000" b="100000"/>
                    </a:path>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dirty="0">
                  <a:gradFill>
                    <a:gsLst>
                      <a:gs pos="100000">
                        <a:srgbClr val="206252">
                          <a:lumMod val="50000"/>
                        </a:srgbClr>
                      </a:gs>
                      <a:gs pos="17000">
                        <a:srgbClr val="206252">
                          <a:lumMod val="75000"/>
                        </a:srgbClr>
                      </a:gs>
                    </a:gsLst>
                    <a:path path="circle">
                      <a:fillToRect r="100000" b="100000"/>
                    </a:path>
                  </a:gradFill>
                  <a:latin typeface="微软雅黑" panose="020B0503020204020204" charset="-122"/>
                  <a:ea typeface="微软雅黑" panose="020B0503020204020204" charset="-122"/>
                  <a:sym typeface="阿里妈妈数黑体" pitchFamily="2" charset="-122"/>
                </a:rPr>
                <a:t>研究背景</a:t>
              </a:r>
              <a:endParaRPr kumimoji="0" lang="zh-CN" altLang="en-US" sz="2800" b="1" i="0" u="none" strike="noStrike" kern="1200" cap="none" spc="0" normalizeH="0" baseline="0" noProof="0" dirty="0">
                <a:ln>
                  <a:noFill/>
                </a:ln>
                <a:gradFill>
                  <a:gsLst>
                    <a:gs pos="100000">
                      <a:srgbClr val="206252">
                        <a:lumMod val="50000"/>
                      </a:srgbClr>
                    </a:gs>
                    <a:gs pos="17000">
                      <a:srgbClr val="206252">
                        <a:lumMod val="75000"/>
                      </a:srgbClr>
                    </a:gs>
                  </a:gsLst>
                  <a:path path="circle">
                    <a:fillToRect r="100000" b="100000"/>
                  </a:path>
                </a:gradFill>
                <a:effectLst/>
                <a:uLnTx/>
                <a:uFillTx/>
                <a:latin typeface="微软雅黑" panose="020B0503020204020204" charset="-122"/>
                <a:ea typeface="微软雅黑" panose="020B0503020204020204" charset="-122"/>
                <a:cs typeface="+mn-cs"/>
                <a:sym typeface="阿里妈妈数黑体" pitchFamily="2" charset="-122"/>
              </a:endParaRPr>
            </a:p>
          </p:txBody>
        </p:sp>
        <p:sp>
          <p:nvSpPr>
            <p:cNvPr id="177" name="PA-任意多边形 6"/>
            <p:cNvSpPr/>
            <p:nvPr>
              <p:custDataLst>
                <p:tags r:id="rId59"/>
              </p:custDataLst>
            </p:nvPr>
          </p:nvSpPr>
          <p:spPr>
            <a:xfrm>
              <a:off x="-52754" y="850261"/>
              <a:ext cx="12262339" cy="52051"/>
            </a:xfrm>
            <a:custGeom>
              <a:avLst/>
              <a:gdLst>
                <a:gd name="connsiteX0" fmla="*/ 0 w 4366736"/>
                <a:gd name="connsiteY0" fmla="*/ 0 h 64293"/>
                <a:gd name="connsiteX1" fmla="*/ 4366737 w 4366736"/>
                <a:gd name="connsiteY1" fmla="*/ 0 h 64293"/>
                <a:gd name="connsiteX2" fmla="*/ 4366737 w 4366736"/>
                <a:gd name="connsiteY2" fmla="*/ 64294 h 64293"/>
                <a:gd name="connsiteX3" fmla="*/ 0 w 4366736"/>
                <a:gd name="connsiteY3" fmla="*/ 64294 h 64293"/>
              </a:gdLst>
              <a:ahLst/>
              <a:cxnLst>
                <a:cxn ang="0">
                  <a:pos x="connsiteX0" y="connsiteY0"/>
                </a:cxn>
                <a:cxn ang="0">
                  <a:pos x="connsiteX1" y="connsiteY1"/>
                </a:cxn>
                <a:cxn ang="0">
                  <a:pos x="connsiteX2" y="connsiteY2"/>
                </a:cxn>
                <a:cxn ang="0">
                  <a:pos x="connsiteX3" y="connsiteY3"/>
                </a:cxn>
              </a:cxnLst>
              <a:rect l="l" t="t" r="r" b="b"/>
              <a:pathLst>
                <a:path w="4366736" h="64293">
                  <a:moveTo>
                    <a:pt x="0" y="0"/>
                  </a:moveTo>
                  <a:lnTo>
                    <a:pt x="4366737" y="0"/>
                  </a:lnTo>
                  <a:lnTo>
                    <a:pt x="4366737" y="64294"/>
                  </a:lnTo>
                  <a:lnTo>
                    <a:pt x="0" y="64294"/>
                  </a:lnTo>
                  <a:close/>
                </a:path>
              </a:pathLst>
            </a:custGeom>
            <a:gradFill flip="none" rotWithShape="1">
              <a:gsLst>
                <a:gs pos="100000">
                  <a:schemeClr val="accent1"/>
                </a:gs>
                <a:gs pos="12000">
                  <a:schemeClr val="accent1">
                    <a:lumMod val="20000"/>
                    <a:lumOff val="80000"/>
                  </a:schemeClr>
                </a:gs>
              </a:gsLst>
              <a:lin ang="0" scaled="0"/>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78" name="PA-任意多边形 899"/>
            <p:cNvSpPr/>
            <p:nvPr>
              <p:custDataLst>
                <p:tags r:id="rId60"/>
              </p:custDataLst>
            </p:nvPr>
          </p:nvSpPr>
          <p:spPr>
            <a:xfrm flipH="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55000">
                  <a:schemeClr val="accent1"/>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Montserrat"/>
                <a:ea typeface="微软雅黑" panose="020B0503020204020204" charset="-122"/>
                <a:cs typeface="+mn-cs"/>
              </a:endParaRPr>
            </a:p>
          </p:txBody>
        </p:sp>
        <p:sp>
          <p:nvSpPr>
            <p:cNvPr id="179" name="PA-文本框 26"/>
            <p:cNvSpPr txBox="1"/>
            <p:nvPr>
              <p:custDataLst>
                <p:tags r:id="rId61"/>
              </p:custDataLst>
            </p:nvPr>
          </p:nvSpPr>
          <p:spPr>
            <a:xfrm>
              <a:off x="6507233" y="309946"/>
              <a:ext cx="17830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noProof="0" dirty="0">
                  <a:ln>
                    <a:noFill/>
                  </a:ln>
                  <a:solidFill>
                    <a:srgbClr val="206252">
                      <a:lumMod val="50000"/>
                    </a:srgbClr>
                  </a:solidFill>
                  <a:effectLst/>
                  <a:uLnTx/>
                  <a:uFillTx/>
                  <a:latin typeface="宋体" panose="02010600030101010101" pitchFamily="2" charset="-122"/>
                  <a:ea typeface="宋体" panose="02010600030101010101" pitchFamily="2" charset="-122"/>
                  <a:sym typeface="OPPOSans M" panose="00020600040101010101" pitchFamily="18" charset="-122"/>
                </a:rPr>
                <a:t>调查设计与实施</a:t>
              </a:r>
              <a:endParaRPr kumimoji="0" lang="zh-CN" altLang="en-US" sz="180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OPPOSans M" panose="00020600040101010101" pitchFamily="18" charset="-122"/>
              </a:endParaRPr>
            </a:p>
          </p:txBody>
        </p:sp>
        <p:sp>
          <p:nvSpPr>
            <p:cNvPr id="180" name="PA-文本框 26"/>
            <p:cNvSpPr txBox="1"/>
            <p:nvPr>
              <p:custDataLst>
                <p:tags r:id="rId62"/>
              </p:custDataLst>
            </p:nvPr>
          </p:nvSpPr>
          <p:spPr>
            <a:xfrm>
              <a:off x="8672698" y="313756"/>
              <a:ext cx="3098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206252">
                    <a:lumMod val="50000"/>
                  </a:srgbClr>
                </a:solidFill>
                <a:effectLst/>
                <a:uLnTx/>
                <a:uFillTx/>
                <a:latin typeface="宋体" panose="02010600030101010101" pitchFamily="2" charset="-122"/>
                <a:ea typeface="宋体" panose="02010600030101010101" pitchFamily="2" charset="-122"/>
                <a:cs typeface="+mn-cs"/>
                <a:sym typeface="OPPOSans M" panose="00020600040101010101" pitchFamily="18" charset="-122"/>
              </a:endParaRPr>
            </a:p>
          </p:txBody>
        </p:sp>
        <p:cxnSp>
          <p:nvCxnSpPr>
            <p:cNvPr id="181" name="PA-直接连接符 18"/>
            <p:cNvCxnSpPr/>
            <p:nvPr>
              <p:custDataLst>
                <p:tags r:id="rId63"/>
              </p:custDataLst>
            </p:nvPr>
          </p:nvCxnSpPr>
          <p:spPr>
            <a:xfrm flipH="1">
              <a:off x="5253886"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182" name="PA-直接连接符 22"/>
            <p:cNvCxnSpPr/>
            <p:nvPr>
              <p:custDataLst>
                <p:tags r:id="rId64"/>
              </p:custDataLst>
            </p:nvPr>
          </p:nvCxnSpPr>
          <p:spPr>
            <a:xfrm flipH="1">
              <a:off x="6412243"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183" name="PA-文本框 26"/>
            <p:cNvSpPr txBox="1"/>
            <p:nvPr>
              <p:custDataLst>
                <p:tags r:id="rId65"/>
              </p:custDataLst>
            </p:nvPr>
          </p:nvSpPr>
          <p:spPr>
            <a:xfrm>
              <a:off x="5410470" y="313956"/>
              <a:ext cx="10972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a:defRPr/>
              </a:pPr>
              <a:r>
                <a:rPr lang="zh-CN" altLang="en-US" sz="1800" dirty="0">
                  <a:solidFill>
                    <a:srgbClr val="206252">
                      <a:lumMod val="50000"/>
                    </a:srgbClr>
                  </a:solidFill>
                  <a:latin typeface="宋体" panose="02010600030101010101" pitchFamily="2" charset="-122"/>
                  <a:ea typeface="宋体" panose="02010600030101010101" pitchFamily="2" charset="-122"/>
                  <a:sym typeface="阿里妈妈数黑体" pitchFamily="2" charset="-122"/>
                </a:rPr>
                <a:t>前期调研</a:t>
              </a:r>
              <a:endParaRPr lang="zh-CN" altLang="en-US" sz="1800" dirty="0">
                <a:solidFill>
                  <a:srgbClr val="206252">
                    <a:lumMod val="50000"/>
                  </a:srgbClr>
                </a:solidFill>
                <a:latin typeface="宋体" panose="02010600030101010101" pitchFamily="2" charset="-122"/>
                <a:ea typeface="宋体" panose="02010600030101010101" pitchFamily="2" charset="-122"/>
                <a:sym typeface="阿里妈妈数黑体" pitchFamily="2" charset="-122"/>
              </a:endParaRPr>
            </a:p>
          </p:txBody>
        </p:sp>
        <p:sp>
          <p:nvSpPr>
            <p:cNvPr id="184" name="PA-图形 7"/>
            <p:cNvSpPr/>
            <p:nvPr>
              <p:custDataLst>
                <p:tags r:id="rId66"/>
              </p:custDataLst>
            </p:nvPr>
          </p:nvSpPr>
          <p:spPr>
            <a:xfrm>
              <a:off x="273980" y="148474"/>
              <a:ext cx="555983" cy="416889"/>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0">
                  <a:schemeClr val="bg1"/>
                </a:gs>
                <a:gs pos="87000">
                  <a:schemeClr val="accent1">
                    <a:lumMod val="20000"/>
                    <a:lumOff val="80000"/>
                  </a:schemeClr>
                </a:gs>
              </a:gsLst>
              <a:lin ang="2700000" scaled="0"/>
            </a:gradFill>
            <a:ln w="36909" cap="flat">
              <a:noFill/>
              <a:prstDash val="solid"/>
              <a:miter/>
            </a:ln>
            <a:effectLst>
              <a:outerShdw blurRad="50800" dist="38100" dir="5400000" algn="t" rotWithShape="0">
                <a:schemeClr val="accent1">
                  <a:alpha val="30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cxnSp>
        <p:nvCxnSpPr>
          <p:cNvPr id="186" name="PA-直接连接符 23"/>
          <p:cNvCxnSpPr/>
          <p:nvPr>
            <p:custDataLst>
              <p:tags r:id="rId67"/>
            </p:custDataLst>
          </p:nvPr>
        </p:nvCxnSpPr>
        <p:spPr>
          <a:xfrm flipH="1">
            <a:off x="8337045" y="4183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187" name="PA-直接连接符 23"/>
          <p:cNvCxnSpPr/>
          <p:nvPr>
            <p:custDataLst>
              <p:tags r:id="rId68"/>
            </p:custDataLst>
          </p:nvPr>
        </p:nvCxnSpPr>
        <p:spPr>
          <a:xfrm flipH="1">
            <a:off x="9622285" y="38662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188" name="文本框 187"/>
          <p:cNvSpPr txBox="1"/>
          <p:nvPr/>
        </p:nvSpPr>
        <p:spPr>
          <a:xfrm>
            <a:off x="9886315" y="358140"/>
            <a:ext cx="1369695" cy="368300"/>
          </a:xfrm>
          <a:prstGeom prst="rect">
            <a:avLst/>
          </a:prstGeom>
          <a:noFill/>
        </p:spPr>
        <p:txBody>
          <a:bodyPr wrap="square" rtlCol="0">
            <a:spAutoFit/>
          </a:bodyPr>
          <a:lstStyle/>
          <a:p>
            <a:r>
              <a:rPr lang="zh-CN" altLang="en-US">
                <a:latin typeface="宋体" panose="02010600030101010101" pitchFamily="2" charset="-122"/>
                <a:ea typeface="宋体" panose="02010600030101010101" pitchFamily="2" charset="-122"/>
              </a:rPr>
              <a:t>结论与建议</a:t>
            </a:r>
            <a:endParaRPr lang="zh-CN" altLang="en-US">
              <a:latin typeface="宋体" panose="02010600030101010101" pitchFamily="2" charset="-122"/>
              <a:ea typeface="宋体" panose="02010600030101010101" pitchFamily="2" charset="-122"/>
            </a:endParaRPr>
          </a:p>
        </p:txBody>
      </p:sp>
      <p:sp>
        <p:nvSpPr>
          <p:cNvPr id="189" name="文本框 188"/>
          <p:cNvSpPr txBox="1"/>
          <p:nvPr/>
        </p:nvSpPr>
        <p:spPr>
          <a:xfrm>
            <a:off x="8540750" y="361950"/>
            <a:ext cx="1212215" cy="368300"/>
          </a:xfrm>
          <a:prstGeom prst="rect">
            <a:avLst/>
          </a:prstGeom>
          <a:noFill/>
        </p:spPr>
        <p:txBody>
          <a:bodyPr wrap="square" rtlCol="0">
            <a:spAutoFit/>
          </a:bodyPr>
          <a:lstStyle/>
          <a:p>
            <a:r>
              <a:rPr lang="zh-CN" altLang="en-US">
                <a:latin typeface="宋体" panose="02010600030101010101" pitchFamily="2" charset="-122"/>
                <a:ea typeface="宋体" panose="02010600030101010101" pitchFamily="2" charset="-122"/>
              </a:rPr>
              <a:t>产品设计</a:t>
            </a:r>
            <a:endParaRPr lang="zh-CN" altLang="en-US">
              <a:latin typeface="宋体" panose="02010600030101010101" pitchFamily="2" charset="-122"/>
              <a:ea typeface="宋体" panose="02010600030101010101" pitchFamily="2" charset="-122"/>
            </a:endParaRPr>
          </a:p>
        </p:txBody>
      </p:sp>
      <p:sp>
        <p:nvSpPr>
          <p:cNvPr id="185" name="矩形 184"/>
          <p:cNvSpPr/>
          <p:nvPr/>
        </p:nvSpPr>
        <p:spPr>
          <a:xfrm>
            <a:off x="3756660" y="349250"/>
            <a:ext cx="2100580" cy="522605"/>
          </a:xfrm>
          <a:prstGeom prst="rect">
            <a:avLst/>
          </a:prstGeom>
          <a:noFill/>
          <a:ln>
            <a:noFill/>
          </a:ln>
        </p:spPr>
        <p:txBody>
          <a:bodyPr wrap="square" rtlCol="0" anchor="t">
            <a:noAutofit/>
          </a:bodyPr>
          <a:lstStyle/>
          <a:p>
            <a:pPr algn="ctr">
              <a:defRPr/>
            </a:pPr>
            <a:r>
              <a:rPr lang="zh-CN" altLang="en-US" b="1" dirty="0">
                <a:solidFill>
                  <a:srgbClr val="33692B"/>
                </a:solidFill>
                <a:latin typeface="微软雅黑" panose="020B0503020204020204" charset="-122"/>
                <a:ea typeface="微软雅黑" panose="020B0503020204020204" charset="-122"/>
              </a:rPr>
              <a:t>研究背景</a:t>
            </a:r>
            <a:endParaRPr lang="zh-CN" altLang="en-US" b="1" dirty="0">
              <a:solidFill>
                <a:srgbClr val="33692B"/>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blinds(horizontal)">
                                      <p:cBhvr>
                                        <p:cTn id="7"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5" grpId="1"/>
      <p:bldP spid="53" grpId="0"/>
      <p:bldP spid="53" grpId="1"/>
      <p:bldP spid="68" grpId="0" bldLvl="0" animBg="1"/>
      <p:bldP spid="68"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 name="图片 60"/>
          <p:cNvPicPr>
            <a:picLocks noChangeAspect="1"/>
          </p:cNvPicPr>
          <p:nvPr/>
        </p:nvPicPr>
        <p:blipFill>
          <a:blip r:embed="rId1"/>
          <a:srcRect l="1166" t="25263"/>
          <a:stretch>
            <a:fillRect/>
          </a:stretch>
        </p:blipFill>
        <p:spPr>
          <a:xfrm>
            <a:off x="-52704" y="-15874"/>
            <a:ext cx="12174415" cy="5125479"/>
          </a:xfrm>
          <a:custGeom>
            <a:avLst/>
            <a:gdLst>
              <a:gd name="connsiteX0" fmla="*/ 0 w 12174415"/>
              <a:gd name="connsiteY0" fmla="*/ 0 h 5125479"/>
              <a:gd name="connsiteX1" fmla="*/ 12174415 w 12174415"/>
              <a:gd name="connsiteY1" fmla="*/ 0 h 5125479"/>
              <a:gd name="connsiteX2" fmla="*/ 12174415 w 12174415"/>
              <a:gd name="connsiteY2" fmla="*/ 5125479 h 5125479"/>
              <a:gd name="connsiteX3" fmla="*/ 0 w 12174415"/>
              <a:gd name="connsiteY3" fmla="*/ 5125479 h 5125479"/>
            </a:gdLst>
            <a:ahLst/>
            <a:cxnLst>
              <a:cxn ang="0">
                <a:pos x="connsiteX0" y="connsiteY0"/>
              </a:cxn>
              <a:cxn ang="0">
                <a:pos x="connsiteX1" y="connsiteY1"/>
              </a:cxn>
              <a:cxn ang="0">
                <a:pos x="connsiteX2" y="connsiteY2"/>
              </a:cxn>
              <a:cxn ang="0">
                <a:pos x="connsiteX3" y="connsiteY3"/>
              </a:cxn>
            </a:cxnLst>
            <a:rect l="l" t="t" r="r" b="b"/>
            <a:pathLst>
              <a:path w="12174415" h="5125479">
                <a:moveTo>
                  <a:pt x="0" y="0"/>
                </a:moveTo>
                <a:lnTo>
                  <a:pt x="12174415" y="0"/>
                </a:lnTo>
                <a:lnTo>
                  <a:pt x="12174415" y="5125479"/>
                </a:lnTo>
                <a:lnTo>
                  <a:pt x="0" y="5125479"/>
                </a:lnTo>
                <a:close/>
              </a:path>
            </a:pathLst>
          </a:custGeom>
        </p:spPr>
      </p:pic>
      <p:grpSp>
        <p:nvGrpSpPr>
          <p:cNvPr id="4" name="组合 3"/>
          <p:cNvGrpSpPr/>
          <p:nvPr/>
        </p:nvGrpSpPr>
        <p:grpSpPr>
          <a:xfrm>
            <a:off x="-801446" y="0"/>
            <a:ext cx="13073260" cy="902312"/>
            <a:chOff x="-801446" y="0"/>
            <a:chExt cx="13073260" cy="902312"/>
          </a:xfrm>
        </p:grpSpPr>
        <p:sp>
          <p:nvSpPr>
            <p:cNvPr id="13" name="PA-任意多边形 900"/>
            <p:cNvSpPr/>
            <p:nvPr>
              <p:custDataLst>
                <p:tags r:id="rId2"/>
              </p:custDataLst>
            </p:nvPr>
          </p:nvSpPr>
          <p:spPr>
            <a:xfrm flipV="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91000">
                  <a:schemeClr val="accent2">
                    <a:lumMod val="75000"/>
                  </a:schemeClr>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6" name="PA-任意多边形 46"/>
            <p:cNvSpPr/>
            <p:nvPr>
              <p:custDataLst>
                <p:tags r:id="rId3"/>
              </p:custDataLst>
            </p:nvPr>
          </p:nvSpPr>
          <p:spPr>
            <a:xfrm>
              <a:off x="17585" y="140988"/>
              <a:ext cx="10477775" cy="713837"/>
            </a:xfrm>
            <a:custGeom>
              <a:avLst/>
              <a:gdLst>
                <a:gd name="connsiteX0" fmla="*/ 0 w 10477775"/>
                <a:gd name="connsiteY0" fmla="*/ 0 h 713837"/>
                <a:gd name="connsiteX1" fmla="*/ 9872819 w 10477775"/>
                <a:gd name="connsiteY1" fmla="*/ 0 h 713837"/>
                <a:gd name="connsiteX2" fmla="*/ 10477775 w 10477775"/>
                <a:gd name="connsiteY2" fmla="*/ 713837 h 713837"/>
                <a:gd name="connsiteX3" fmla="*/ 0 w 10477775"/>
                <a:gd name="connsiteY3" fmla="*/ 713837 h 713837"/>
                <a:gd name="connsiteX4" fmla="*/ 0 w 10477775"/>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775" h="713837">
                  <a:moveTo>
                    <a:pt x="0" y="0"/>
                  </a:moveTo>
                  <a:lnTo>
                    <a:pt x="9872819" y="0"/>
                  </a:lnTo>
                  <a:lnTo>
                    <a:pt x="10477775" y="713837"/>
                  </a:lnTo>
                  <a:lnTo>
                    <a:pt x="0" y="713837"/>
                  </a:lnTo>
                  <a:lnTo>
                    <a:pt x="0" y="0"/>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7" name="PA-任意多边形 50"/>
            <p:cNvSpPr/>
            <p:nvPr>
              <p:custDataLst>
                <p:tags r:id="rId4"/>
              </p:custDataLst>
            </p:nvPr>
          </p:nvSpPr>
          <p:spPr>
            <a:xfrm>
              <a:off x="79814" y="136543"/>
              <a:ext cx="12192000" cy="713837"/>
            </a:xfrm>
            <a:custGeom>
              <a:avLst/>
              <a:gdLst>
                <a:gd name="connsiteX0" fmla="*/ 0 w 12192000"/>
                <a:gd name="connsiteY0" fmla="*/ 0 h 713837"/>
                <a:gd name="connsiteX1" fmla="*/ 12192000 w 12192000"/>
                <a:gd name="connsiteY1" fmla="*/ 0 h 713837"/>
                <a:gd name="connsiteX2" fmla="*/ 12192000 w 12192000"/>
                <a:gd name="connsiteY2" fmla="*/ 713837 h 713837"/>
                <a:gd name="connsiteX3" fmla="*/ 0 w 12192000"/>
                <a:gd name="connsiteY3" fmla="*/ 713837 h 713837"/>
              </a:gdLst>
              <a:ahLst/>
              <a:cxnLst>
                <a:cxn ang="0">
                  <a:pos x="connsiteX0" y="connsiteY0"/>
                </a:cxn>
                <a:cxn ang="0">
                  <a:pos x="connsiteX1" y="connsiteY1"/>
                </a:cxn>
                <a:cxn ang="0">
                  <a:pos x="connsiteX2" y="connsiteY2"/>
                </a:cxn>
                <a:cxn ang="0">
                  <a:pos x="connsiteX3" y="connsiteY3"/>
                </a:cxn>
              </a:cxnLst>
              <a:rect l="l" t="t" r="r" b="b"/>
              <a:pathLst>
                <a:path w="12192000" h="713837">
                  <a:moveTo>
                    <a:pt x="0" y="0"/>
                  </a:moveTo>
                  <a:lnTo>
                    <a:pt x="12192000" y="0"/>
                  </a:lnTo>
                  <a:lnTo>
                    <a:pt x="12192000" y="713837"/>
                  </a:lnTo>
                  <a:lnTo>
                    <a:pt x="0" y="713837"/>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mn-cs"/>
              </a:endParaRPr>
            </a:p>
          </p:txBody>
        </p:sp>
        <p:sp>
          <p:nvSpPr>
            <p:cNvPr id="22" name="PA-文本框 24"/>
            <p:cNvSpPr txBox="1"/>
            <p:nvPr>
              <p:custDataLst>
                <p:tags r:id="rId5"/>
              </p:custDataLst>
            </p:nvPr>
          </p:nvSpPr>
          <p:spPr>
            <a:xfrm>
              <a:off x="1600150" y="236296"/>
              <a:ext cx="1620957" cy="523220"/>
            </a:xfrm>
            <a:prstGeom prst="rect">
              <a:avLst/>
            </a:prstGeom>
            <a:noFill/>
          </p:spPr>
          <p:txBody>
            <a:bodyPr wrap="none">
              <a:spAutoFit/>
            </a:bodyPr>
            <a:lstStyle>
              <a:defPPr>
                <a:defRPr lang="zh-CN"/>
              </a:defPPr>
              <a:lvl1pPr>
                <a:defRPr sz="2400" b="1">
                  <a:gradFill>
                    <a:gsLst>
                      <a:gs pos="100000">
                        <a:schemeClr val="accent1">
                          <a:lumMod val="50000"/>
                        </a:schemeClr>
                      </a:gs>
                      <a:gs pos="17000">
                        <a:schemeClr val="accent1">
                          <a:lumMod val="50000"/>
                        </a:schemeClr>
                      </a:gs>
                    </a:gsLst>
                    <a:path path="circle">
                      <a:fillToRect r="100000" b="100000"/>
                    </a:path>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dirty="0">
                  <a:gradFill>
                    <a:gsLst>
                      <a:gs pos="100000">
                        <a:srgbClr val="206252">
                          <a:lumMod val="50000"/>
                        </a:srgbClr>
                      </a:gs>
                      <a:gs pos="17000">
                        <a:srgbClr val="206252">
                          <a:lumMod val="75000"/>
                        </a:srgbClr>
                      </a:gs>
                    </a:gsLst>
                    <a:path path="circle">
                      <a:fillToRect r="100000" b="100000"/>
                    </a:path>
                  </a:gradFill>
                  <a:latin typeface="微软雅黑" panose="020B0503020204020204" charset="-122"/>
                  <a:ea typeface="微软雅黑" panose="020B0503020204020204" charset="-122"/>
                  <a:sym typeface="阿里妈妈数黑体" pitchFamily="2" charset="-122"/>
                </a:rPr>
                <a:t>研究背景</a:t>
              </a:r>
              <a:endParaRPr kumimoji="0" lang="zh-CN" altLang="en-US" sz="2800" b="1" i="0" u="none" strike="noStrike" kern="1200" cap="none" spc="0" normalizeH="0" baseline="0" noProof="0" dirty="0">
                <a:ln>
                  <a:noFill/>
                </a:ln>
                <a:gradFill>
                  <a:gsLst>
                    <a:gs pos="100000">
                      <a:srgbClr val="206252">
                        <a:lumMod val="50000"/>
                      </a:srgbClr>
                    </a:gs>
                    <a:gs pos="17000">
                      <a:srgbClr val="206252">
                        <a:lumMod val="75000"/>
                      </a:srgbClr>
                    </a:gs>
                  </a:gsLst>
                  <a:path path="circle">
                    <a:fillToRect r="100000" b="100000"/>
                  </a:path>
                </a:gradFill>
                <a:effectLst/>
                <a:uLnTx/>
                <a:uFillTx/>
                <a:latin typeface="微软雅黑" panose="020B0503020204020204" charset="-122"/>
                <a:ea typeface="微软雅黑" panose="020B0503020204020204" charset="-122"/>
                <a:cs typeface="+mn-cs"/>
                <a:sym typeface="阿里妈妈数黑体" pitchFamily="2" charset="-122"/>
              </a:endParaRPr>
            </a:p>
          </p:txBody>
        </p:sp>
        <p:sp>
          <p:nvSpPr>
            <p:cNvPr id="23" name="PA-任意多边形 6"/>
            <p:cNvSpPr/>
            <p:nvPr>
              <p:custDataLst>
                <p:tags r:id="rId6"/>
              </p:custDataLst>
            </p:nvPr>
          </p:nvSpPr>
          <p:spPr>
            <a:xfrm>
              <a:off x="-52754" y="850261"/>
              <a:ext cx="12262339" cy="52051"/>
            </a:xfrm>
            <a:custGeom>
              <a:avLst/>
              <a:gdLst>
                <a:gd name="connsiteX0" fmla="*/ 0 w 4366736"/>
                <a:gd name="connsiteY0" fmla="*/ 0 h 64293"/>
                <a:gd name="connsiteX1" fmla="*/ 4366737 w 4366736"/>
                <a:gd name="connsiteY1" fmla="*/ 0 h 64293"/>
                <a:gd name="connsiteX2" fmla="*/ 4366737 w 4366736"/>
                <a:gd name="connsiteY2" fmla="*/ 64294 h 64293"/>
                <a:gd name="connsiteX3" fmla="*/ 0 w 4366736"/>
                <a:gd name="connsiteY3" fmla="*/ 64294 h 64293"/>
              </a:gdLst>
              <a:ahLst/>
              <a:cxnLst>
                <a:cxn ang="0">
                  <a:pos x="connsiteX0" y="connsiteY0"/>
                </a:cxn>
                <a:cxn ang="0">
                  <a:pos x="connsiteX1" y="connsiteY1"/>
                </a:cxn>
                <a:cxn ang="0">
                  <a:pos x="connsiteX2" y="connsiteY2"/>
                </a:cxn>
                <a:cxn ang="0">
                  <a:pos x="connsiteX3" y="connsiteY3"/>
                </a:cxn>
              </a:cxnLst>
              <a:rect l="l" t="t" r="r" b="b"/>
              <a:pathLst>
                <a:path w="4366736" h="64293">
                  <a:moveTo>
                    <a:pt x="0" y="0"/>
                  </a:moveTo>
                  <a:lnTo>
                    <a:pt x="4366737" y="0"/>
                  </a:lnTo>
                  <a:lnTo>
                    <a:pt x="4366737" y="64294"/>
                  </a:lnTo>
                  <a:lnTo>
                    <a:pt x="0" y="64294"/>
                  </a:lnTo>
                  <a:close/>
                </a:path>
              </a:pathLst>
            </a:custGeom>
            <a:gradFill flip="none" rotWithShape="1">
              <a:gsLst>
                <a:gs pos="100000">
                  <a:schemeClr val="accent1"/>
                </a:gs>
                <a:gs pos="12000">
                  <a:schemeClr val="accent1">
                    <a:lumMod val="20000"/>
                    <a:lumOff val="80000"/>
                  </a:schemeClr>
                </a:gs>
              </a:gsLst>
              <a:lin ang="0" scaled="0"/>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24" name="PA-任意多边形 899"/>
            <p:cNvSpPr/>
            <p:nvPr>
              <p:custDataLst>
                <p:tags r:id="rId7"/>
              </p:custDataLst>
            </p:nvPr>
          </p:nvSpPr>
          <p:spPr>
            <a:xfrm flipH="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55000">
                  <a:schemeClr val="accent1"/>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25" name="PA-文本框 26"/>
            <p:cNvSpPr txBox="1"/>
            <p:nvPr>
              <p:custDataLst>
                <p:tags r:id="rId8"/>
              </p:custDataLst>
            </p:nvPr>
          </p:nvSpPr>
          <p:spPr>
            <a:xfrm>
              <a:off x="6507233" y="328996"/>
              <a:ext cx="17830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noProof="0" dirty="0">
                  <a:ln>
                    <a:noFill/>
                  </a:ln>
                  <a:solidFill>
                    <a:srgbClr val="206252">
                      <a:lumMod val="50000"/>
                    </a:srgbClr>
                  </a:solidFill>
                  <a:effectLst/>
                  <a:uLnTx/>
                  <a:uFillTx/>
                  <a:latin typeface="微软雅黑" panose="020B0503020204020204" charset="-122"/>
                  <a:ea typeface="微软雅黑" panose="020B0503020204020204" charset="-122"/>
                  <a:sym typeface="OPPOSans M" panose="00020600040101010101" pitchFamily="18" charset="-122"/>
                </a:rPr>
                <a:t>调查设计与实施</a:t>
              </a:r>
              <a:endParaRPr kumimoji="0" lang="zh-CN" altLang="en-US" sz="180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sp>
          <p:nvSpPr>
            <p:cNvPr id="34" name="PA-文本框 26"/>
            <p:cNvSpPr txBox="1"/>
            <p:nvPr>
              <p:custDataLst>
                <p:tags r:id="rId9"/>
              </p:custDataLst>
            </p:nvPr>
          </p:nvSpPr>
          <p:spPr>
            <a:xfrm>
              <a:off x="8672698" y="313756"/>
              <a:ext cx="3098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cxnSp>
          <p:nvCxnSpPr>
            <p:cNvPr id="41" name="PA-直接连接符 18"/>
            <p:cNvCxnSpPr/>
            <p:nvPr>
              <p:custDataLst>
                <p:tags r:id="rId10"/>
              </p:custDataLst>
            </p:nvPr>
          </p:nvCxnSpPr>
          <p:spPr>
            <a:xfrm flipH="1">
              <a:off x="5253886"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42" name="PA-直接连接符 22"/>
            <p:cNvCxnSpPr/>
            <p:nvPr>
              <p:custDataLst>
                <p:tags r:id="rId11"/>
              </p:custDataLst>
            </p:nvPr>
          </p:nvCxnSpPr>
          <p:spPr>
            <a:xfrm flipH="1">
              <a:off x="6412243"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43" name="PA-直接连接符 23"/>
            <p:cNvCxnSpPr/>
            <p:nvPr>
              <p:custDataLst>
                <p:tags r:id="rId12"/>
              </p:custDataLst>
            </p:nvPr>
          </p:nvCxnSpPr>
          <p:spPr>
            <a:xfrm flipH="1">
              <a:off x="8264655" y="37265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44" name="PA-文本框 26"/>
            <p:cNvSpPr txBox="1"/>
            <p:nvPr>
              <p:custDataLst>
                <p:tags r:id="rId13"/>
              </p:custDataLst>
            </p:nvPr>
          </p:nvSpPr>
          <p:spPr>
            <a:xfrm>
              <a:off x="5410470" y="313956"/>
              <a:ext cx="10972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a:defRPr/>
              </a:pPr>
              <a:r>
                <a:rPr lang="zh-CN" altLang="en-US" sz="1800" dirty="0">
                  <a:solidFill>
                    <a:srgbClr val="206252">
                      <a:lumMod val="50000"/>
                    </a:srgbClr>
                  </a:solidFill>
                  <a:latin typeface="微软雅黑" panose="020B0503020204020204" charset="-122"/>
                  <a:ea typeface="微软雅黑" panose="020B0503020204020204" charset="-122"/>
                  <a:sym typeface="阿里妈妈数黑体" pitchFamily="2" charset="-122"/>
                </a:rPr>
                <a:t>前期调研</a:t>
              </a:r>
              <a:endParaRPr lang="zh-CN" altLang="en-US" sz="1800" dirty="0">
                <a:solidFill>
                  <a:srgbClr val="206252">
                    <a:lumMod val="50000"/>
                  </a:srgbClr>
                </a:solidFill>
                <a:latin typeface="微软雅黑" panose="020B0503020204020204" charset="-122"/>
                <a:ea typeface="微软雅黑" panose="020B0503020204020204" charset="-122"/>
                <a:sym typeface="阿里妈妈数黑体" pitchFamily="2" charset="-122"/>
              </a:endParaRPr>
            </a:p>
          </p:txBody>
        </p:sp>
        <p:sp>
          <p:nvSpPr>
            <p:cNvPr id="46" name="PA-图形 7"/>
            <p:cNvSpPr/>
            <p:nvPr>
              <p:custDataLst>
                <p:tags r:id="rId14"/>
              </p:custDataLst>
            </p:nvPr>
          </p:nvSpPr>
          <p:spPr>
            <a:xfrm>
              <a:off x="273980" y="148474"/>
              <a:ext cx="555983" cy="416889"/>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0">
                  <a:schemeClr val="bg1"/>
                </a:gs>
                <a:gs pos="87000">
                  <a:schemeClr val="accent1">
                    <a:lumMod val="20000"/>
                    <a:lumOff val="80000"/>
                  </a:schemeClr>
                </a:gs>
              </a:gsLst>
              <a:lin ang="2700000" scaled="0"/>
            </a:gradFill>
            <a:ln w="36909" cap="flat">
              <a:noFill/>
              <a:prstDash val="solid"/>
              <a:miter/>
            </a:ln>
            <a:effectLst>
              <a:outerShdw blurRad="50800" dist="38100" dir="5400000" algn="t" rotWithShape="0">
                <a:schemeClr val="accent1">
                  <a:alpha val="30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47" name="矩形 46"/>
          <p:cNvSpPr/>
          <p:nvPr/>
        </p:nvSpPr>
        <p:spPr>
          <a:xfrm>
            <a:off x="3629660" y="298450"/>
            <a:ext cx="2100580" cy="522605"/>
          </a:xfrm>
          <a:prstGeom prst="rect">
            <a:avLst/>
          </a:prstGeom>
          <a:noFill/>
          <a:ln>
            <a:noFill/>
          </a:ln>
        </p:spPr>
        <p:txBody>
          <a:bodyPr wrap="square" rtlCol="0" anchor="t">
            <a:noAutofit/>
          </a:bodyPr>
          <a:lstStyle/>
          <a:p>
            <a:pPr algn="ctr">
              <a:defRPr/>
            </a:pPr>
            <a:r>
              <a:rPr lang="zh-CN" altLang="en-US" b="1" dirty="0">
                <a:solidFill>
                  <a:srgbClr val="33692B"/>
                </a:solidFill>
                <a:latin typeface="微软雅黑" panose="020B0503020204020204" charset="-122"/>
                <a:ea typeface="微软雅黑" panose="020B0503020204020204" charset="-122"/>
              </a:rPr>
              <a:t>研究背景</a:t>
            </a:r>
            <a:endParaRPr lang="zh-CN" altLang="en-US" b="1" dirty="0">
              <a:solidFill>
                <a:srgbClr val="33692B"/>
              </a:solidFill>
              <a:latin typeface="微软雅黑" panose="020B0503020204020204" charset="-122"/>
              <a:ea typeface="微软雅黑" panose="020B0503020204020204" charset="-122"/>
            </a:endParaRPr>
          </a:p>
        </p:txBody>
      </p:sp>
      <p:cxnSp>
        <p:nvCxnSpPr>
          <p:cNvPr id="48" name="PA-直接连接符 23"/>
          <p:cNvCxnSpPr/>
          <p:nvPr>
            <p:custDataLst>
              <p:tags r:id="rId15"/>
            </p:custDataLst>
          </p:nvPr>
        </p:nvCxnSpPr>
        <p:spPr>
          <a:xfrm flipH="1">
            <a:off x="9460995" y="3802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49" name="文本框 48"/>
          <p:cNvSpPr txBox="1"/>
          <p:nvPr/>
        </p:nvSpPr>
        <p:spPr>
          <a:xfrm>
            <a:off x="8453755" y="308610"/>
            <a:ext cx="1172210"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数据分析</a:t>
            </a:r>
            <a:endParaRPr lang="zh-CN" altLang="en-US">
              <a:latin typeface="微软雅黑" panose="020B0503020204020204" charset="-122"/>
              <a:ea typeface="微软雅黑" panose="020B0503020204020204" charset="-122"/>
            </a:endParaRPr>
          </a:p>
        </p:txBody>
      </p:sp>
      <p:cxnSp>
        <p:nvCxnSpPr>
          <p:cNvPr id="50" name="PA-直接连接符 23"/>
          <p:cNvCxnSpPr/>
          <p:nvPr>
            <p:custDataLst>
              <p:tags r:id="rId16"/>
            </p:custDataLst>
          </p:nvPr>
        </p:nvCxnSpPr>
        <p:spPr>
          <a:xfrm flipH="1">
            <a:off x="10733535" y="3802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51" name="文本框 50"/>
          <p:cNvSpPr txBox="1"/>
          <p:nvPr/>
        </p:nvSpPr>
        <p:spPr>
          <a:xfrm>
            <a:off x="10953115" y="313690"/>
            <a:ext cx="136969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结论与建议</a:t>
            </a:r>
            <a:endParaRPr lang="zh-CN" altLang="en-US">
              <a:latin typeface="微软雅黑" panose="020B0503020204020204" charset="-122"/>
              <a:ea typeface="微软雅黑" panose="020B0503020204020204" charset="-122"/>
            </a:endParaRPr>
          </a:p>
        </p:txBody>
      </p:sp>
      <p:sp>
        <p:nvSpPr>
          <p:cNvPr id="8" name="矩形 7" descr="7b0a2020202022776f7264617274223a2022220a7d0a"/>
          <p:cNvSpPr/>
          <p:nvPr/>
        </p:nvSpPr>
        <p:spPr>
          <a:xfrm>
            <a:off x="1084580" y="2025015"/>
            <a:ext cx="10022840" cy="2807970"/>
          </a:xfrm>
          <a:prstGeom prst="rect">
            <a:avLst/>
          </a:prstGeom>
          <a:noFill/>
        </p:spPr>
        <p:txBody>
          <a:bodyPr wrap="none" lIns="90170" tIns="46990" rIns="90170" bIns="46990" rtlCol="0" anchor="t">
            <a:normAutofit lnSpcReduction="10000"/>
            <a:scene3d>
              <a:camera prst="obliqueTopRight"/>
              <a:lightRig rig="flat" dir="t"/>
            </a:scene3d>
            <a:sp3d prstMaterial="matte">
              <a:extrusionClr>
                <a:schemeClr val="tx2">
                  <a:lumMod val="90000"/>
                  <a:lumOff val="10000"/>
                </a:schemeClr>
              </a:extrusionClr>
              <a:contourClr>
                <a:schemeClr val="bg1"/>
              </a:contourClr>
            </a:sp3d>
          </a:bodyPr>
          <a:lstStyle/>
          <a:p>
            <a:pPr algn="ctr"/>
            <a:endParaRPr lang="zh-CN" altLang="en-US" sz="18600" b="1">
              <a:ln w="41275" cap="rnd" cmpd="sng">
                <a:solidFill>
                  <a:srgbClr val="F6DE00"/>
                </a:solidFill>
                <a:prstDash val="solid"/>
              </a:ln>
              <a:solidFill>
                <a:srgbClr val="ED6145"/>
              </a:solidFill>
              <a:effectLst>
                <a:reflection blurRad="50800" stA="30000" endA="900" endPos="60000" dist="88900" dir="5400000" sy="-100000" algn="bl" rotWithShape="0"/>
              </a:effectLst>
              <a:latin typeface="微软雅黑" panose="020B0503020204020204" charset="-122"/>
              <a:ea typeface="微软雅黑" panose="020B0503020204020204" charset="-122"/>
            </a:endParaRPr>
          </a:p>
        </p:txBody>
      </p:sp>
      <p:sp>
        <p:nvSpPr>
          <p:cNvPr id="35" name="矩形 34" descr="7b0a2020202022776f7264617274223a2022220a7d0a"/>
          <p:cNvSpPr/>
          <p:nvPr/>
        </p:nvSpPr>
        <p:spPr>
          <a:xfrm>
            <a:off x="1084580" y="2025015"/>
            <a:ext cx="10022840" cy="2807970"/>
          </a:xfrm>
          <a:prstGeom prst="rect">
            <a:avLst/>
          </a:prstGeom>
          <a:noFill/>
        </p:spPr>
        <p:txBody>
          <a:bodyPr wrap="none" lIns="90170" tIns="46990" rIns="90170" bIns="46990" rtlCol="0" anchor="t">
            <a:normAutofit lnSpcReduction="10000"/>
            <a:scene3d>
              <a:camera prst="obliqueTopRight"/>
              <a:lightRig rig="flat" dir="t"/>
            </a:scene3d>
            <a:sp3d prstMaterial="matte">
              <a:extrusionClr>
                <a:schemeClr val="tx2">
                  <a:lumMod val="90000"/>
                  <a:lumOff val="10000"/>
                </a:schemeClr>
              </a:extrusionClr>
              <a:contourClr>
                <a:schemeClr val="bg1"/>
              </a:contourClr>
            </a:sp3d>
          </a:bodyPr>
          <a:lstStyle/>
          <a:p>
            <a:pPr algn="ctr"/>
            <a:endParaRPr lang="zh-CN" altLang="en-US" sz="18600" b="1">
              <a:ln w="41275" cap="rnd" cmpd="sng">
                <a:solidFill>
                  <a:srgbClr val="F6DE00"/>
                </a:solidFill>
                <a:prstDash val="solid"/>
              </a:ln>
              <a:solidFill>
                <a:srgbClr val="ED6145"/>
              </a:solidFill>
              <a:effectLst>
                <a:reflection blurRad="50800" stA="30000" endA="900" endPos="60000" dist="88900" dir="5400000" sy="-100000" algn="bl" rotWithShape="0"/>
              </a:effectLst>
              <a:latin typeface="微软雅黑" panose="020B0503020204020204" charset="-122"/>
              <a:ea typeface="微软雅黑" panose="020B0503020204020204" charset="-122"/>
            </a:endParaRPr>
          </a:p>
        </p:txBody>
      </p:sp>
      <p:sp>
        <p:nvSpPr>
          <p:cNvPr id="40" name="矩形: 圆角 24"/>
          <p:cNvSpPr/>
          <p:nvPr/>
        </p:nvSpPr>
        <p:spPr>
          <a:xfrm>
            <a:off x="210185" y="961390"/>
            <a:ext cx="3216505" cy="534035"/>
          </a:xfrm>
          <a:prstGeom prst="roundRect">
            <a:avLst>
              <a:gd name="adj" fmla="val 29695"/>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altLang="zh-CN" sz="2800" b="0" dirty="0">
                <a:solidFill>
                  <a:prstClr val="black"/>
                </a:solidFill>
                <a:latin typeface="微软雅黑" panose="020B0503020204020204" charset="-122"/>
                <a:ea typeface="微软雅黑" panose="020B0503020204020204" charset="-122"/>
                <a:cs typeface="微软雅黑" panose="020B0503020204020204" charset="-122"/>
                <a:sym typeface="微软雅黑" panose="020B0503020204020204" charset="-122"/>
              </a:rPr>
              <a:t>1.4</a:t>
            </a:r>
            <a:r>
              <a:rPr lang="zh-CN" altLang="en-US" sz="2800" b="0" dirty="0">
                <a:solidFill>
                  <a:prstClr val="black"/>
                </a:solidFill>
                <a:latin typeface="微软雅黑" panose="020B0503020204020204" charset="-122"/>
                <a:ea typeface="微软雅黑" panose="020B0503020204020204" charset="-122"/>
                <a:cs typeface="微软雅黑" panose="020B0503020204020204" charset="-122"/>
                <a:sym typeface="微软雅黑" panose="020B0503020204020204" charset="-122"/>
              </a:rPr>
              <a:t>研究目标</a:t>
            </a:r>
            <a:endParaRPr lang="zh-CN" altLang="en-US" sz="2800" b="0" dirty="0">
              <a:solidFill>
                <a:prstClr val="black"/>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3" name="文本框 32"/>
          <p:cNvSpPr txBox="1"/>
          <p:nvPr/>
        </p:nvSpPr>
        <p:spPr>
          <a:xfrm>
            <a:off x="9709150" y="298450"/>
            <a:ext cx="124396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产品设计</a:t>
            </a:r>
            <a:endParaRPr lang="zh-CN" altLang="en-US">
              <a:latin typeface="微软雅黑" panose="020B0503020204020204" charset="-122"/>
              <a:ea typeface="微软雅黑" panose="020B0503020204020204" charset="-122"/>
            </a:endParaRPr>
          </a:p>
        </p:txBody>
      </p:sp>
      <p:pic>
        <p:nvPicPr>
          <p:cNvPr id="38" name="图片 37" descr="箭头"/>
          <p:cNvPicPr>
            <a:picLocks noChangeAspect="1"/>
          </p:cNvPicPr>
          <p:nvPr>
            <p:custDataLst>
              <p:tags r:id="rId17"/>
            </p:custDataLst>
          </p:nvPr>
        </p:nvPicPr>
        <p:blipFill>
          <a:blip r:embed="rId18">
            <a:extLst>
              <a:ext uri="{96DAC541-7B7A-43D3-8B79-37D633B846F1}">
                <asvg:svgBlip xmlns:asvg="http://schemas.microsoft.com/office/drawing/2016/SVG/main" r:embed="rId19"/>
              </a:ext>
            </a:extLst>
          </a:blip>
          <a:stretch>
            <a:fillRect/>
          </a:stretch>
        </p:blipFill>
        <p:spPr>
          <a:xfrm flipH="1">
            <a:off x="365760" y="1035685"/>
            <a:ext cx="369570" cy="369570"/>
          </a:xfrm>
          <a:prstGeom prst="rect">
            <a:avLst/>
          </a:prstGeom>
        </p:spPr>
      </p:pic>
      <p:grpSp>
        <p:nvGrpSpPr>
          <p:cNvPr id="28" name="组合 27"/>
          <p:cNvGrpSpPr/>
          <p:nvPr/>
        </p:nvGrpSpPr>
        <p:grpSpPr>
          <a:xfrm>
            <a:off x="-735933" y="313729"/>
            <a:ext cx="7080186" cy="7080172"/>
            <a:chOff x="889016" y="1656409"/>
            <a:chExt cx="4119864" cy="4119856"/>
          </a:xfrm>
        </p:grpSpPr>
        <p:sp>
          <p:nvSpPr>
            <p:cNvPr id="29" name="椭圆 28"/>
            <p:cNvSpPr/>
            <p:nvPr/>
          </p:nvSpPr>
          <p:spPr>
            <a:xfrm>
              <a:off x="958696" y="1726089"/>
              <a:ext cx="3980504" cy="3980496"/>
            </a:xfrm>
            <a:prstGeom prst="ellipse">
              <a:avLst/>
            </a:prstGeom>
            <a:noFill/>
            <a:ln w="1270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ea"/>
                <a:sym typeface="+mn-lt"/>
              </a:endParaRPr>
            </a:p>
          </p:txBody>
        </p:sp>
        <p:sp>
          <p:nvSpPr>
            <p:cNvPr id="30" name="椭圆 29"/>
            <p:cNvSpPr/>
            <p:nvPr/>
          </p:nvSpPr>
          <p:spPr>
            <a:xfrm>
              <a:off x="889016" y="1656409"/>
              <a:ext cx="4119864" cy="4119856"/>
            </a:xfrm>
            <a:prstGeom prst="ellipse">
              <a:avLst/>
            </a:prstGeom>
            <a:noFill/>
            <a:ln w="6350">
              <a:solidFill>
                <a:schemeClr val="accent1">
                  <a:lumMod val="40000"/>
                  <a:lumOff val="6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endParaRPr>
            </a:p>
          </p:txBody>
        </p:sp>
      </p:grpSp>
      <p:sp>
        <p:nvSpPr>
          <p:cNvPr id="20" name="任意多边形: 形状 30"/>
          <p:cNvSpPr>
            <a:spLocks noChangeAspect="1"/>
          </p:cNvSpPr>
          <p:nvPr>
            <p:custDataLst>
              <p:tags r:id="rId20"/>
            </p:custDataLst>
          </p:nvPr>
        </p:nvSpPr>
        <p:spPr>
          <a:xfrm>
            <a:off x="682308" y="2417445"/>
            <a:ext cx="3236400" cy="3236400"/>
          </a:xfrm>
          <a:custGeom>
            <a:avLst/>
            <a:gdLst>
              <a:gd name="connsiteX0" fmla="*/ 1583813 w 3191256"/>
              <a:gd name="connsiteY0" fmla="*/ 492315 h 3191256"/>
              <a:gd name="connsiteX1" fmla="*/ 491213 w 3191256"/>
              <a:gd name="connsiteY1" fmla="*/ 1584915 h 3191256"/>
              <a:gd name="connsiteX2" fmla="*/ 1583813 w 3191256"/>
              <a:gd name="connsiteY2" fmla="*/ 2677515 h 3191256"/>
              <a:gd name="connsiteX3" fmla="*/ 2676413 w 3191256"/>
              <a:gd name="connsiteY3" fmla="*/ 1584915 h 3191256"/>
              <a:gd name="connsiteX4" fmla="*/ 1583813 w 3191256"/>
              <a:gd name="connsiteY4" fmla="*/ 492315 h 3191256"/>
              <a:gd name="connsiteX5" fmla="*/ 1595628 w 3191256"/>
              <a:gd name="connsiteY5" fmla="*/ 0 h 3191256"/>
              <a:gd name="connsiteX6" fmla="*/ 3191256 w 3191256"/>
              <a:gd name="connsiteY6" fmla="*/ 1595628 h 3191256"/>
              <a:gd name="connsiteX7" fmla="*/ 1595628 w 3191256"/>
              <a:gd name="connsiteY7" fmla="*/ 3191256 h 3191256"/>
              <a:gd name="connsiteX8" fmla="*/ 0 w 3191256"/>
              <a:gd name="connsiteY8" fmla="*/ 1595628 h 3191256"/>
              <a:gd name="connsiteX9" fmla="*/ 1595628 w 3191256"/>
              <a:gd name="connsiteY9" fmla="*/ 0 h 3191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91256" h="3191256">
                <a:moveTo>
                  <a:pt x="1583813" y="492315"/>
                </a:moveTo>
                <a:cubicBezTo>
                  <a:pt x="980387" y="492315"/>
                  <a:pt x="491213" y="981489"/>
                  <a:pt x="491213" y="1584915"/>
                </a:cubicBezTo>
                <a:cubicBezTo>
                  <a:pt x="491213" y="2188341"/>
                  <a:pt x="980387" y="2677515"/>
                  <a:pt x="1583813" y="2677515"/>
                </a:cubicBezTo>
                <a:cubicBezTo>
                  <a:pt x="2187239" y="2677515"/>
                  <a:pt x="2676413" y="2188341"/>
                  <a:pt x="2676413" y="1584915"/>
                </a:cubicBezTo>
                <a:cubicBezTo>
                  <a:pt x="2676413" y="981489"/>
                  <a:pt x="2187239" y="492315"/>
                  <a:pt x="1583813" y="492315"/>
                </a:cubicBezTo>
                <a:close/>
                <a:moveTo>
                  <a:pt x="1595628" y="0"/>
                </a:moveTo>
                <a:cubicBezTo>
                  <a:pt x="2476869" y="0"/>
                  <a:pt x="3191256" y="714387"/>
                  <a:pt x="3191256" y="1595628"/>
                </a:cubicBezTo>
                <a:cubicBezTo>
                  <a:pt x="3191256" y="2476869"/>
                  <a:pt x="2476869" y="3191256"/>
                  <a:pt x="1595628" y="3191256"/>
                </a:cubicBezTo>
                <a:cubicBezTo>
                  <a:pt x="714387" y="3191256"/>
                  <a:pt x="0" y="2476869"/>
                  <a:pt x="0" y="1595628"/>
                </a:cubicBezTo>
                <a:cubicBezTo>
                  <a:pt x="0" y="714387"/>
                  <a:pt x="714387" y="0"/>
                  <a:pt x="1595628" y="0"/>
                </a:cubicBezTo>
                <a:close/>
              </a:path>
            </a:pathLst>
          </a:custGeom>
          <a:solidFill>
            <a:schemeClr val="tx1">
              <a:lumMod val="40000"/>
              <a:lumOff val="60000"/>
              <a:alpha val="15000"/>
            </a:schemeClr>
          </a:solidFill>
        </p:spPr>
        <p:txBody>
          <a:bodyPr wrap="square">
            <a:noAutofit/>
          </a:bodyPr>
          <a:p>
            <a:endParaRPr lang="zh-CN" altLang="en-US">
              <a:solidFill>
                <a:schemeClr val="tx1"/>
              </a:solidFill>
              <a:latin typeface="微软雅黑" panose="020B0503020204020204" charset="-122"/>
              <a:ea typeface="微软雅黑" panose="020B0503020204020204" charset="-122"/>
            </a:endParaRPr>
          </a:p>
        </p:txBody>
      </p:sp>
      <p:sp>
        <p:nvSpPr>
          <p:cNvPr id="21" name="任意多边形: 形状 33"/>
          <p:cNvSpPr/>
          <p:nvPr>
            <p:custDataLst>
              <p:tags r:id="rId21"/>
            </p:custDataLst>
          </p:nvPr>
        </p:nvSpPr>
        <p:spPr>
          <a:xfrm>
            <a:off x="2319338" y="4568190"/>
            <a:ext cx="1628002" cy="1357077"/>
          </a:xfrm>
          <a:custGeom>
            <a:avLst/>
            <a:gdLst>
              <a:gd name="connsiteX0" fmla="*/ 925566 w 1628002"/>
              <a:gd name="connsiteY0" fmla="*/ 0 h 1357077"/>
              <a:gd name="connsiteX1" fmla="*/ 1600200 w 1628002"/>
              <a:gd name="connsiteY1" fmla="*/ 387813 h 1357077"/>
              <a:gd name="connsiteX2" fmla="*/ 1618488 w 1628002"/>
              <a:gd name="connsiteY2" fmla="*/ 460965 h 1357077"/>
              <a:gd name="connsiteX3" fmla="*/ 950976 w 1628002"/>
              <a:gd name="connsiteY3" fmla="*/ 1110189 h 1357077"/>
              <a:gd name="connsiteX4" fmla="*/ 54864 w 1628002"/>
              <a:gd name="connsiteY4" fmla="*/ 1357077 h 1357077"/>
              <a:gd name="connsiteX5" fmla="*/ 0 w 1628002"/>
              <a:gd name="connsiteY5" fmla="*/ 1293069 h 1357077"/>
              <a:gd name="connsiteX6" fmla="*/ 0 w 1628002"/>
              <a:gd name="connsiteY6" fmla="*/ 550646 h 1357077"/>
              <a:gd name="connsiteX7" fmla="*/ 88695 w 1628002"/>
              <a:gd name="connsiteY7" fmla="*/ 546167 h 1357077"/>
              <a:gd name="connsiteX8" fmla="*/ 882984 w 1628002"/>
              <a:gd name="connsiteY8" fmla="*/ 70091 h 1357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8002" h="1357077">
                <a:moveTo>
                  <a:pt x="925566" y="0"/>
                </a:moveTo>
                <a:lnTo>
                  <a:pt x="1600200" y="387813"/>
                </a:lnTo>
                <a:cubicBezTo>
                  <a:pt x="1627632" y="406101"/>
                  <a:pt x="1636776" y="433533"/>
                  <a:pt x="1618488" y="460965"/>
                </a:cubicBezTo>
                <a:cubicBezTo>
                  <a:pt x="1453896" y="726141"/>
                  <a:pt x="1225296" y="945597"/>
                  <a:pt x="950976" y="1110189"/>
                </a:cubicBezTo>
                <a:cubicBezTo>
                  <a:pt x="676656" y="1265637"/>
                  <a:pt x="356616" y="1357077"/>
                  <a:pt x="54864" y="1357077"/>
                </a:cubicBezTo>
                <a:cubicBezTo>
                  <a:pt x="27432" y="1357077"/>
                  <a:pt x="0" y="1329645"/>
                  <a:pt x="0" y="1293069"/>
                </a:cubicBezTo>
                <a:lnTo>
                  <a:pt x="0" y="550646"/>
                </a:lnTo>
                <a:lnTo>
                  <a:pt x="88695" y="546167"/>
                </a:lnTo>
                <a:cubicBezTo>
                  <a:pt x="419265" y="512596"/>
                  <a:pt x="706271" y="331661"/>
                  <a:pt x="882984" y="70091"/>
                </a:cubicBezTo>
                <a:close/>
              </a:path>
            </a:pathLst>
          </a:custGeom>
          <a:solidFill>
            <a:schemeClr val="accent1">
              <a:lumMod val="20000"/>
              <a:lumOff val="80000"/>
            </a:schemeClr>
          </a:solidFill>
          <a:ln w="25400">
            <a:solidFill>
              <a:schemeClr val="bg2"/>
            </a:solidFill>
            <a:prstDash val="solid"/>
          </a:ln>
          <a:effectLst/>
        </p:spPr>
        <p:style>
          <a:lnRef idx="2">
            <a:schemeClr val="accent1">
              <a:lumMod val="75000"/>
            </a:schemeClr>
          </a:lnRef>
          <a:fillRef idx="1">
            <a:schemeClr val="accent1"/>
          </a:fillRef>
          <a:effectRef idx="0">
            <a:srgbClr val="FFFFFF"/>
          </a:effectRef>
          <a:fontRef idx="minor">
            <a:schemeClr val="lt1"/>
          </a:fontRef>
        </p:style>
        <p:txBody>
          <a:bodyPr wrap="square">
            <a:noAutofit/>
          </a:bodyPr>
          <a:p>
            <a:endParaRPr lang="zh-CN" altLang="en-US">
              <a:solidFill>
                <a:schemeClr val="lt1"/>
              </a:solidFill>
              <a:latin typeface="微软雅黑" panose="020B0503020204020204" charset="-122"/>
              <a:ea typeface="微软雅黑" panose="020B0503020204020204" charset="-122"/>
            </a:endParaRPr>
          </a:p>
        </p:txBody>
      </p:sp>
      <p:sp>
        <p:nvSpPr>
          <p:cNvPr id="26" name="任意多边形: 形状 32"/>
          <p:cNvSpPr/>
          <p:nvPr>
            <p:custDataLst>
              <p:tags r:id="rId22"/>
            </p:custDataLst>
          </p:nvPr>
        </p:nvSpPr>
        <p:spPr>
          <a:xfrm>
            <a:off x="3234373" y="3044825"/>
            <a:ext cx="1069282" cy="1962654"/>
          </a:xfrm>
          <a:custGeom>
            <a:avLst/>
            <a:gdLst>
              <a:gd name="connsiteX0" fmla="*/ 778817 w 1069282"/>
              <a:gd name="connsiteY0" fmla="*/ 799 h 1962654"/>
              <a:gd name="connsiteX1" fmla="*/ 831538 w 1069282"/>
              <a:gd name="connsiteY1" fmla="*/ 27802 h 1962654"/>
              <a:gd name="connsiteX2" fmla="*/ 1069282 w 1069282"/>
              <a:gd name="connsiteY2" fmla="*/ 978778 h 1962654"/>
              <a:gd name="connsiteX3" fmla="*/ 831538 w 1069282"/>
              <a:gd name="connsiteY3" fmla="*/ 1938898 h 1962654"/>
              <a:gd name="connsiteX4" fmla="*/ 758386 w 1069282"/>
              <a:gd name="connsiteY4" fmla="*/ 1957186 h 1962654"/>
              <a:gd name="connsiteX5" fmla="*/ 0 w 1069282"/>
              <a:gd name="connsiteY5" fmla="*/ 1517667 h 1962654"/>
              <a:gd name="connsiteX6" fmla="*/ 64993 w 1069282"/>
              <a:gd name="connsiteY6" fmla="*/ 1397926 h 1962654"/>
              <a:gd name="connsiteX7" fmla="*/ 150855 w 1069282"/>
              <a:gd name="connsiteY7" fmla="*/ 972637 h 1962654"/>
              <a:gd name="connsiteX8" fmla="*/ 64993 w 1069282"/>
              <a:gd name="connsiteY8" fmla="*/ 547348 h 1962654"/>
              <a:gd name="connsiteX9" fmla="*/ 8847 w 1069282"/>
              <a:gd name="connsiteY9" fmla="*/ 443906 h 1962654"/>
              <a:gd name="connsiteX10" fmla="*/ 758386 w 1069282"/>
              <a:gd name="connsiteY10" fmla="*/ 9514 h 1962654"/>
              <a:gd name="connsiteX11" fmla="*/ 778817 w 1069282"/>
              <a:gd name="connsiteY11" fmla="*/ 799 h 1962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9282" h="1962654">
                <a:moveTo>
                  <a:pt x="778817" y="799"/>
                </a:moveTo>
                <a:cubicBezTo>
                  <a:pt x="798963" y="-3059"/>
                  <a:pt x="817822" y="7228"/>
                  <a:pt x="831538" y="27802"/>
                </a:cubicBezTo>
                <a:cubicBezTo>
                  <a:pt x="986986" y="320410"/>
                  <a:pt x="1069282" y="649594"/>
                  <a:pt x="1069282" y="978778"/>
                </a:cubicBezTo>
                <a:cubicBezTo>
                  <a:pt x="1069282" y="1317106"/>
                  <a:pt x="986986" y="1646290"/>
                  <a:pt x="831538" y="1938898"/>
                </a:cubicBezTo>
                <a:cubicBezTo>
                  <a:pt x="813250" y="1966330"/>
                  <a:pt x="785818" y="1966330"/>
                  <a:pt x="758386" y="1957186"/>
                </a:cubicBezTo>
                <a:lnTo>
                  <a:pt x="0" y="1517667"/>
                </a:lnTo>
                <a:lnTo>
                  <a:pt x="64993" y="1397926"/>
                </a:lnTo>
                <a:cubicBezTo>
                  <a:pt x="120282" y="1267209"/>
                  <a:pt x="150855" y="1123494"/>
                  <a:pt x="150855" y="972637"/>
                </a:cubicBezTo>
                <a:cubicBezTo>
                  <a:pt x="150855" y="821781"/>
                  <a:pt x="120282" y="678065"/>
                  <a:pt x="64993" y="547348"/>
                </a:cubicBezTo>
                <a:lnTo>
                  <a:pt x="8847" y="443906"/>
                </a:lnTo>
                <a:lnTo>
                  <a:pt x="758386" y="9514"/>
                </a:lnTo>
                <a:cubicBezTo>
                  <a:pt x="765244" y="4942"/>
                  <a:pt x="772102" y="2085"/>
                  <a:pt x="778817" y="799"/>
                </a:cubicBezTo>
                <a:close/>
              </a:path>
            </a:pathLst>
          </a:custGeom>
          <a:solidFill>
            <a:srgbClr val="30937B"/>
          </a:solidFill>
          <a:ln w="25400">
            <a:solidFill>
              <a:schemeClr val="bg2"/>
            </a:solidFill>
            <a:prstDash val="solid"/>
          </a:ln>
          <a:effectLst/>
        </p:spPr>
        <p:style>
          <a:lnRef idx="2">
            <a:schemeClr val="accent1">
              <a:lumMod val="75000"/>
            </a:schemeClr>
          </a:lnRef>
          <a:fillRef idx="1">
            <a:schemeClr val="accent1"/>
          </a:fillRef>
          <a:effectRef idx="0">
            <a:srgbClr val="FFFFFF"/>
          </a:effectRef>
          <a:fontRef idx="minor">
            <a:schemeClr val="lt1"/>
          </a:fontRef>
        </p:style>
        <p:txBody>
          <a:bodyPr wrap="square">
            <a:noAutofit/>
          </a:bodyPr>
          <a:p>
            <a:endParaRPr lang="zh-CN" altLang="en-US">
              <a:solidFill>
                <a:schemeClr val="lt1"/>
              </a:solidFill>
              <a:latin typeface="微软雅黑" panose="020B0503020204020204" charset="-122"/>
              <a:ea typeface="微软雅黑" panose="020B0503020204020204" charset="-122"/>
            </a:endParaRPr>
          </a:p>
        </p:txBody>
      </p:sp>
      <p:sp>
        <p:nvSpPr>
          <p:cNvPr id="27" name="任意多边形: 形状 31"/>
          <p:cNvSpPr/>
          <p:nvPr>
            <p:custDataLst>
              <p:tags r:id="rId23"/>
            </p:custDataLst>
          </p:nvPr>
        </p:nvSpPr>
        <p:spPr>
          <a:xfrm>
            <a:off x="2299653" y="1929130"/>
            <a:ext cx="1803510" cy="1555664"/>
          </a:xfrm>
          <a:custGeom>
            <a:avLst/>
            <a:gdLst>
              <a:gd name="connsiteX0" fmla="*/ 56636 w 1803510"/>
              <a:gd name="connsiteY0" fmla="*/ 0 h 1555664"/>
              <a:gd name="connsiteX1" fmla="*/ 1053332 w 1803510"/>
              <a:gd name="connsiteY1" fmla="*/ 283464 h 1555664"/>
              <a:gd name="connsiteX2" fmla="*/ 1793996 w 1803510"/>
              <a:gd name="connsiteY2" fmla="*/ 1005840 h 1555664"/>
              <a:gd name="connsiteX3" fmla="*/ 1775708 w 1803510"/>
              <a:gd name="connsiteY3" fmla="*/ 1078992 h 1555664"/>
              <a:gd name="connsiteX4" fmla="*/ 947101 w 1803510"/>
              <a:gd name="connsiteY4" fmla="*/ 1555664 h 1555664"/>
              <a:gd name="connsiteX5" fmla="*/ 899282 w 1803510"/>
              <a:gd name="connsiteY5" fmla="*/ 1476952 h 1555664"/>
              <a:gd name="connsiteX6" fmla="*/ 104993 w 1803510"/>
              <a:gd name="connsiteY6" fmla="*/ 1000876 h 1555664"/>
              <a:gd name="connsiteX7" fmla="*/ 46060 w 1803510"/>
              <a:gd name="connsiteY7" fmla="*/ 997900 h 1555664"/>
              <a:gd name="connsiteX8" fmla="*/ 1772 w 1803510"/>
              <a:gd name="connsiteY8" fmla="*/ 45720 h 1555664"/>
              <a:gd name="connsiteX9" fmla="*/ 56636 w 1803510"/>
              <a:gd name="connsiteY9" fmla="*/ 0 h 1555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3510" h="1555664">
                <a:moveTo>
                  <a:pt x="56636" y="0"/>
                </a:moveTo>
                <a:cubicBezTo>
                  <a:pt x="404108" y="9144"/>
                  <a:pt x="751580" y="100584"/>
                  <a:pt x="1053332" y="283464"/>
                </a:cubicBezTo>
                <a:cubicBezTo>
                  <a:pt x="1355084" y="457200"/>
                  <a:pt x="1611116" y="704088"/>
                  <a:pt x="1793996" y="1005840"/>
                </a:cubicBezTo>
                <a:cubicBezTo>
                  <a:pt x="1812284" y="1033272"/>
                  <a:pt x="1803140" y="1060704"/>
                  <a:pt x="1775708" y="1078992"/>
                </a:cubicBezTo>
                <a:lnTo>
                  <a:pt x="947101" y="1555664"/>
                </a:lnTo>
                <a:lnTo>
                  <a:pt x="899282" y="1476952"/>
                </a:lnTo>
                <a:cubicBezTo>
                  <a:pt x="722569" y="1215382"/>
                  <a:pt x="435563" y="1034447"/>
                  <a:pt x="104993" y="1000876"/>
                </a:cubicBezTo>
                <a:lnTo>
                  <a:pt x="46060" y="997900"/>
                </a:lnTo>
                <a:lnTo>
                  <a:pt x="1772" y="45720"/>
                </a:lnTo>
                <a:cubicBezTo>
                  <a:pt x="-7372" y="18288"/>
                  <a:pt x="20060" y="0"/>
                  <a:pt x="56636" y="0"/>
                </a:cubicBezTo>
                <a:close/>
              </a:path>
            </a:pathLst>
          </a:custGeom>
          <a:solidFill>
            <a:srgbClr val="588E32"/>
          </a:solidFill>
          <a:ln w="25400">
            <a:solidFill>
              <a:schemeClr val="bg2"/>
            </a:solidFill>
            <a:prstDash val="solid"/>
          </a:ln>
          <a:effectLst/>
        </p:spPr>
        <p:style>
          <a:lnRef idx="2">
            <a:schemeClr val="accent1">
              <a:lumMod val="75000"/>
            </a:schemeClr>
          </a:lnRef>
          <a:fillRef idx="1">
            <a:schemeClr val="accent1"/>
          </a:fillRef>
          <a:effectRef idx="0">
            <a:srgbClr val="FFFFFF"/>
          </a:effectRef>
          <a:fontRef idx="minor">
            <a:schemeClr val="lt1"/>
          </a:fontRef>
        </p:style>
        <p:txBody>
          <a:bodyPr wrap="square">
            <a:noAutofit/>
          </a:bodyPr>
          <a:p>
            <a:endParaRPr lang="zh-CN" altLang="en-US">
              <a:solidFill>
                <a:schemeClr val="lt1"/>
              </a:solidFill>
              <a:latin typeface="微软雅黑" panose="020B0503020204020204" charset="-122"/>
              <a:ea typeface="微软雅黑" panose="020B0503020204020204" charset="-122"/>
            </a:endParaRPr>
          </a:p>
        </p:txBody>
      </p:sp>
      <p:pic>
        <p:nvPicPr>
          <p:cNvPr id="37" name="图片 16" descr="343439383331313b343532303033323bd3a6d3c3b9dcc0ed"/>
          <p:cNvPicPr>
            <a:picLocks noChangeAspect="1"/>
          </p:cNvPicPr>
          <p:nvPr>
            <p:custDataLst>
              <p:tags r:id="rId24"/>
            </p:custDataLst>
          </p:nvPr>
        </p:nvPicPr>
        <p:blipFill>
          <a:blip r:embed="rId25">
            <a:extLst>
              <a:ext uri="{96DAC541-7B7A-43D3-8B79-37D633B846F1}">
                <asvg:svgBlip xmlns:asvg="http://schemas.microsoft.com/office/drawing/2016/SVG/main" r:embed="rId26"/>
              </a:ext>
            </a:extLst>
          </a:blip>
          <a:stretch>
            <a:fillRect/>
          </a:stretch>
        </p:blipFill>
        <p:spPr>
          <a:xfrm>
            <a:off x="2971483" y="2558415"/>
            <a:ext cx="316328" cy="316328"/>
          </a:xfrm>
          <a:prstGeom prst="rect">
            <a:avLst/>
          </a:prstGeom>
        </p:spPr>
      </p:pic>
      <p:pic>
        <p:nvPicPr>
          <p:cNvPr id="39" name="图片 15" descr="343439383331313b343532303033313bd3a6d3c3c9ccb3c7"/>
          <p:cNvPicPr>
            <a:picLocks noChangeAspect="1"/>
          </p:cNvPicPr>
          <p:nvPr>
            <p:custDataLst>
              <p:tags r:id="rId27"/>
            </p:custDataLst>
          </p:nvPr>
        </p:nvPicPr>
        <p:blipFill>
          <a:blip r:embed="rId28">
            <a:extLst>
              <a:ext uri="{96DAC541-7B7A-43D3-8B79-37D633B846F1}">
                <asvg:svgBlip xmlns:asvg="http://schemas.microsoft.com/office/drawing/2016/SVG/main" r:embed="rId29"/>
              </a:ext>
            </a:extLst>
          </a:blip>
          <a:stretch>
            <a:fillRect/>
          </a:stretch>
        </p:blipFill>
        <p:spPr>
          <a:xfrm>
            <a:off x="3671253" y="3860165"/>
            <a:ext cx="316865" cy="316865"/>
          </a:xfrm>
          <a:prstGeom prst="rect">
            <a:avLst/>
          </a:prstGeom>
        </p:spPr>
      </p:pic>
      <p:pic>
        <p:nvPicPr>
          <p:cNvPr id="45" name="图片 19" descr="343435383038363b343532323339393bd6b4d0d0d5aad2aa"/>
          <p:cNvPicPr>
            <a:picLocks noChangeAspect="1"/>
          </p:cNvPicPr>
          <p:nvPr>
            <p:custDataLst>
              <p:tags r:id="rId30"/>
            </p:custDataLst>
          </p:nvPr>
        </p:nvPicPr>
        <p:blipFill>
          <a:blip r:embed="rId31">
            <a:extLst>
              <a:ext uri="{96DAC541-7B7A-43D3-8B79-37D633B846F1}">
                <asvg:svgBlip xmlns:asvg="http://schemas.microsoft.com/office/drawing/2016/SVG/main" r:embed="rId32"/>
              </a:ext>
            </a:extLst>
          </a:blip>
          <a:stretch>
            <a:fillRect/>
          </a:stretch>
        </p:blipFill>
        <p:spPr>
          <a:xfrm>
            <a:off x="2994978" y="5109845"/>
            <a:ext cx="316865" cy="316865"/>
          </a:xfrm>
          <a:prstGeom prst="rect">
            <a:avLst/>
          </a:prstGeom>
        </p:spPr>
      </p:pic>
      <p:sp>
        <p:nvSpPr>
          <p:cNvPr id="5" name="圆角矩形 4"/>
          <p:cNvSpPr/>
          <p:nvPr/>
        </p:nvSpPr>
        <p:spPr>
          <a:xfrm>
            <a:off x="6096635" y="4946650"/>
            <a:ext cx="5177155" cy="615950"/>
          </a:xfrm>
          <a:prstGeom prst="roundRect">
            <a:avLst/>
          </a:prstGeom>
          <a:solidFill>
            <a:srgbClr val="588E32"/>
          </a:solidFill>
          <a:ln w="12700" cap="flat" cmpd="sng" algn="ctr">
            <a:noFill/>
            <a:prstDash val="solid"/>
            <a:miter lim="800000"/>
          </a:ln>
        </p:spPr>
        <p:txBody>
          <a:bodyPr wrap="square" rtlCol="0" anchor="ctr">
            <a:noAutofit/>
          </a:bodyPr>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53" name="矩形 52"/>
          <p:cNvSpPr/>
          <p:nvPr>
            <p:custDataLst>
              <p:tags r:id="rId33"/>
            </p:custDataLst>
          </p:nvPr>
        </p:nvSpPr>
        <p:spPr>
          <a:xfrm>
            <a:off x="6193790" y="4832985"/>
            <a:ext cx="5838190" cy="1537335"/>
          </a:xfrm>
          <a:prstGeom prst="rect">
            <a:avLst/>
          </a:prstGeom>
          <a:noFill/>
        </p:spPr>
        <p:txBody>
          <a:bodyPr wrap="square" lIns="0" tIns="0" rIns="0" bIns="0" rtlCol="0" anchor="t" anchorCtr="0">
            <a:noAutofit/>
          </a:bodyPr>
          <a:p>
            <a:pPr algn="just">
              <a:lnSpc>
                <a:spcPct val="150000"/>
              </a:lnSpc>
              <a:buClrTx/>
              <a:buSzTx/>
              <a:buFontTx/>
            </a:pPr>
            <a:r>
              <a:rPr lang="zh-CN" altLang="en-US" sz="2800" b="1">
                <a:solidFill>
                  <a:schemeClr val="bg1"/>
                </a:solidFill>
                <a:latin typeface="微软雅黑" panose="020B0503020204020204" charset="-122"/>
                <a:ea typeface="微软雅黑" panose="020B0503020204020204" charset="-122"/>
                <a:cs typeface="+mn-ea"/>
              </a:rPr>
              <a:t>提出社商</a:t>
            </a:r>
            <a:r>
              <a:rPr lang="zh-CN" altLang="en-US" sz="2800" b="1">
                <a:solidFill>
                  <a:schemeClr val="bg1"/>
                </a:solidFill>
                <a:latin typeface="微软雅黑" panose="020B0503020204020204" charset="-122"/>
                <a:ea typeface="微软雅黑" panose="020B0503020204020204" charset="-122"/>
                <a:cs typeface="+mn-ea"/>
              </a:rPr>
              <a:t>协同创新方案</a:t>
            </a:r>
            <a:endParaRPr lang="zh-CN" altLang="en-US" sz="2800" b="1">
              <a:solidFill>
                <a:schemeClr val="bg1"/>
              </a:solidFill>
              <a:latin typeface="微软雅黑" panose="020B0503020204020204" charset="-122"/>
              <a:ea typeface="微软雅黑" panose="020B0503020204020204" charset="-122"/>
              <a:cs typeface="+mn-ea"/>
            </a:endParaRPr>
          </a:p>
          <a:p>
            <a:pPr algn="just">
              <a:lnSpc>
                <a:spcPct val="150000"/>
              </a:lnSpc>
              <a:spcBef>
                <a:spcPct val="0"/>
              </a:spcBef>
              <a:spcAft>
                <a:spcPct val="0"/>
              </a:spcAft>
            </a:pPr>
            <a:r>
              <a:rPr lang="zh-CN" altLang="en-US" sz="2000">
                <a:solidFill>
                  <a:schemeClr val="tx1">
                    <a:lumMod val="85000"/>
                    <a:lumOff val="15000"/>
                  </a:schemeClr>
                </a:solidFill>
                <a:latin typeface="微软雅黑" panose="020B0503020204020204" charset="-122"/>
                <a:ea typeface="微软雅黑" panose="020B0503020204020204" charset="-122"/>
                <a:cs typeface="+mn-ea"/>
              </a:rPr>
              <a:t>结合商业医疗保险的优势，探索社商合作视角下的</a:t>
            </a:r>
            <a:endParaRPr lang="zh-CN" altLang="en-US" sz="2000">
              <a:solidFill>
                <a:schemeClr val="tx1">
                  <a:lumMod val="85000"/>
                  <a:lumOff val="15000"/>
                </a:schemeClr>
              </a:solidFill>
              <a:latin typeface="微软雅黑" panose="020B0503020204020204" charset="-122"/>
              <a:ea typeface="微软雅黑" panose="020B0503020204020204" charset="-122"/>
              <a:cs typeface="+mn-ea"/>
            </a:endParaRPr>
          </a:p>
          <a:p>
            <a:pPr algn="just">
              <a:lnSpc>
                <a:spcPct val="150000"/>
              </a:lnSpc>
              <a:spcBef>
                <a:spcPct val="0"/>
              </a:spcBef>
              <a:spcAft>
                <a:spcPct val="0"/>
              </a:spcAft>
            </a:pPr>
            <a:r>
              <a:rPr lang="zh-CN" altLang="en-US" sz="2000">
                <a:solidFill>
                  <a:schemeClr val="tx1">
                    <a:lumMod val="85000"/>
                    <a:lumOff val="15000"/>
                  </a:schemeClr>
                </a:solidFill>
                <a:latin typeface="微软雅黑" panose="020B0503020204020204" charset="-122"/>
                <a:ea typeface="微软雅黑" panose="020B0503020204020204" charset="-122"/>
                <a:cs typeface="+mn-ea"/>
              </a:rPr>
              <a:t>退役军人医保创新机制</a:t>
            </a:r>
            <a:endParaRPr lang="zh-CN" altLang="en-US" sz="2000">
              <a:solidFill>
                <a:schemeClr val="tx1">
                  <a:lumMod val="85000"/>
                  <a:lumOff val="15000"/>
                </a:schemeClr>
              </a:solidFill>
              <a:latin typeface="微软雅黑" panose="020B0503020204020204" charset="-122"/>
              <a:ea typeface="微软雅黑" panose="020B0503020204020204" charset="-122"/>
              <a:cs typeface="+mn-ea"/>
            </a:endParaRPr>
          </a:p>
        </p:txBody>
      </p:sp>
      <p:sp>
        <p:nvSpPr>
          <p:cNvPr id="3" name="圆角矩形 2"/>
          <p:cNvSpPr/>
          <p:nvPr/>
        </p:nvSpPr>
        <p:spPr>
          <a:xfrm>
            <a:off x="6397625" y="3409315"/>
            <a:ext cx="5177155" cy="615950"/>
          </a:xfrm>
          <a:prstGeom prst="roundRect">
            <a:avLst/>
          </a:prstGeom>
          <a:solidFill>
            <a:srgbClr val="588E32"/>
          </a:solidFill>
          <a:ln w="12700" cap="flat" cmpd="sng" algn="ctr">
            <a:noFill/>
            <a:prstDash val="solid"/>
            <a:miter lim="800000"/>
          </a:ln>
        </p:spPr>
        <p:txBody>
          <a:bodyPr wrap="square" rtlCol="0" anchor="ctr">
            <a:noAutofit/>
          </a:bodyPr>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54" name="矩形 53"/>
          <p:cNvSpPr/>
          <p:nvPr>
            <p:custDataLst>
              <p:tags r:id="rId34"/>
            </p:custDataLst>
          </p:nvPr>
        </p:nvSpPr>
        <p:spPr>
          <a:xfrm>
            <a:off x="6507480" y="3311525"/>
            <a:ext cx="5524500" cy="1361440"/>
          </a:xfrm>
          <a:prstGeom prst="rect">
            <a:avLst/>
          </a:prstGeom>
          <a:noFill/>
        </p:spPr>
        <p:txBody>
          <a:bodyPr wrap="square" lIns="0" tIns="0" rIns="0" bIns="0" rtlCol="0" anchor="t" anchorCtr="0">
            <a:noAutofit/>
          </a:bodyPr>
          <a:p>
            <a:pPr algn="just">
              <a:lnSpc>
                <a:spcPct val="150000"/>
              </a:lnSpc>
              <a:buClrTx/>
              <a:buSzTx/>
              <a:buFontTx/>
            </a:pPr>
            <a:r>
              <a:rPr lang="zh-CN" altLang="en-US" sz="2800" b="1">
                <a:solidFill>
                  <a:schemeClr val="bg1"/>
                </a:solidFill>
                <a:latin typeface="微软雅黑" panose="020B0503020204020204" charset="-122"/>
                <a:ea typeface="微软雅黑" panose="020B0503020204020204" charset="-122"/>
                <a:cs typeface="+mn-ea"/>
                <a:sym typeface="+mn-ea"/>
              </a:rPr>
              <a:t>探索退役军人医保体系痛点</a:t>
            </a:r>
            <a:endParaRPr lang="zh-CN" altLang="en-US" sz="2800" b="1">
              <a:solidFill>
                <a:schemeClr val="bg1"/>
              </a:solidFill>
              <a:latin typeface="微软雅黑" panose="020B0503020204020204" charset="-122"/>
              <a:ea typeface="微软雅黑" panose="020B0503020204020204" charset="-122"/>
              <a:cs typeface="+mn-ea"/>
              <a:sym typeface="+mn-ea"/>
            </a:endParaRPr>
          </a:p>
          <a:p>
            <a:pPr algn="just">
              <a:lnSpc>
                <a:spcPct val="150000"/>
              </a:lnSpc>
              <a:spcBef>
                <a:spcPct val="0"/>
              </a:spcBef>
              <a:spcAft>
                <a:spcPct val="0"/>
              </a:spcAft>
            </a:pPr>
            <a:r>
              <a:rPr lang="zh-CN" altLang="en-US" sz="2000">
                <a:solidFill>
                  <a:schemeClr val="tx1">
                    <a:lumMod val="85000"/>
                    <a:lumOff val="15000"/>
                  </a:schemeClr>
                </a:solidFill>
                <a:latin typeface="微软雅黑" panose="020B0503020204020204" charset="-122"/>
                <a:ea typeface="微软雅黑" panose="020B0503020204020204" charset="-122"/>
                <a:cs typeface="+mn-ea"/>
                <a:sym typeface="+mn-ea"/>
              </a:rPr>
              <a:t>深入分析当前退役军人医疗保险体系的不足</a:t>
            </a:r>
            <a:endParaRPr lang="zh-CN" altLang="en-US" sz="1400" dirty="0">
              <a:solidFill>
                <a:schemeClr val="tx1">
                  <a:lumMod val="85000"/>
                  <a:lumOff val="15000"/>
                </a:schemeClr>
              </a:solidFill>
              <a:latin typeface="+mn-ea"/>
              <a:cs typeface="+mn-ea"/>
              <a:sym typeface="+mn-ea"/>
            </a:endParaRPr>
          </a:p>
        </p:txBody>
      </p:sp>
      <p:sp>
        <p:nvSpPr>
          <p:cNvPr id="55" name="任意多边形: 形状 88"/>
          <p:cNvSpPr/>
          <p:nvPr>
            <p:custDataLst>
              <p:tags r:id="rId35"/>
            </p:custDataLst>
          </p:nvPr>
        </p:nvSpPr>
        <p:spPr>
          <a:xfrm>
            <a:off x="4182745" y="2111375"/>
            <a:ext cx="1914525" cy="667385"/>
          </a:xfrm>
          <a:custGeom>
            <a:avLst/>
            <a:gdLst>
              <a:gd name="connsiteX0" fmla="*/ 0 w 1833"/>
              <a:gd name="connsiteY0" fmla="*/ 373 h 373"/>
              <a:gd name="connsiteX1" fmla="*/ 288 w 1833"/>
              <a:gd name="connsiteY1" fmla="*/ 0 h 373"/>
              <a:gd name="connsiteX2" fmla="*/ 1833 w 1833"/>
              <a:gd name="connsiteY2" fmla="*/ 0 h 373"/>
            </a:gdLst>
            <a:ahLst/>
            <a:cxnLst>
              <a:cxn ang="0">
                <a:pos x="connsiteX0" y="connsiteY0"/>
              </a:cxn>
              <a:cxn ang="0">
                <a:pos x="connsiteX1" y="connsiteY1"/>
              </a:cxn>
              <a:cxn ang="0">
                <a:pos x="connsiteX2" y="connsiteY2"/>
              </a:cxn>
            </a:cxnLst>
            <a:rect l="l" t="t" r="r" b="b"/>
            <a:pathLst>
              <a:path w="1833" h="373">
                <a:moveTo>
                  <a:pt x="0" y="373"/>
                </a:moveTo>
                <a:lnTo>
                  <a:pt x="288" y="0"/>
                </a:lnTo>
                <a:lnTo>
                  <a:pt x="1833" y="0"/>
                </a:lnTo>
              </a:path>
            </a:pathLst>
          </a:custGeom>
          <a:noFill/>
          <a:ln>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en-US" altLang="zh-CN">
              <a:solidFill>
                <a:schemeClr val="lt1"/>
              </a:solidFill>
              <a:latin typeface="微软雅黑" panose="020B0503020204020204" charset="-122"/>
              <a:ea typeface="微软雅黑" panose="020B0503020204020204" charset="-122"/>
            </a:endParaRPr>
          </a:p>
        </p:txBody>
      </p:sp>
      <p:cxnSp>
        <p:nvCxnSpPr>
          <p:cNvPr id="56" name="直接连接符 55"/>
          <p:cNvCxnSpPr/>
          <p:nvPr>
            <p:custDataLst>
              <p:tags r:id="rId36"/>
            </p:custDataLst>
          </p:nvPr>
        </p:nvCxnSpPr>
        <p:spPr>
          <a:xfrm flipV="1">
            <a:off x="4303713" y="3988435"/>
            <a:ext cx="2113915" cy="46990"/>
          </a:xfrm>
          <a:prstGeom prst="line">
            <a:avLst/>
          </a:prstGeom>
          <a:noFill/>
          <a:ln>
            <a:solidFill>
              <a:schemeClr val="accent2">
                <a:alpha val="70000"/>
              </a:schemeClr>
            </a:solidFill>
            <a:prstDash val="dash"/>
          </a:ln>
        </p:spPr>
        <p:style>
          <a:lnRef idx="2">
            <a:schemeClr val="accent1">
              <a:shade val="15000"/>
            </a:schemeClr>
          </a:lnRef>
          <a:fillRef idx="1">
            <a:schemeClr val="accent1"/>
          </a:fillRef>
          <a:effectRef idx="0">
            <a:schemeClr val="accent1"/>
          </a:effectRef>
          <a:fontRef idx="minor">
            <a:schemeClr val="lt1"/>
          </a:fontRef>
        </p:style>
      </p:cxnSp>
      <p:sp>
        <p:nvSpPr>
          <p:cNvPr id="57" name="任意多边形: 形状 5"/>
          <p:cNvSpPr/>
          <p:nvPr>
            <p:custDataLst>
              <p:tags r:id="rId37"/>
            </p:custDataLst>
          </p:nvPr>
        </p:nvSpPr>
        <p:spPr>
          <a:xfrm flipV="1">
            <a:off x="3545205" y="5476875"/>
            <a:ext cx="2551430" cy="357505"/>
          </a:xfrm>
          <a:custGeom>
            <a:avLst/>
            <a:gdLst>
              <a:gd name="connsiteX0" fmla="*/ 0 w 1959"/>
              <a:gd name="connsiteY0" fmla="*/ 547 h 547"/>
              <a:gd name="connsiteX1" fmla="*/ 414 w 1959"/>
              <a:gd name="connsiteY1" fmla="*/ 0 h 547"/>
              <a:gd name="connsiteX2" fmla="*/ 1959 w 1959"/>
              <a:gd name="connsiteY2" fmla="*/ 0 h 547"/>
            </a:gdLst>
            <a:ahLst/>
            <a:cxnLst>
              <a:cxn ang="0">
                <a:pos x="connsiteX0" y="connsiteY0"/>
              </a:cxn>
              <a:cxn ang="0">
                <a:pos x="connsiteX1" y="connsiteY1"/>
              </a:cxn>
              <a:cxn ang="0">
                <a:pos x="connsiteX2" y="connsiteY2"/>
              </a:cxn>
            </a:cxnLst>
            <a:rect l="l" t="t" r="r" b="b"/>
            <a:pathLst>
              <a:path w="1959" h="547">
                <a:moveTo>
                  <a:pt x="0" y="547"/>
                </a:moveTo>
                <a:lnTo>
                  <a:pt x="414" y="0"/>
                </a:lnTo>
                <a:lnTo>
                  <a:pt x="1959" y="0"/>
                </a:lnTo>
              </a:path>
            </a:pathLst>
          </a:custGeom>
          <a:noFill/>
          <a:ln>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pic>
        <p:nvPicPr>
          <p:cNvPr id="58" name="图片 57" descr="医疗健康"/>
          <p:cNvPicPr>
            <a:picLocks noChangeAspect="1"/>
          </p:cNvPicPr>
          <p:nvPr>
            <p:custDataLst>
              <p:tags r:id="rId38"/>
            </p:custDataLst>
          </p:nvPr>
        </p:nvPicPr>
        <p:blipFill>
          <a:blip r:embed="rId39"/>
          <a:stretch>
            <a:fillRect/>
          </a:stretch>
        </p:blipFill>
        <p:spPr>
          <a:xfrm>
            <a:off x="1737995" y="3363595"/>
            <a:ext cx="1125220" cy="1309370"/>
          </a:xfrm>
          <a:prstGeom prst="rect">
            <a:avLst/>
          </a:prstGeom>
        </p:spPr>
      </p:pic>
      <p:sp>
        <p:nvSpPr>
          <p:cNvPr id="2" name="圆角矩形 1"/>
          <p:cNvSpPr/>
          <p:nvPr/>
        </p:nvSpPr>
        <p:spPr>
          <a:xfrm>
            <a:off x="6193790" y="1495425"/>
            <a:ext cx="5177155" cy="615950"/>
          </a:xfrm>
          <a:prstGeom prst="roundRect">
            <a:avLst/>
          </a:prstGeom>
          <a:solidFill>
            <a:srgbClr val="588E32"/>
          </a:solidFill>
          <a:ln w="12700" cap="flat" cmpd="sng" algn="ctr">
            <a:noFill/>
            <a:prstDash val="solid"/>
            <a:miter lim="800000"/>
          </a:ln>
        </p:spPr>
        <p:txBody>
          <a:bodyPr wrap="square" rtlCol="0" anchor="ctr">
            <a:noAutofit/>
          </a:bodyPr>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60" name="矩形 59"/>
          <p:cNvSpPr/>
          <p:nvPr>
            <p:custDataLst>
              <p:tags r:id="rId40"/>
            </p:custDataLst>
          </p:nvPr>
        </p:nvSpPr>
        <p:spPr>
          <a:xfrm>
            <a:off x="6329045" y="1410970"/>
            <a:ext cx="5322570" cy="1503045"/>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2800" b="1">
                <a:solidFill>
                  <a:schemeClr val="bg1"/>
                </a:solidFill>
                <a:latin typeface="微软雅黑" panose="020B0503020204020204" charset="-122"/>
                <a:ea typeface="微软雅黑" panose="020B0503020204020204" charset="-122"/>
                <a:cs typeface="+mn-ea"/>
              </a:rPr>
              <a:t>挖掘补贴现状与缺口问题</a:t>
            </a:r>
            <a:endParaRPr lang="zh-CN" altLang="en-US" sz="1400">
              <a:solidFill>
                <a:schemeClr val="bg1"/>
              </a:solidFill>
              <a:latin typeface="微软雅黑" panose="020B0503020204020204" charset="-122"/>
              <a:ea typeface="微软雅黑" panose="020B0503020204020204" charset="-122"/>
              <a:cs typeface="+mn-ea"/>
            </a:endParaRPr>
          </a:p>
          <a:p>
            <a:pPr algn="just">
              <a:lnSpc>
                <a:spcPct val="150000"/>
              </a:lnSpc>
              <a:spcBef>
                <a:spcPct val="0"/>
              </a:spcBef>
              <a:spcAft>
                <a:spcPct val="0"/>
              </a:spcAft>
            </a:pPr>
            <a:r>
              <a:rPr lang="zh-CN" altLang="en-US" sz="2000">
                <a:solidFill>
                  <a:schemeClr val="tx1">
                    <a:lumMod val="85000"/>
                    <a:lumOff val="15000"/>
                  </a:schemeClr>
                </a:solidFill>
                <a:latin typeface="微软雅黑" panose="020B0503020204020204" charset="-122"/>
                <a:ea typeface="微软雅黑" panose="020B0503020204020204" charset="-122"/>
                <a:cs typeface="+mn-ea"/>
              </a:rPr>
              <a:t>关注退役军人在现有医疗保险下的生活现状</a:t>
            </a:r>
            <a:endParaRPr lang="zh-CN" altLang="en-US" sz="2000">
              <a:solidFill>
                <a:schemeClr val="tx1">
                  <a:lumMod val="85000"/>
                  <a:lumOff val="15000"/>
                </a:schemeClr>
              </a:solidFill>
              <a:latin typeface="微软雅黑" panose="020B0503020204020204" charset="-122"/>
              <a:ea typeface="微软雅黑" panose="020B0503020204020204" charset="-122"/>
              <a:cs typeface="+mn-ea"/>
            </a:endParaRPr>
          </a:p>
          <a:p>
            <a:pPr algn="just">
              <a:lnSpc>
                <a:spcPct val="150000"/>
              </a:lnSpc>
              <a:spcBef>
                <a:spcPct val="0"/>
              </a:spcBef>
              <a:spcAft>
                <a:spcPct val="0"/>
              </a:spcAft>
            </a:pPr>
            <a:r>
              <a:rPr lang="zh-CN" altLang="en-US" sz="2000">
                <a:solidFill>
                  <a:schemeClr val="tx1">
                    <a:lumMod val="85000"/>
                    <a:lumOff val="15000"/>
                  </a:schemeClr>
                </a:solidFill>
                <a:latin typeface="微软雅黑" panose="020B0503020204020204" charset="-122"/>
                <a:ea typeface="微软雅黑" panose="020B0503020204020204" charset="-122"/>
                <a:cs typeface="+mn-ea"/>
              </a:rPr>
              <a:t>和缺口问题</a:t>
            </a:r>
            <a:endParaRPr lang="zh-CN" altLang="en-US" sz="2000">
              <a:solidFill>
                <a:schemeClr val="tx1">
                  <a:lumMod val="85000"/>
                  <a:lumOff val="15000"/>
                </a:schemeClr>
              </a:solidFill>
              <a:latin typeface="微软雅黑" panose="020B0503020204020204" charset="-122"/>
              <a:ea typeface="微软雅黑" panose="020B0503020204020204" charset="-122"/>
              <a:cs typeface="+mn-ea"/>
            </a:endParaRPr>
          </a:p>
        </p:txBody>
      </p:sp>
      <p:grpSp>
        <p:nvGrpSpPr>
          <p:cNvPr id="172" name="组合 171"/>
          <p:cNvGrpSpPr/>
          <p:nvPr/>
        </p:nvGrpSpPr>
        <p:grpSpPr>
          <a:xfrm>
            <a:off x="-674446" y="0"/>
            <a:ext cx="13073260" cy="902312"/>
            <a:chOff x="-801446" y="0"/>
            <a:chExt cx="13073260" cy="902312"/>
          </a:xfrm>
        </p:grpSpPr>
        <p:sp>
          <p:nvSpPr>
            <p:cNvPr id="173" name="PA-任意多边形 900"/>
            <p:cNvSpPr/>
            <p:nvPr>
              <p:custDataLst>
                <p:tags r:id="rId41"/>
              </p:custDataLst>
            </p:nvPr>
          </p:nvSpPr>
          <p:spPr>
            <a:xfrm flipV="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91000">
                  <a:schemeClr val="accent2">
                    <a:lumMod val="75000"/>
                  </a:schemeClr>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74" name="PA-任意多边形 46"/>
            <p:cNvSpPr/>
            <p:nvPr>
              <p:custDataLst>
                <p:tags r:id="rId42"/>
              </p:custDataLst>
            </p:nvPr>
          </p:nvSpPr>
          <p:spPr>
            <a:xfrm>
              <a:off x="17585" y="140988"/>
              <a:ext cx="10477775" cy="713837"/>
            </a:xfrm>
            <a:custGeom>
              <a:avLst/>
              <a:gdLst>
                <a:gd name="connsiteX0" fmla="*/ 0 w 10477775"/>
                <a:gd name="connsiteY0" fmla="*/ 0 h 713837"/>
                <a:gd name="connsiteX1" fmla="*/ 9872819 w 10477775"/>
                <a:gd name="connsiteY1" fmla="*/ 0 h 713837"/>
                <a:gd name="connsiteX2" fmla="*/ 10477775 w 10477775"/>
                <a:gd name="connsiteY2" fmla="*/ 713837 h 713837"/>
                <a:gd name="connsiteX3" fmla="*/ 0 w 10477775"/>
                <a:gd name="connsiteY3" fmla="*/ 713837 h 713837"/>
                <a:gd name="connsiteX4" fmla="*/ 0 w 10477775"/>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775" h="713837">
                  <a:moveTo>
                    <a:pt x="0" y="0"/>
                  </a:moveTo>
                  <a:lnTo>
                    <a:pt x="9872819" y="0"/>
                  </a:lnTo>
                  <a:lnTo>
                    <a:pt x="10477775" y="713837"/>
                  </a:lnTo>
                  <a:lnTo>
                    <a:pt x="0" y="713837"/>
                  </a:lnTo>
                  <a:lnTo>
                    <a:pt x="0" y="0"/>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75" name="PA-任意多边形 50"/>
            <p:cNvSpPr/>
            <p:nvPr>
              <p:custDataLst>
                <p:tags r:id="rId43"/>
              </p:custDataLst>
            </p:nvPr>
          </p:nvSpPr>
          <p:spPr>
            <a:xfrm>
              <a:off x="79814" y="136543"/>
              <a:ext cx="12192000" cy="713837"/>
            </a:xfrm>
            <a:custGeom>
              <a:avLst/>
              <a:gdLst>
                <a:gd name="connsiteX0" fmla="*/ 0 w 12192000"/>
                <a:gd name="connsiteY0" fmla="*/ 0 h 713837"/>
                <a:gd name="connsiteX1" fmla="*/ 12192000 w 12192000"/>
                <a:gd name="connsiteY1" fmla="*/ 0 h 713837"/>
                <a:gd name="connsiteX2" fmla="*/ 12192000 w 12192000"/>
                <a:gd name="connsiteY2" fmla="*/ 713837 h 713837"/>
                <a:gd name="connsiteX3" fmla="*/ 0 w 12192000"/>
                <a:gd name="connsiteY3" fmla="*/ 713837 h 713837"/>
              </a:gdLst>
              <a:ahLst/>
              <a:cxnLst>
                <a:cxn ang="0">
                  <a:pos x="connsiteX0" y="connsiteY0"/>
                </a:cxn>
                <a:cxn ang="0">
                  <a:pos x="connsiteX1" y="connsiteY1"/>
                </a:cxn>
                <a:cxn ang="0">
                  <a:pos x="connsiteX2" y="connsiteY2"/>
                </a:cxn>
                <a:cxn ang="0">
                  <a:pos x="connsiteX3" y="connsiteY3"/>
                </a:cxn>
              </a:cxnLst>
              <a:rect l="l" t="t" r="r" b="b"/>
              <a:pathLst>
                <a:path w="12192000" h="713837">
                  <a:moveTo>
                    <a:pt x="0" y="0"/>
                  </a:moveTo>
                  <a:lnTo>
                    <a:pt x="12192000" y="0"/>
                  </a:lnTo>
                  <a:lnTo>
                    <a:pt x="12192000" y="713837"/>
                  </a:lnTo>
                  <a:lnTo>
                    <a:pt x="0" y="713837"/>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mn-cs"/>
              </a:endParaRPr>
            </a:p>
          </p:txBody>
        </p:sp>
        <p:sp>
          <p:nvSpPr>
            <p:cNvPr id="176" name="PA-文本框 24"/>
            <p:cNvSpPr txBox="1"/>
            <p:nvPr>
              <p:custDataLst>
                <p:tags r:id="rId44"/>
              </p:custDataLst>
            </p:nvPr>
          </p:nvSpPr>
          <p:spPr>
            <a:xfrm>
              <a:off x="1600150" y="236296"/>
              <a:ext cx="1620957" cy="523220"/>
            </a:xfrm>
            <a:prstGeom prst="rect">
              <a:avLst/>
            </a:prstGeom>
            <a:noFill/>
          </p:spPr>
          <p:txBody>
            <a:bodyPr wrap="none">
              <a:spAutoFit/>
            </a:bodyPr>
            <a:lstStyle>
              <a:defPPr>
                <a:defRPr lang="zh-CN"/>
              </a:defPPr>
              <a:lvl1pPr>
                <a:defRPr sz="2400" b="1">
                  <a:gradFill>
                    <a:gsLst>
                      <a:gs pos="100000">
                        <a:schemeClr val="accent1">
                          <a:lumMod val="50000"/>
                        </a:schemeClr>
                      </a:gs>
                      <a:gs pos="17000">
                        <a:schemeClr val="accent1">
                          <a:lumMod val="50000"/>
                        </a:schemeClr>
                      </a:gs>
                    </a:gsLst>
                    <a:path path="circle">
                      <a:fillToRect r="100000" b="100000"/>
                    </a:path>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dirty="0">
                  <a:gradFill>
                    <a:gsLst>
                      <a:gs pos="100000">
                        <a:srgbClr val="206252">
                          <a:lumMod val="50000"/>
                        </a:srgbClr>
                      </a:gs>
                      <a:gs pos="17000">
                        <a:srgbClr val="206252">
                          <a:lumMod val="75000"/>
                        </a:srgbClr>
                      </a:gs>
                    </a:gsLst>
                    <a:path path="circle">
                      <a:fillToRect r="100000" b="100000"/>
                    </a:path>
                  </a:gradFill>
                  <a:latin typeface="微软雅黑" panose="020B0503020204020204" charset="-122"/>
                  <a:ea typeface="微软雅黑" panose="020B0503020204020204" charset="-122"/>
                  <a:sym typeface="阿里妈妈数黑体" pitchFamily="2" charset="-122"/>
                </a:rPr>
                <a:t>研究背景</a:t>
              </a:r>
              <a:endParaRPr kumimoji="0" lang="zh-CN" altLang="en-US" sz="2800" b="1" i="0" u="none" strike="noStrike" kern="1200" cap="none" spc="0" normalizeH="0" baseline="0" noProof="0" dirty="0">
                <a:ln>
                  <a:noFill/>
                </a:ln>
                <a:gradFill>
                  <a:gsLst>
                    <a:gs pos="100000">
                      <a:srgbClr val="206252">
                        <a:lumMod val="50000"/>
                      </a:srgbClr>
                    </a:gs>
                    <a:gs pos="17000">
                      <a:srgbClr val="206252">
                        <a:lumMod val="75000"/>
                      </a:srgbClr>
                    </a:gs>
                  </a:gsLst>
                  <a:path path="circle">
                    <a:fillToRect r="100000" b="100000"/>
                  </a:path>
                </a:gradFill>
                <a:effectLst/>
                <a:uLnTx/>
                <a:uFillTx/>
                <a:latin typeface="微软雅黑" panose="020B0503020204020204" charset="-122"/>
                <a:ea typeface="微软雅黑" panose="020B0503020204020204" charset="-122"/>
                <a:cs typeface="+mn-cs"/>
                <a:sym typeface="阿里妈妈数黑体" pitchFamily="2" charset="-122"/>
              </a:endParaRPr>
            </a:p>
          </p:txBody>
        </p:sp>
        <p:sp>
          <p:nvSpPr>
            <p:cNvPr id="177" name="PA-任意多边形 6"/>
            <p:cNvSpPr/>
            <p:nvPr>
              <p:custDataLst>
                <p:tags r:id="rId45"/>
              </p:custDataLst>
            </p:nvPr>
          </p:nvSpPr>
          <p:spPr>
            <a:xfrm>
              <a:off x="-52754" y="850261"/>
              <a:ext cx="12262339" cy="52051"/>
            </a:xfrm>
            <a:custGeom>
              <a:avLst/>
              <a:gdLst>
                <a:gd name="connsiteX0" fmla="*/ 0 w 4366736"/>
                <a:gd name="connsiteY0" fmla="*/ 0 h 64293"/>
                <a:gd name="connsiteX1" fmla="*/ 4366737 w 4366736"/>
                <a:gd name="connsiteY1" fmla="*/ 0 h 64293"/>
                <a:gd name="connsiteX2" fmla="*/ 4366737 w 4366736"/>
                <a:gd name="connsiteY2" fmla="*/ 64294 h 64293"/>
                <a:gd name="connsiteX3" fmla="*/ 0 w 4366736"/>
                <a:gd name="connsiteY3" fmla="*/ 64294 h 64293"/>
              </a:gdLst>
              <a:ahLst/>
              <a:cxnLst>
                <a:cxn ang="0">
                  <a:pos x="connsiteX0" y="connsiteY0"/>
                </a:cxn>
                <a:cxn ang="0">
                  <a:pos x="connsiteX1" y="connsiteY1"/>
                </a:cxn>
                <a:cxn ang="0">
                  <a:pos x="connsiteX2" y="connsiteY2"/>
                </a:cxn>
                <a:cxn ang="0">
                  <a:pos x="connsiteX3" y="connsiteY3"/>
                </a:cxn>
              </a:cxnLst>
              <a:rect l="l" t="t" r="r" b="b"/>
              <a:pathLst>
                <a:path w="4366736" h="64293">
                  <a:moveTo>
                    <a:pt x="0" y="0"/>
                  </a:moveTo>
                  <a:lnTo>
                    <a:pt x="4366737" y="0"/>
                  </a:lnTo>
                  <a:lnTo>
                    <a:pt x="4366737" y="64294"/>
                  </a:lnTo>
                  <a:lnTo>
                    <a:pt x="0" y="64294"/>
                  </a:lnTo>
                  <a:close/>
                </a:path>
              </a:pathLst>
            </a:custGeom>
            <a:gradFill flip="none" rotWithShape="1">
              <a:gsLst>
                <a:gs pos="100000">
                  <a:schemeClr val="accent1"/>
                </a:gs>
                <a:gs pos="12000">
                  <a:schemeClr val="accent1">
                    <a:lumMod val="20000"/>
                    <a:lumOff val="80000"/>
                  </a:schemeClr>
                </a:gs>
              </a:gsLst>
              <a:lin ang="0" scaled="0"/>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78" name="PA-任意多边形 899"/>
            <p:cNvSpPr/>
            <p:nvPr>
              <p:custDataLst>
                <p:tags r:id="rId46"/>
              </p:custDataLst>
            </p:nvPr>
          </p:nvSpPr>
          <p:spPr>
            <a:xfrm flipH="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55000">
                  <a:schemeClr val="accent1"/>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79" name="PA-文本框 26"/>
            <p:cNvSpPr txBox="1"/>
            <p:nvPr>
              <p:custDataLst>
                <p:tags r:id="rId47"/>
              </p:custDataLst>
            </p:nvPr>
          </p:nvSpPr>
          <p:spPr>
            <a:xfrm>
              <a:off x="6507233" y="309946"/>
              <a:ext cx="17830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noProof="0" dirty="0">
                  <a:ln>
                    <a:noFill/>
                  </a:ln>
                  <a:solidFill>
                    <a:srgbClr val="206252">
                      <a:lumMod val="50000"/>
                    </a:srgbClr>
                  </a:solidFill>
                  <a:effectLst/>
                  <a:uLnTx/>
                  <a:uFillTx/>
                  <a:latin typeface="微软雅黑" panose="020B0503020204020204" charset="-122"/>
                  <a:ea typeface="微软雅黑" panose="020B0503020204020204" charset="-122"/>
                  <a:sym typeface="OPPOSans M" panose="00020600040101010101" pitchFamily="18" charset="-122"/>
                </a:rPr>
                <a:t>调查设计与实施</a:t>
              </a:r>
              <a:endParaRPr kumimoji="0" lang="zh-CN" altLang="en-US" sz="180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sp>
          <p:nvSpPr>
            <p:cNvPr id="180" name="PA-文本框 26"/>
            <p:cNvSpPr txBox="1"/>
            <p:nvPr>
              <p:custDataLst>
                <p:tags r:id="rId48"/>
              </p:custDataLst>
            </p:nvPr>
          </p:nvSpPr>
          <p:spPr>
            <a:xfrm>
              <a:off x="8672698" y="313756"/>
              <a:ext cx="3098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cxnSp>
          <p:nvCxnSpPr>
            <p:cNvPr id="181" name="PA-直接连接符 18"/>
            <p:cNvCxnSpPr/>
            <p:nvPr>
              <p:custDataLst>
                <p:tags r:id="rId49"/>
              </p:custDataLst>
            </p:nvPr>
          </p:nvCxnSpPr>
          <p:spPr>
            <a:xfrm flipH="1">
              <a:off x="5253886"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182" name="PA-直接连接符 22"/>
            <p:cNvCxnSpPr/>
            <p:nvPr>
              <p:custDataLst>
                <p:tags r:id="rId50"/>
              </p:custDataLst>
            </p:nvPr>
          </p:nvCxnSpPr>
          <p:spPr>
            <a:xfrm flipH="1">
              <a:off x="6412243"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183" name="PA-文本框 26"/>
            <p:cNvSpPr txBox="1"/>
            <p:nvPr>
              <p:custDataLst>
                <p:tags r:id="rId51"/>
              </p:custDataLst>
            </p:nvPr>
          </p:nvSpPr>
          <p:spPr>
            <a:xfrm>
              <a:off x="5410470" y="313956"/>
              <a:ext cx="10972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a:defRPr/>
              </a:pPr>
              <a:r>
                <a:rPr lang="zh-CN" altLang="en-US" sz="1800" dirty="0">
                  <a:solidFill>
                    <a:srgbClr val="206252">
                      <a:lumMod val="50000"/>
                    </a:srgbClr>
                  </a:solidFill>
                  <a:latin typeface="微软雅黑" panose="020B0503020204020204" charset="-122"/>
                  <a:ea typeface="微软雅黑" panose="020B0503020204020204" charset="-122"/>
                  <a:sym typeface="阿里妈妈数黑体" pitchFamily="2" charset="-122"/>
                </a:rPr>
                <a:t>前期调研</a:t>
              </a:r>
              <a:endParaRPr lang="zh-CN" altLang="en-US" sz="1800" dirty="0">
                <a:solidFill>
                  <a:srgbClr val="206252">
                    <a:lumMod val="50000"/>
                  </a:srgbClr>
                </a:solidFill>
                <a:latin typeface="微软雅黑" panose="020B0503020204020204" charset="-122"/>
                <a:ea typeface="微软雅黑" panose="020B0503020204020204" charset="-122"/>
                <a:sym typeface="阿里妈妈数黑体" pitchFamily="2" charset="-122"/>
              </a:endParaRPr>
            </a:p>
          </p:txBody>
        </p:sp>
        <p:sp>
          <p:nvSpPr>
            <p:cNvPr id="184" name="PA-图形 7"/>
            <p:cNvSpPr/>
            <p:nvPr>
              <p:custDataLst>
                <p:tags r:id="rId52"/>
              </p:custDataLst>
            </p:nvPr>
          </p:nvSpPr>
          <p:spPr>
            <a:xfrm>
              <a:off x="273980" y="148474"/>
              <a:ext cx="555983" cy="416889"/>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0">
                  <a:schemeClr val="bg1"/>
                </a:gs>
                <a:gs pos="87000">
                  <a:schemeClr val="accent1">
                    <a:lumMod val="20000"/>
                    <a:lumOff val="80000"/>
                  </a:schemeClr>
                </a:gs>
              </a:gsLst>
              <a:lin ang="2700000" scaled="0"/>
            </a:gradFill>
            <a:ln w="36909" cap="flat">
              <a:noFill/>
              <a:prstDash val="solid"/>
              <a:miter/>
            </a:ln>
            <a:effectLst>
              <a:outerShdw blurRad="50800" dist="38100" dir="5400000" algn="t" rotWithShape="0">
                <a:schemeClr val="accent1">
                  <a:alpha val="30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cxnSp>
        <p:nvCxnSpPr>
          <p:cNvPr id="186" name="PA-直接连接符 23"/>
          <p:cNvCxnSpPr/>
          <p:nvPr>
            <p:custDataLst>
              <p:tags r:id="rId53"/>
            </p:custDataLst>
          </p:nvPr>
        </p:nvCxnSpPr>
        <p:spPr>
          <a:xfrm flipH="1">
            <a:off x="8337045" y="3675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187" name="PA-直接连接符 23"/>
          <p:cNvCxnSpPr/>
          <p:nvPr>
            <p:custDataLst>
              <p:tags r:id="rId54"/>
            </p:custDataLst>
          </p:nvPr>
        </p:nvCxnSpPr>
        <p:spPr>
          <a:xfrm flipH="1">
            <a:off x="9622285" y="33582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188" name="文本框 187"/>
          <p:cNvSpPr txBox="1"/>
          <p:nvPr/>
        </p:nvSpPr>
        <p:spPr>
          <a:xfrm>
            <a:off x="9886315" y="307340"/>
            <a:ext cx="136969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结论与建议</a:t>
            </a:r>
            <a:endParaRPr lang="zh-CN" altLang="en-US">
              <a:latin typeface="微软雅黑" panose="020B0503020204020204" charset="-122"/>
              <a:ea typeface="微软雅黑" panose="020B0503020204020204" charset="-122"/>
            </a:endParaRPr>
          </a:p>
        </p:txBody>
      </p:sp>
      <p:sp>
        <p:nvSpPr>
          <p:cNvPr id="189" name="文本框 188"/>
          <p:cNvSpPr txBox="1"/>
          <p:nvPr/>
        </p:nvSpPr>
        <p:spPr>
          <a:xfrm>
            <a:off x="8540750" y="311150"/>
            <a:ext cx="121221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产品设计</a:t>
            </a:r>
            <a:endParaRPr lang="zh-CN" altLang="en-US">
              <a:latin typeface="微软雅黑" panose="020B0503020204020204" charset="-122"/>
              <a:ea typeface="微软雅黑" panose="020B0503020204020204" charset="-122"/>
            </a:endParaRPr>
          </a:p>
        </p:txBody>
      </p:sp>
      <p:sp>
        <p:nvSpPr>
          <p:cNvPr id="185" name="矩形 184"/>
          <p:cNvSpPr/>
          <p:nvPr/>
        </p:nvSpPr>
        <p:spPr>
          <a:xfrm>
            <a:off x="3756660" y="298450"/>
            <a:ext cx="2100580" cy="522605"/>
          </a:xfrm>
          <a:prstGeom prst="rect">
            <a:avLst/>
          </a:prstGeom>
          <a:noFill/>
          <a:ln>
            <a:noFill/>
          </a:ln>
        </p:spPr>
        <p:txBody>
          <a:bodyPr wrap="square" rtlCol="0" anchor="t">
            <a:noAutofit/>
          </a:bodyPr>
          <a:lstStyle/>
          <a:p>
            <a:pPr algn="ctr">
              <a:defRPr/>
            </a:pPr>
            <a:r>
              <a:rPr lang="zh-CN" altLang="en-US" b="1" dirty="0">
                <a:solidFill>
                  <a:srgbClr val="33692B"/>
                </a:solidFill>
                <a:latin typeface="微软雅黑" panose="020B0503020204020204" charset="-122"/>
                <a:ea typeface="微软雅黑" panose="020B0503020204020204" charset="-122"/>
              </a:rPr>
              <a:t>研究背景</a:t>
            </a:r>
            <a:endParaRPr lang="zh-CN" altLang="en-US" b="1" dirty="0">
              <a:solidFill>
                <a:srgbClr val="33692B"/>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菱形 232"/>
          <p:cNvSpPr/>
          <p:nvPr/>
        </p:nvSpPr>
        <p:spPr>
          <a:xfrm>
            <a:off x="1118870" y="1895475"/>
            <a:ext cx="1821180" cy="1913890"/>
          </a:xfrm>
          <a:prstGeom prst="diamond">
            <a:avLst/>
          </a:prstGeom>
          <a:solidFill>
            <a:schemeClr val="accent3">
              <a:lumMod val="20000"/>
              <a:lumOff val="80000"/>
              <a:alpha val="59000"/>
            </a:schemeClr>
          </a:solidFill>
          <a:ln w="12700" cap="flat" cmpd="sng" algn="ctr">
            <a:noFill/>
            <a:prstDash val="solid"/>
            <a:miter lim="800000"/>
          </a:ln>
        </p:spPr>
        <p:txBody>
          <a:bodyPr wrap="square" rtlCol="0" anchor="ctr">
            <a:noAutofit/>
          </a:bodyPr>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Normal" panose="020B0400000000000000" charset="-122"/>
              <a:ea typeface="思源黑体 CN Normal" panose="020B0400000000000000" charset="-122"/>
              <a:cs typeface="+mn-cs"/>
            </a:endParaRPr>
          </a:p>
        </p:txBody>
      </p:sp>
      <p:pic>
        <p:nvPicPr>
          <p:cNvPr id="61" name="图片 60"/>
          <p:cNvPicPr>
            <a:picLocks noChangeAspect="1"/>
          </p:cNvPicPr>
          <p:nvPr/>
        </p:nvPicPr>
        <p:blipFill>
          <a:blip r:embed="rId1"/>
          <a:srcRect l="1166" t="25263"/>
          <a:stretch>
            <a:fillRect/>
          </a:stretch>
        </p:blipFill>
        <p:spPr>
          <a:xfrm>
            <a:off x="1" y="1"/>
            <a:ext cx="12174415" cy="5125479"/>
          </a:xfrm>
          <a:custGeom>
            <a:avLst/>
            <a:gdLst>
              <a:gd name="connsiteX0" fmla="*/ 0 w 12174415"/>
              <a:gd name="connsiteY0" fmla="*/ 0 h 5125479"/>
              <a:gd name="connsiteX1" fmla="*/ 12174415 w 12174415"/>
              <a:gd name="connsiteY1" fmla="*/ 0 h 5125479"/>
              <a:gd name="connsiteX2" fmla="*/ 12174415 w 12174415"/>
              <a:gd name="connsiteY2" fmla="*/ 5125479 h 5125479"/>
              <a:gd name="connsiteX3" fmla="*/ 0 w 12174415"/>
              <a:gd name="connsiteY3" fmla="*/ 5125479 h 5125479"/>
            </a:gdLst>
            <a:ahLst/>
            <a:cxnLst>
              <a:cxn ang="0">
                <a:pos x="connsiteX0" y="connsiteY0"/>
              </a:cxn>
              <a:cxn ang="0">
                <a:pos x="connsiteX1" y="connsiteY1"/>
              </a:cxn>
              <a:cxn ang="0">
                <a:pos x="connsiteX2" y="connsiteY2"/>
              </a:cxn>
              <a:cxn ang="0">
                <a:pos x="connsiteX3" y="connsiteY3"/>
              </a:cxn>
            </a:cxnLst>
            <a:rect l="l" t="t" r="r" b="b"/>
            <a:pathLst>
              <a:path w="12174415" h="5125479">
                <a:moveTo>
                  <a:pt x="0" y="0"/>
                </a:moveTo>
                <a:lnTo>
                  <a:pt x="12174415" y="0"/>
                </a:lnTo>
                <a:lnTo>
                  <a:pt x="12174415" y="5125479"/>
                </a:lnTo>
                <a:lnTo>
                  <a:pt x="0" y="5125479"/>
                </a:lnTo>
                <a:close/>
              </a:path>
            </a:pathLst>
          </a:custGeom>
        </p:spPr>
      </p:pic>
      <p:grpSp>
        <p:nvGrpSpPr>
          <p:cNvPr id="4" name="组合 3"/>
          <p:cNvGrpSpPr/>
          <p:nvPr/>
        </p:nvGrpSpPr>
        <p:grpSpPr>
          <a:xfrm>
            <a:off x="-801446" y="0"/>
            <a:ext cx="13073260" cy="902312"/>
            <a:chOff x="-801446" y="0"/>
            <a:chExt cx="13073260" cy="902312"/>
          </a:xfrm>
        </p:grpSpPr>
        <p:sp>
          <p:nvSpPr>
            <p:cNvPr id="13" name="PA-任意多边形 900"/>
            <p:cNvSpPr/>
            <p:nvPr>
              <p:custDataLst>
                <p:tags r:id="rId2"/>
              </p:custDataLst>
            </p:nvPr>
          </p:nvSpPr>
          <p:spPr>
            <a:xfrm flipV="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91000">
                  <a:schemeClr val="accent2">
                    <a:lumMod val="75000"/>
                  </a:schemeClr>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Montserrat"/>
                <a:ea typeface="微软雅黑" panose="020B0503020204020204" charset="-122"/>
                <a:cs typeface="+mn-cs"/>
              </a:endParaRPr>
            </a:p>
          </p:txBody>
        </p:sp>
        <p:sp>
          <p:nvSpPr>
            <p:cNvPr id="16" name="PA-任意多边形 46"/>
            <p:cNvSpPr/>
            <p:nvPr>
              <p:custDataLst>
                <p:tags r:id="rId3"/>
              </p:custDataLst>
            </p:nvPr>
          </p:nvSpPr>
          <p:spPr>
            <a:xfrm>
              <a:off x="17585" y="140988"/>
              <a:ext cx="10477775" cy="713837"/>
            </a:xfrm>
            <a:custGeom>
              <a:avLst/>
              <a:gdLst>
                <a:gd name="connsiteX0" fmla="*/ 0 w 10477775"/>
                <a:gd name="connsiteY0" fmla="*/ 0 h 713837"/>
                <a:gd name="connsiteX1" fmla="*/ 9872819 w 10477775"/>
                <a:gd name="connsiteY1" fmla="*/ 0 h 713837"/>
                <a:gd name="connsiteX2" fmla="*/ 10477775 w 10477775"/>
                <a:gd name="connsiteY2" fmla="*/ 713837 h 713837"/>
                <a:gd name="connsiteX3" fmla="*/ 0 w 10477775"/>
                <a:gd name="connsiteY3" fmla="*/ 713837 h 713837"/>
                <a:gd name="connsiteX4" fmla="*/ 0 w 10477775"/>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775" h="713837">
                  <a:moveTo>
                    <a:pt x="0" y="0"/>
                  </a:moveTo>
                  <a:lnTo>
                    <a:pt x="9872819" y="0"/>
                  </a:lnTo>
                  <a:lnTo>
                    <a:pt x="10477775" y="713837"/>
                  </a:lnTo>
                  <a:lnTo>
                    <a:pt x="0" y="713837"/>
                  </a:lnTo>
                  <a:lnTo>
                    <a:pt x="0" y="0"/>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Roboto"/>
                <a:ea typeface="微软雅黑" panose="020B0503020204020204" charset="-122"/>
                <a:cs typeface="+mn-cs"/>
              </a:endParaRPr>
            </a:p>
          </p:txBody>
        </p:sp>
        <p:sp>
          <p:nvSpPr>
            <p:cNvPr id="17" name="PA-任意多边形 50"/>
            <p:cNvSpPr/>
            <p:nvPr>
              <p:custDataLst>
                <p:tags r:id="rId4"/>
              </p:custDataLst>
            </p:nvPr>
          </p:nvSpPr>
          <p:spPr>
            <a:xfrm>
              <a:off x="79814" y="136543"/>
              <a:ext cx="12192000" cy="713837"/>
            </a:xfrm>
            <a:custGeom>
              <a:avLst/>
              <a:gdLst>
                <a:gd name="connsiteX0" fmla="*/ 0 w 12192000"/>
                <a:gd name="connsiteY0" fmla="*/ 0 h 713837"/>
                <a:gd name="connsiteX1" fmla="*/ 12192000 w 12192000"/>
                <a:gd name="connsiteY1" fmla="*/ 0 h 713837"/>
                <a:gd name="connsiteX2" fmla="*/ 12192000 w 12192000"/>
                <a:gd name="connsiteY2" fmla="*/ 713837 h 713837"/>
                <a:gd name="connsiteX3" fmla="*/ 0 w 12192000"/>
                <a:gd name="connsiteY3" fmla="*/ 713837 h 713837"/>
              </a:gdLst>
              <a:ahLst/>
              <a:cxnLst>
                <a:cxn ang="0">
                  <a:pos x="connsiteX0" y="connsiteY0"/>
                </a:cxn>
                <a:cxn ang="0">
                  <a:pos x="connsiteX1" y="connsiteY1"/>
                </a:cxn>
                <a:cxn ang="0">
                  <a:pos x="connsiteX2" y="connsiteY2"/>
                </a:cxn>
                <a:cxn ang="0">
                  <a:pos x="connsiteX3" y="connsiteY3"/>
                </a:cxn>
              </a:cxnLst>
              <a:rect l="l" t="t" r="r" b="b"/>
              <a:pathLst>
                <a:path w="12192000" h="713837">
                  <a:moveTo>
                    <a:pt x="0" y="0"/>
                  </a:moveTo>
                  <a:lnTo>
                    <a:pt x="12192000" y="0"/>
                  </a:lnTo>
                  <a:lnTo>
                    <a:pt x="12192000" y="713837"/>
                  </a:lnTo>
                  <a:lnTo>
                    <a:pt x="0" y="713837"/>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Roboto"/>
                <a:ea typeface="微软雅黑" panose="020B0503020204020204" charset="-122"/>
                <a:cs typeface="+mn-cs"/>
              </a:endParaRPr>
            </a:p>
          </p:txBody>
        </p:sp>
        <p:sp>
          <p:nvSpPr>
            <p:cNvPr id="22" name="PA-文本框 24"/>
            <p:cNvSpPr txBox="1"/>
            <p:nvPr>
              <p:custDataLst>
                <p:tags r:id="rId5"/>
              </p:custDataLst>
            </p:nvPr>
          </p:nvSpPr>
          <p:spPr>
            <a:xfrm>
              <a:off x="1600150" y="236296"/>
              <a:ext cx="1620957" cy="523220"/>
            </a:xfrm>
            <a:prstGeom prst="rect">
              <a:avLst/>
            </a:prstGeom>
            <a:noFill/>
          </p:spPr>
          <p:txBody>
            <a:bodyPr wrap="none">
              <a:spAutoFit/>
            </a:bodyPr>
            <a:lstStyle>
              <a:defPPr>
                <a:defRPr lang="zh-CN"/>
              </a:defPPr>
              <a:lvl1pPr>
                <a:defRPr sz="2400" b="1">
                  <a:gradFill>
                    <a:gsLst>
                      <a:gs pos="100000">
                        <a:schemeClr val="accent1">
                          <a:lumMod val="50000"/>
                        </a:schemeClr>
                      </a:gs>
                      <a:gs pos="17000">
                        <a:schemeClr val="accent1">
                          <a:lumMod val="50000"/>
                        </a:schemeClr>
                      </a:gs>
                    </a:gsLst>
                    <a:path path="circle">
                      <a:fillToRect r="100000" b="100000"/>
                    </a:path>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dirty="0">
                  <a:gradFill>
                    <a:gsLst>
                      <a:gs pos="100000">
                        <a:srgbClr val="206252">
                          <a:lumMod val="50000"/>
                        </a:srgbClr>
                      </a:gs>
                      <a:gs pos="17000">
                        <a:srgbClr val="206252">
                          <a:lumMod val="75000"/>
                        </a:srgbClr>
                      </a:gs>
                    </a:gsLst>
                    <a:path path="circle">
                      <a:fillToRect r="100000" b="100000"/>
                    </a:path>
                  </a:gradFill>
                  <a:latin typeface="微软雅黑" panose="020B0503020204020204" charset="-122"/>
                  <a:ea typeface="微软雅黑" panose="020B0503020204020204" charset="-122"/>
                  <a:sym typeface="阿里妈妈数黑体" pitchFamily="2" charset="-122"/>
                </a:rPr>
                <a:t>研究背景</a:t>
              </a:r>
              <a:endParaRPr kumimoji="0" lang="zh-CN" altLang="en-US" sz="2800" b="1" i="0" u="none" strike="noStrike" kern="1200" cap="none" spc="0" normalizeH="0" baseline="0" noProof="0" dirty="0">
                <a:ln>
                  <a:noFill/>
                </a:ln>
                <a:gradFill>
                  <a:gsLst>
                    <a:gs pos="100000">
                      <a:srgbClr val="206252">
                        <a:lumMod val="50000"/>
                      </a:srgbClr>
                    </a:gs>
                    <a:gs pos="17000">
                      <a:srgbClr val="206252">
                        <a:lumMod val="75000"/>
                      </a:srgbClr>
                    </a:gs>
                  </a:gsLst>
                  <a:path path="circle">
                    <a:fillToRect r="100000" b="100000"/>
                  </a:path>
                </a:gradFill>
                <a:effectLst/>
                <a:uLnTx/>
                <a:uFillTx/>
                <a:latin typeface="微软雅黑" panose="020B0503020204020204" charset="-122"/>
                <a:ea typeface="微软雅黑" panose="020B0503020204020204" charset="-122"/>
                <a:cs typeface="+mn-cs"/>
                <a:sym typeface="阿里妈妈数黑体" pitchFamily="2" charset="-122"/>
              </a:endParaRPr>
            </a:p>
          </p:txBody>
        </p:sp>
        <p:sp>
          <p:nvSpPr>
            <p:cNvPr id="23" name="PA-任意多边形 6"/>
            <p:cNvSpPr/>
            <p:nvPr>
              <p:custDataLst>
                <p:tags r:id="rId6"/>
              </p:custDataLst>
            </p:nvPr>
          </p:nvSpPr>
          <p:spPr>
            <a:xfrm>
              <a:off x="-52754" y="850261"/>
              <a:ext cx="12262339" cy="52051"/>
            </a:xfrm>
            <a:custGeom>
              <a:avLst/>
              <a:gdLst>
                <a:gd name="connsiteX0" fmla="*/ 0 w 4366736"/>
                <a:gd name="connsiteY0" fmla="*/ 0 h 64293"/>
                <a:gd name="connsiteX1" fmla="*/ 4366737 w 4366736"/>
                <a:gd name="connsiteY1" fmla="*/ 0 h 64293"/>
                <a:gd name="connsiteX2" fmla="*/ 4366737 w 4366736"/>
                <a:gd name="connsiteY2" fmla="*/ 64294 h 64293"/>
                <a:gd name="connsiteX3" fmla="*/ 0 w 4366736"/>
                <a:gd name="connsiteY3" fmla="*/ 64294 h 64293"/>
              </a:gdLst>
              <a:ahLst/>
              <a:cxnLst>
                <a:cxn ang="0">
                  <a:pos x="connsiteX0" y="connsiteY0"/>
                </a:cxn>
                <a:cxn ang="0">
                  <a:pos x="connsiteX1" y="connsiteY1"/>
                </a:cxn>
                <a:cxn ang="0">
                  <a:pos x="connsiteX2" y="connsiteY2"/>
                </a:cxn>
                <a:cxn ang="0">
                  <a:pos x="connsiteX3" y="connsiteY3"/>
                </a:cxn>
              </a:cxnLst>
              <a:rect l="l" t="t" r="r" b="b"/>
              <a:pathLst>
                <a:path w="4366736" h="64293">
                  <a:moveTo>
                    <a:pt x="0" y="0"/>
                  </a:moveTo>
                  <a:lnTo>
                    <a:pt x="4366737" y="0"/>
                  </a:lnTo>
                  <a:lnTo>
                    <a:pt x="4366737" y="64294"/>
                  </a:lnTo>
                  <a:lnTo>
                    <a:pt x="0" y="64294"/>
                  </a:lnTo>
                  <a:close/>
                </a:path>
              </a:pathLst>
            </a:custGeom>
            <a:gradFill flip="none" rotWithShape="1">
              <a:gsLst>
                <a:gs pos="100000">
                  <a:schemeClr val="accent1"/>
                </a:gs>
                <a:gs pos="12000">
                  <a:schemeClr val="accent1">
                    <a:lumMod val="20000"/>
                    <a:lumOff val="80000"/>
                  </a:schemeClr>
                </a:gs>
              </a:gsLst>
              <a:lin ang="0" scaled="0"/>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24" name="PA-任意多边形 899"/>
            <p:cNvSpPr/>
            <p:nvPr>
              <p:custDataLst>
                <p:tags r:id="rId7"/>
              </p:custDataLst>
            </p:nvPr>
          </p:nvSpPr>
          <p:spPr>
            <a:xfrm flipH="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55000">
                  <a:schemeClr val="accent1"/>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Montserrat"/>
                <a:ea typeface="微软雅黑" panose="020B0503020204020204" charset="-122"/>
                <a:cs typeface="+mn-cs"/>
              </a:endParaRPr>
            </a:p>
          </p:txBody>
        </p:sp>
        <p:sp>
          <p:nvSpPr>
            <p:cNvPr id="25" name="PA-文本框 26"/>
            <p:cNvSpPr txBox="1"/>
            <p:nvPr>
              <p:custDataLst>
                <p:tags r:id="rId8"/>
              </p:custDataLst>
            </p:nvPr>
          </p:nvSpPr>
          <p:spPr>
            <a:xfrm>
              <a:off x="6507233" y="328996"/>
              <a:ext cx="17830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noProof="0" dirty="0">
                  <a:ln>
                    <a:noFill/>
                  </a:ln>
                  <a:solidFill>
                    <a:srgbClr val="206252">
                      <a:lumMod val="50000"/>
                    </a:srgbClr>
                  </a:solidFill>
                  <a:effectLst/>
                  <a:uLnTx/>
                  <a:uFillTx/>
                  <a:latin typeface="宋体" panose="02010600030101010101" pitchFamily="2" charset="-122"/>
                  <a:ea typeface="宋体" panose="02010600030101010101" pitchFamily="2" charset="-122"/>
                  <a:sym typeface="OPPOSans M" panose="00020600040101010101" pitchFamily="18" charset="-122"/>
                </a:rPr>
                <a:t>调查设计与实施</a:t>
              </a:r>
              <a:endParaRPr kumimoji="0" lang="zh-CN" altLang="en-US" sz="180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OPPOSans M" panose="00020600040101010101" pitchFamily="18" charset="-122"/>
              </a:endParaRPr>
            </a:p>
          </p:txBody>
        </p:sp>
        <p:sp>
          <p:nvSpPr>
            <p:cNvPr id="34" name="PA-文本框 26"/>
            <p:cNvSpPr txBox="1"/>
            <p:nvPr>
              <p:custDataLst>
                <p:tags r:id="rId9"/>
              </p:custDataLst>
            </p:nvPr>
          </p:nvSpPr>
          <p:spPr>
            <a:xfrm>
              <a:off x="8672698" y="313756"/>
              <a:ext cx="3098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206252">
                    <a:lumMod val="50000"/>
                  </a:srgbClr>
                </a:solidFill>
                <a:effectLst/>
                <a:uLnTx/>
                <a:uFillTx/>
                <a:latin typeface="宋体" panose="02010600030101010101" pitchFamily="2" charset="-122"/>
                <a:ea typeface="宋体" panose="02010600030101010101" pitchFamily="2" charset="-122"/>
                <a:cs typeface="+mn-cs"/>
                <a:sym typeface="OPPOSans M" panose="00020600040101010101" pitchFamily="18" charset="-122"/>
              </a:endParaRPr>
            </a:p>
          </p:txBody>
        </p:sp>
        <p:cxnSp>
          <p:nvCxnSpPr>
            <p:cNvPr id="41" name="PA-直接连接符 18"/>
            <p:cNvCxnSpPr/>
            <p:nvPr>
              <p:custDataLst>
                <p:tags r:id="rId10"/>
              </p:custDataLst>
            </p:nvPr>
          </p:nvCxnSpPr>
          <p:spPr>
            <a:xfrm flipH="1">
              <a:off x="5253886"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42" name="PA-直接连接符 22"/>
            <p:cNvCxnSpPr/>
            <p:nvPr>
              <p:custDataLst>
                <p:tags r:id="rId11"/>
              </p:custDataLst>
            </p:nvPr>
          </p:nvCxnSpPr>
          <p:spPr>
            <a:xfrm flipH="1">
              <a:off x="6412243"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43" name="PA-直接连接符 23"/>
            <p:cNvCxnSpPr/>
            <p:nvPr>
              <p:custDataLst>
                <p:tags r:id="rId12"/>
              </p:custDataLst>
            </p:nvPr>
          </p:nvCxnSpPr>
          <p:spPr>
            <a:xfrm flipH="1">
              <a:off x="8264655" y="37265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44" name="PA-文本框 26"/>
            <p:cNvSpPr txBox="1"/>
            <p:nvPr>
              <p:custDataLst>
                <p:tags r:id="rId13"/>
              </p:custDataLst>
            </p:nvPr>
          </p:nvSpPr>
          <p:spPr>
            <a:xfrm>
              <a:off x="5410470" y="313956"/>
              <a:ext cx="10972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a:defRPr/>
              </a:pPr>
              <a:r>
                <a:rPr lang="zh-CN" altLang="en-US" sz="1800" dirty="0">
                  <a:solidFill>
                    <a:srgbClr val="206252">
                      <a:lumMod val="50000"/>
                    </a:srgbClr>
                  </a:solidFill>
                  <a:latin typeface="宋体" panose="02010600030101010101" pitchFamily="2" charset="-122"/>
                  <a:ea typeface="宋体" panose="02010600030101010101" pitchFamily="2" charset="-122"/>
                  <a:sym typeface="阿里妈妈数黑体" pitchFamily="2" charset="-122"/>
                </a:rPr>
                <a:t>前期调研</a:t>
              </a:r>
              <a:endParaRPr lang="zh-CN" altLang="en-US" sz="1800" dirty="0">
                <a:solidFill>
                  <a:srgbClr val="206252">
                    <a:lumMod val="50000"/>
                  </a:srgbClr>
                </a:solidFill>
                <a:latin typeface="宋体" panose="02010600030101010101" pitchFamily="2" charset="-122"/>
                <a:ea typeface="宋体" panose="02010600030101010101" pitchFamily="2" charset="-122"/>
                <a:sym typeface="阿里妈妈数黑体" pitchFamily="2" charset="-122"/>
              </a:endParaRPr>
            </a:p>
          </p:txBody>
        </p:sp>
        <p:sp>
          <p:nvSpPr>
            <p:cNvPr id="46" name="PA-图形 7"/>
            <p:cNvSpPr/>
            <p:nvPr>
              <p:custDataLst>
                <p:tags r:id="rId14"/>
              </p:custDataLst>
            </p:nvPr>
          </p:nvSpPr>
          <p:spPr>
            <a:xfrm>
              <a:off x="273980" y="148474"/>
              <a:ext cx="555983" cy="416889"/>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0">
                  <a:schemeClr val="bg1"/>
                </a:gs>
                <a:gs pos="87000">
                  <a:schemeClr val="accent1">
                    <a:lumMod val="20000"/>
                    <a:lumOff val="80000"/>
                  </a:schemeClr>
                </a:gs>
              </a:gsLst>
              <a:lin ang="2700000" scaled="0"/>
            </a:gradFill>
            <a:ln w="36909" cap="flat">
              <a:noFill/>
              <a:prstDash val="solid"/>
              <a:miter/>
            </a:ln>
            <a:effectLst>
              <a:outerShdw blurRad="50800" dist="38100" dir="5400000" algn="t" rotWithShape="0">
                <a:schemeClr val="accent1">
                  <a:alpha val="30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47" name="矩形 46"/>
          <p:cNvSpPr/>
          <p:nvPr/>
        </p:nvSpPr>
        <p:spPr>
          <a:xfrm>
            <a:off x="3629660" y="298450"/>
            <a:ext cx="2100580" cy="522605"/>
          </a:xfrm>
          <a:prstGeom prst="rect">
            <a:avLst/>
          </a:prstGeom>
          <a:noFill/>
          <a:ln>
            <a:noFill/>
          </a:ln>
        </p:spPr>
        <p:txBody>
          <a:bodyPr wrap="square" rtlCol="0" anchor="t">
            <a:noAutofit/>
          </a:bodyPr>
          <a:lstStyle/>
          <a:p>
            <a:pPr algn="ctr">
              <a:defRPr/>
            </a:pPr>
            <a:r>
              <a:rPr lang="zh-CN" altLang="en-US" b="1" dirty="0">
                <a:solidFill>
                  <a:srgbClr val="33692B"/>
                </a:solidFill>
                <a:latin typeface="微软雅黑" panose="020B0503020204020204" charset="-122"/>
                <a:ea typeface="微软雅黑" panose="020B0503020204020204" charset="-122"/>
              </a:rPr>
              <a:t>研究背景</a:t>
            </a:r>
            <a:endParaRPr lang="zh-CN" altLang="en-US" b="1" dirty="0">
              <a:solidFill>
                <a:srgbClr val="33692B"/>
              </a:solidFill>
              <a:latin typeface="微软雅黑" panose="020B0503020204020204" charset="-122"/>
              <a:ea typeface="微软雅黑" panose="020B0503020204020204" charset="-122"/>
            </a:endParaRPr>
          </a:p>
        </p:txBody>
      </p:sp>
      <p:cxnSp>
        <p:nvCxnSpPr>
          <p:cNvPr id="48" name="PA-直接连接符 23"/>
          <p:cNvCxnSpPr/>
          <p:nvPr>
            <p:custDataLst>
              <p:tags r:id="rId15"/>
            </p:custDataLst>
          </p:nvPr>
        </p:nvCxnSpPr>
        <p:spPr>
          <a:xfrm flipH="1">
            <a:off x="9460995" y="3802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49" name="文本框 48"/>
          <p:cNvSpPr txBox="1"/>
          <p:nvPr/>
        </p:nvSpPr>
        <p:spPr>
          <a:xfrm>
            <a:off x="8453755" y="308610"/>
            <a:ext cx="1172210" cy="368300"/>
          </a:xfrm>
          <a:prstGeom prst="rect">
            <a:avLst/>
          </a:prstGeom>
          <a:noFill/>
        </p:spPr>
        <p:txBody>
          <a:bodyPr wrap="square" rtlCol="0">
            <a:spAutoFit/>
          </a:bodyPr>
          <a:lstStyle/>
          <a:p>
            <a:r>
              <a:rPr lang="zh-CN" altLang="en-US">
                <a:latin typeface="宋体" panose="02010600030101010101" pitchFamily="2" charset="-122"/>
                <a:ea typeface="宋体" panose="02010600030101010101" pitchFamily="2" charset="-122"/>
              </a:rPr>
              <a:t>数据分析</a:t>
            </a:r>
            <a:endParaRPr lang="zh-CN" altLang="en-US">
              <a:latin typeface="宋体" panose="02010600030101010101" pitchFamily="2" charset="-122"/>
              <a:ea typeface="宋体" panose="02010600030101010101" pitchFamily="2" charset="-122"/>
            </a:endParaRPr>
          </a:p>
        </p:txBody>
      </p:sp>
      <p:cxnSp>
        <p:nvCxnSpPr>
          <p:cNvPr id="50" name="PA-直接连接符 23"/>
          <p:cNvCxnSpPr/>
          <p:nvPr>
            <p:custDataLst>
              <p:tags r:id="rId16"/>
            </p:custDataLst>
          </p:nvPr>
        </p:nvCxnSpPr>
        <p:spPr>
          <a:xfrm flipH="1">
            <a:off x="10733535" y="3802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51" name="文本框 50"/>
          <p:cNvSpPr txBox="1"/>
          <p:nvPr/>
        </p:nvSpPr>
        <p:spPr>
          <a:xfrm>
            <a:off x="10953115" y="313690"/>
            <a:ext cx="1369695" cy="368300"/>
          </a:xfrm>
          <a:prstGeom prst="rect">
            <a:avLst/>
          </a:prstGeom>
          <a:noFill/>
        </p:spPr>
        <p:txBody>
          <a:bodyPr wrap="square" rtlCol="0">
            <a:spAutoFit/>
          </a:bodyPr>
          <a:lstStyle/>
          <a:p>
            <a:r>
              <a:rPr lang="zh-CN" altLang="en-US">
                <a:latin typeface="宋体" panose="02010600030101010101" pitchFamily="2" charset="-122"/>
                <a:ea typeface="宋体" panose="02010600030101010101" pitchFamily="2" charset="-122"/>
              </a:rPr>
              <a:t>结论与建议</a:t>
            </a:r>
            <a:endParaRPr lang="zh-CN" altLang="en-US">
              <a:latin typeface="宋体" panose="02010600030101010101" pitchFamily="2" charset="-122"/>
              <a:ea typeface="宋体" panose="02010600030101010101" pitchFamily="2" charset="-122"/>
            </a:endParaRPr>
          </a:p>
        </p:txBody>
      </p:sp>
      <p:sp>
        <p:nvSpPr>
          <p:cNvPr id="8" name="矩形 7" descr="7b0a2020202022776f7264617274223a2022220a7d0a"/>
          <p:cNvSpPr/>
          <p:nvPr/>
        </p:nvSpPr>
        <p:spPr>
          <a:xfrm>
            <a:off x="1084580" y="2025015"/>
            <a:ext cx="10022840" cy="2807970"/>
          </a:xfrm>
          <a:prstGeom prst="rect">
            <a:avLst/>
          </a:prstGeom>
          <a:noFill/>
        </p:spPr>
        <p:txBody>
          <a:bodyPr wrap="none" lIns="90170" tIns="46990" rIns="90170" bIns="46990" rtlCol="0" anchor="t">
            <a:normAutofit lnSpcReduction="10000"/>
            <a:scene3d>
              <a:camera prst="obliqueTopRight"/>
              <a:lightRig rig="flat" dir="t"/>
            </a:scene3d>
            <a:sp3d prstMaterial="matte">
              <a:extrusionClr>
                <a:schemeClr val="tx2">
                  <a:lumMod val="90000"/>
                  <a:lumOff val="10000"/>
                </a:schemeClr>
              </a:extrusionClr>
              <a:contourClr>
                <a:schemeClr val="bg1"/>
              </a:contourClr>
            </a:sp3d>
          </a:bodyPr>
          <a:lstStyle/>
          <a:p>
            <a:pPr algn="ctr"/>
            <a:endParaRPr lang="zh-CN" altLang="en-US" sz="18600" b="1">
              <a:ln w="41275" cap="rnd" cmpd="sng">
                <a:solidFill>
                  <a:srgbClr val="F6DE00"/>
                </a:solidFill>
                <a:prstDash val="solid"/>
              </a:ln>
              <a:solidFill>
                <a:srgbClr val="ED6145"/>
              </a:solidFill>
              <a:effectLst>
                <a:reflection blurRad="50800" stA="30000" endA="900" endPos="60000" dist="88900" dir="5400000" sy="-100000" algn="bl" rotWithShape="0"/>
              </a:effectLst>
              <a:latin typeface="汉仪超粗宋简" panose="02010600000101010101" charset="-122"/>
              <a:ea typeface="汉仪超粗宋简" panose="02010600000101010101" charset="-122"/>
            </a:endParaRPr>
          </a:p>
        </p:txBody>
      </p:sp>
      <p:sp>
        <p:nvSpPr>
          <p:cNvPr id="35" name="矩形 34" descr="7b0a2020202022776f7264617274223a2022220a7d0a"/>
          <p:cNvSpPr/>
          <p:nvPr/>
        </p:nvSpPr>
        <p:spPr>
          <a:xfrm>
            <a:off x="1084580" y="2025015"/>
            <a:ext cx="10022840" cy="2807970"/>
          </a:xfrm>
          <a:prstGeom prst="rect">
            <a:avLst/>
          </a:prstGeom>
          <a:noFill/>
          <a:effectLst>
            <a:outerShdw blurRad="50800" dist="38100" dir="2700000" algn="tl" rotWithShape="0">
              <a:prstClr val="black">
                <a:alpha val="40000"/>
              </a:prstClr>
            </a:outerShdw>
          </a:effectLst>
        </p:spPr>
        <p:txBody>
          <a:bodyPr wrap="none" lIns="90170" tIns="46990" rIns="90170" bIns="46990" rtlCol="0" anchor="t">
            <a:normAutofit lnSpcReduction="10000"/>
            <a:scene3d>
              <a:camera prst="obliqueTopRight"/>
              <a:lightRig rig="flat" dir="t"/>
            </a:scene3d>
            <a:sp3d prstMaterial="matte">
              <a:extrusionClr>
                <a:schemeClr val="tx2">
                  <a:lumMod val="90000"/>
                  <a:lumOff val="10000"/>
                </a:schemeClr>
              </a:extrusionClr>
              <a:contourClr>
                <a:schemeClr val="bg1"/>
              </a:contourClr>
            </a:sp3d>
          </a:bodyPr>
          <a:lstStyle/>
          <a:p>
            <a:pPr algn="ctr"/>
            <a:endParaRPr lang="zh-CN" altLang="en-US" sz="18600" b="1">
              <a:ln w="41275" cap="rnd" cmpd="sng">
                <a:solidFill>
                  <a:srgbClr val="F6DE00"/>
                </a:solidFill>
                <a:prstDash val="solid"/>
              </a:ln>
              <a:solidFill>
                <a:srgbClr val="ED6145"/>
              </a:solidFill>
              <a:effectLst>
                <a:reflection blurRad="50800" stA="30000" endA="900" endPos="60000" dist="88900" dir="5400000" sy="-100000" algn="bl" rotWithShape="0"/>
              </a:effectLst>
              <a:latin typeface="汉仪超粗宋简" panose="02010600000101010101" charset="-122"/>
              <a:ea typeface="汉仪超粗宋简" panose="02010600000101010101" charset="-122"/>
            </a:endParaRPr>
          </a:p>
        </p:txBody>
      </p:sp>
      <p:sp>
        <p:nvSpPr>
          <p:cNvPr id="40" name="矩形: 圆角 24"/>
          <p:cNvSpPr/>
          <p:nvPr/>
        </p:nvSpPr>
        <p:spPr>
          <a:xfrm>
            <a:off x="210185" y="961390"/>
            <a:ext cx="3216505" cy="534035"/>
          </a:xfrm>
          <a:prstGeom prst="roundRect">
            <a:avLst>
              <a:gd name="adj" fmla="val 29695"/>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altLang="zh-CN" sz="2800" b="0" dirty="0">
                <a:solidFill>
                  <a:prstClr val="black"/>
                </a:solidFill>
                <a:latin typeface="微软雅黑" panose="020B0503020204020204" charset="-122"/>
                <a:ea typeface="微软雅黑" panose="020B0503020204020204" charset="-122"/>
                <a:cs typeface="微软雅黑" panose="020B0503020204020204" charset="-122"/>
                <a:sym typeface="微软雅黑" panose="020B0503020204020204" charset="-122"/>
              </a:rPr>
              <a:t>1.5</a:t>
            </a:r>
            <a:r>
              <a:rPr lang="zh-CN" altLang="en-US" sz="2800" b="0" dirty="0">
                <a:solidFill>
                  <a:prstClr val="black"/>
                </a:solidFill>
                <a:latin typeface="微软雅黑" panose="020B0503020204020204" charset="-122"/>
                <a:ea typeface="微软雅黑" panose="020B0503020204020204" charset="-122"/>
                <a:cs typeface="微软雅黑" panose="020B0503020204020204" charset="-122"/>
                <a:sym typeface="微软雅黑" panose="020B0503020204020204" charset="-122"/>
              </a:rPr>
              <a:t>研究思路</a:t>
            </a:r>
            <a:endParaRPr lang="zh-CN" altLang="en-US" sz="2800" b="0" dirty="0">
              <a:solidFill>
                <a:prstClr val="black"/>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3" name="文本框 32"/>
          <p:cNvSpPr txBox="1"/>
          <p:nvPr/>
        </p:nvSpPr>
        <p:spPr>
          <a:xfrm>
            <a:off x="9709150" y="298450"/>
            <a:ext cx="1243965" cy="368300"/>
          </a:xfrm>
          <a:prstGeom prst="rect">
            <a:avLst/>
          </a:prstGeom>
          <a:noFill/>
        </p:spPr>
        <p:txBody>
          <a:bodyPr wrap="square" rtlCol="0">
            <a:spAutoFit/>
          </a:bodyPr>
          <a:lstStyle/>
          <a:p>
            <a:r>
              <a:rPr lang="zh-CN" altLang="en-US">
                <a:latin typeface="宋体" panose="02010600030101010101" pitchFamily="2" charset="-122"/>
                <a:ea typeface="宋体" panose="02010600030101010101" pitchFamily="2" charset="-122"/>
              </a:rPr>
              <a:t>产品设计</a:t>
            </a:r>
            <a:endParaRPr lang="zh-CN" altLang="en-US">
              <a:latin typeface="宋体" panose="02010600030101010101" pitchFamily="2" charset="-122"/>
              <a:ea typeface="宋体" panose="02010600030101010101" pitchFamily="2" charset="-122"/>
            </a:endParaRPr>
          </a:p>
        </p:txBody>
      </p:sp>
      <p:pic>
        <p:nvPicPr>
          <p:cNvPr id="38" name="图片 37" descr="箭头"/>
          <p:cNvPicPr>
            <a:picLocks noChangeAspect="1"/>
          </p:cNvPicPr>
          <p:nvPr>
            <p:custDataLst>
              <p:tags r:id="rId17"/>
            </p:custDataLst>
          </p:nvPr>
        </p:nvPicPr>
        <p:blipFill>
          <a:blip r:embed="rId18">
            <a:extLst>
              <a:ext uri="{96DAC541-7B7A-43D3-8B79-37D633B846F1}">
                <asvg:svgBlip xmlns:asvg="http://schemas.microsoft.com/office/drawing/2016/SVG/main" r:embed="rId19"/>
              </a:ext>
            </a:extLst>
          </a:blip>
          <a:stretch>
            <a:fillRect/>
          </a:stretch>
        </p:blipFill>
        <p:spPr>
          <a:xfrm flipH="1">
            <a:off x="365760" y="1035685"/>
            <a:ext cx="369570" cy="369570"/>
          </a:xfrm>
          <a:prstGeom prst="rect">
            <a:avLst/>
          </a:prstGeom>
        </p:spPr>
      </p:pic>
      <p:grpSp>
        <p:nvGrpSpPr>
          <p:cNvPr id="89" name="组合 88"/>
          <p:cNvGrpSpPr/>
          <p:nvPr/>
        </p:nvGrpSpPr>
        <p:grpSpPr>
          <a:xfrm>
            <a:off x="156620" y="2423570"/>
            <a:ext cx="944060" cy="944060"/>
            <a:chOff x="703405" y="3197021"/>
            <a:chExt cx="944060" cy="944060"/>
          </a:xfrm>
        </p:grpSpPr>
        <p:sp>
          <p:nvSpPr>
            <p:cNvPr id="31" name="椭圆 30"/>
            <p:cNvSpPr/>
            <p:nvPr/>
          </p:nvSpPr>
          <p:spPr>
            <a:xfrm>
              <a:off x="703405" y="3197021"/>
              <a:ext cx="944060" cy="944060"/>
            </a:xfrm>
            <a:prstGeom prst="ellipse">
              <a:avLst/>
            </a:prstGeom>
            <a:solidFill>
              <a:schemeClr val="bg1"/>
            </a:solidFill>
            <a:ln w="9525">
              <a:gradFill>
                <a:gsLst>
                  <a:gs pos="0">
                    <a:schemeClr val="accent1">
                      <a:alpha val="0"/>
                    </a:schemeClr>
                  </a:gs>
                  <a:gs pos="100000">
                    <a:schemeClr val="accent1"/>
                  </a:gs>
                </a:gsLst>
                <a:lin ang="5400000" scaled="1"/>
              </a:gradFill>
            </a:ln>
            <a:effectLst>
              <a:outerShdw blurRad="317500" dist="152400" dir="5400000" sx="98000" sy="98000" algn="t" rotWithShape="0">
                <a:srgbClr val="4F9D5D">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cs typeface="+mn-ea"/>
                <a:sym typeface="+mn-lt"/>
              </a:endParaRPr>
            </a:p>
          </p:txBody>
        </p:sp>
        <p:sp>
          <p:nvSpPr>
            <p:cNvPr id="32" name="文本框 31"/>
            <p:cNvSpPr txBox="1"/>
            <p:nvPr/>
          </p:nvSpPr>
          <p:spPr>
            <a:xfrm>
              <a:off x="829996" y="3329674"/>
              <a:ext cx="690880" cy="70675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确定</a:t>
              </a:r>
              <a:endParaRPr kumimoji="0" lang="en-US" altLang="zh-CN" sz="20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选题</a:t>
              </a:r>
              <a:endParaRPr kumimoji="0" lang="zh-CN" altLang="en-US" sz="20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endParaRPr>
            </a:p>
          </p:txBody>
        </p:sp>
      </p:grpSp>
      <p:grpSp>
        <p:nvGrpSpPr>
          <p:cNvPr id="90" name="组合 89"/>
          <p:cNvGrpSpPr/>
          <p:nvPr/>
        </p:nvGrpSpPr>
        <p:grpSpPr>
          <a:xfrm>
            <a:off x="974045" y="1648415"/>
            <a:ext cx="980530" cy="980530"/>
            <a:chOff x="1912808" y="2581421"/>
            <a:chExt cx="980530" cy="980530"/>
          </a:xfrm>
        </p:grpSpPr>
        <p:sp>
          <p:nvSpPr>
            <p:cNvPr id="73" name="椭圆 72"/>
            <p:cNvSpPr/>
            <p:nvPr/>
          </p:nvSpPr>
          <p:spPr>
            <a:xfrm>
              <a:off x="1912808" y="2581421"/>
              <a:ext cx="980530" cy="980530"/>
            </a:xfrm>
            <a:prstGeom prst="ellipse">
              <a:avLst/>
            </a:prstGeom>
            <a:gradFill>
              <a:gsLst>
                <a:gs pos="100000">
                  <a:schemeClr val="accent1">
                    <a:lumMod val="60000"/>
                    <a:lumOff val="40000"/>
                  </a:schemeClr>
                </a:gs>
                <a:gs pos="0">
                  <a:srgbClr val="30937B"/>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a:solidFill>
                  <a:prstClr val="white"/>
                </a:solidFill>
                <a:cs typeface="+mn-ea"/>
                <a:sym typeface="+mn-lt"/>
              </a:endParaRPr>
            </a:p>
          </p:txBody>
        </p:sp>
        <p:sp>
          <p:nvSpPr>
            <p:cNvPr id="74" name="文本框 73"/>
            <p:cNvSpPr txBox="1"/>
            <p:nvPr/>
          </p:nvSpPr>
          <p:spPr>
            <a:xfrm>
              <a:off x="2057634" y="2716434"/>
              <a:ext cx="690880" cy="70675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rPr>
                <a:t>文献</a:t>
              </a:r>
              <a:endParaRPr kumimoji="0" lang="en-US" altLang="zh-CN" sz="200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rPr>
                <a:t>研究</a:t>
              </a:r>
              <a:endParaRPr kumimoji="0" lang="zh-CN" altLang="en-US" sz="200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endParaRPr>
            </a:p>
          </p:txBody>
        </p:sp>
      </p:grpSp>
      <p:grpSp>
        <p:nvGrpSpPr>
          <p:cNvPr id="3" name="组合 2"/>
          <p:cNvGrpSpPr/>
          <p:nvPr/>
        </p:nvGrpSpPr>
        <p:grpSpPr>
          <a:xfrm>
            <a:off x="991825" y="3120980"/>
            <a:ext cx="980530" cy="980530"/>
            <a:chOff x="1912808" y="2581421"/>
            <a:chExt cx="980530" cy="980530"/>
          </a:xfrm>
        </p:grpSpPr>
        <p:sp>
          <p:nvSpPr>
            <p:cNvPr id="5" name="椭圆 4"/>
            <p:cNvSpPr/>
            <p:nvPr/>
          </p:nvSpPr>
          <p:spPr>
            <a:xfrm>
              <a:off x="1912808" y="2581421"/>
              <a:ext cx="980530" cy="980530"/>
            </a:xfrm>
            <a:prstGeom prst="ellipse">
              <a:avLst/>
            </a:prstGeom>
            <a:gradFill>
              <a:gsLst>
                <a:gs pos="100000">
                  <a:schemeClr val="accent1">
                    <a:lumMod val="60000"/>
                    <a:lumOff val="40000"/>
                  </a:schemeClr>
                </a:gs>
                <a:gs pos="0">
                  <a:srgbClr val="30937B"/>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a:solidFill>
                  <a:prstClr val="white"/>
                </a:solidFill>
                <a:cs typeface="+mn-ea"/>
                <a:sym typeface="+mn-lt"/>
              </a:endParaRPr>
            </a:p>
          </p:txBody>
        </p:sp>
        <p:sp>
          <p:nvSpPr>
            <p:cNvPr id="6" name="文本框 5"/>
            <p:cNvSpPr txBox="1"/>
            <p:nvPr/>
          </p:nvSpPr>
          <p:spPr>
            <a:xfrm>
              <a:off x="1950954" y="2724296"/>
              <a:ext cx="864870" cy="70675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rPr>
                <a:t>前期调研</a:t>
              </a:r>
              <a:endParaRPr kumimoji="0" lang="zh-CN" altLang="en-US" sz="200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endParaRPr>
            </a:p>
          </p:txBody>
        </p:sp>
      </p:grpSp>
      <p:grpSp>
        <p:nvGrpSpPr>
          <p:cNvPr id="7" name="组合 6"/>
          <p:cNvGrpSpPr/>
          <p:nvPr/>
        </p:nvGrpSpPr>
        <p:grpSpPr>
          <a:xfrm>
            <a:off x="2186260" y="1655400"/>
            <a:ext cx="980530" cy="980530"/>
            <a:chOff x="1912808" y="2581421"/>
            <a:chExt cx="980530" cy="980530"/>
          </a:xfrm>
        </p:grpSpPr>
        <p:sp>
          <p:nvSpPr>
            <p:cNvPr id="9" name="椭圆 8"/>
            <p:cNvSpPr/>
            <p:nvPr/>
          </p:nvSpPr>
          <p:spPr>
            <a:xfrm>
              <a:off x="1912808" y="2581421"/>
              <a:ext cx="980530" cy="980530"/>
            </a:xfrm>
            <a:prstGeom prst="ellipse">
              <a:avLst/>
            </a:prstGeom>
            <a:gradFill>
              <a:gsLst>
                <a:gs pos="100000">
                  <a:schemeClr val="accent1">
                    <a:lumMod val="60000"/>
                    <a:lumOff val="40000"/>
                  </a:schemeClr>
                </a:gs>
                <a:gs pos="0">
                  <a:srgbClr val="30937B"/>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a:solidFill>
                  <a:prstClr val="white"/>
                </a:solidFill>
                <a:cs typeface="+mn-ea"/>
                <a:sym typeface="+mn-lt"/>
              </a:endParaRPr>
            </a:p>
          </p:txBody>
        </p:sp>
        <p:sp>
          <p:nvSpPr>
            <p:cNvPr id="10" name="文本框 9"/>
            <p:cNvSpPr txBox="1"/>
            <p:nvPr/>
          </p:nvSpPr>
          <p:spPr>
            <a:xfrm>
              <a:off x="2057634" y="2716434"/>
              <a:ext cx="690880" cy="70675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rPr>
                <a:t>问卷</a:t>
              </a:r>
              <a:endParaRPr kumimoji="0" lang="zh-CN" altLang="en-US" sz="200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rPr>
                <a:t>设计</a:t>
              </a:r>
              <a:endParaRPr kumimoji="0" lang="zh-CN" altLang="en-US" sz="200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endParaRPr>
            </a:p>
          </p:txBody>
        </p:sp>
      </p:grpSp>
      <p:grpSp>
        <p:nvGrpSpPr>
          <p:cNvPr id="11" name="组合 10"/>
          <p:cNvGrpSpPr/>
          <p:nvPr/>
        </p:nvGrpSpPr>
        <p:grpSpPr>
          <a:xfrm>
            <a:off x="2186260" y="3081610"/>
            <a:ext cx="980530" cy="980530"/>
            <a:chOff x="1912808" y="2581421"/>
            <a:chExt cx="980530" cy="980530"/>
          </a:xfrm>
        </p:grpSpPr>
        <p:sp>
          <p:nvSpPr>
            <p:cNvPr id="12" name="椭圆 11"/>
            <p:cNvSpPr/>
            <p:nvPr/>
          </p:nvSpPr>
          <p:spPr>
            <a:xfrm>
              <a:off x="1912808" y="2581421"/>
              <a:ext cx="980530" cy="980530"/>
            </a:xfrm>
            <a:prstGeom prst="ellipse">
              <a:avLst/>
            </a:prstGeom>
            <a:gradFill>
              <a:gsLst>
                <a:gs pos="100000">
                  <a:schemeClr val="accent1">
                    <a:lumMod val="60000"/>
                    <a:lumOff val="40000"/>
                  </a:schemeClr>
                </a:gs>
                <a:gs pos="0">
                  <a:srgbClr val="30937B"/>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a:solidFill>
                  <a:prstClr val="white"/>
                </a:solidFill>
                <a:cs typeface="+mn-ea"/>
                <a:sym typeface="+mn-lt"/>
              </a:endParaRPr>
            </a:p>
          </p:txBody>
        </p:sp>
        <p:sp>
          <p:nvSpPr>
            <p:cNvPr id="14" name="文本框 13"/>
            <p:cNvSpPr txBox="1"/>
            <p:nvPr/>
          </p:nvSpPr>
          <p:spPr>
            <a:xfrm>
              <a:off x="1950954" y="2724296"/>
              <a:ext cx="864870" cy="70675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rPr>
                <a:t>抽样设计</a:t>
              </a:r>
              <a:endParaRPr kumimoji="0" lang="zh-CN" altLang="en-US" sz="200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endParaRPr>
            </a:p>
          </p:txBody>
        </p:sp>
      </p:grpSp>
      <p:cxnSp>
        <p:nvCxnSpPr>
          <p:cNvPr id="110" name="直接箭头连接符 109"/>
          <p:cNvCxnSpPr/>
          <p:nvPr/>
        </p:nvCxnSpPr>
        <p:spPr>
          <a:xfrm>
            <a:off x="2839921" y="2875280"/>
            <a:ext cx="327259" cy="0"/>
          </a:xfrm>
          <a:prstGeom prst="straightConnector1">
            <a:avLst/>
          </a:prstGeom>
          <a:ln w="38100">
            <a:solidFill>
              <a:srgbClr val="588E32"/>
            </a:solidFill>
            <a:tailEnd type="triangle"/>
          </a:ln>
        </p:spPr>
        <p:style>
          <a:lnRef idx="1">
            <a:schemeClr val="accent1"/>
          </a:lnRef>
          <a:fillRef idx="0">
            <a:schemeClr val="accent1"/>
          </a:fillRef>
          <a:effectRef idx="0">
            <a:schemeClr val="accent1"/>
          </a:effectRef>
          <a:fontRef idx="minor">
            <a:schemeClr val="tx1"/>
          </a:fontRef>
        </p:style>
      </p:cxnSp>
      <p:grpSp>
        <p:nvGrpSpPr>
          <p:cNvPr id="45" name="组合 44"/>
          <p:cNvGrpSpPr/>
          <p:nvPr/>
        </p:nvGrpSpPr>
        <p:grpSpPr>
          <a:xfrm>
            <a:off x="3094765" y="2384835"/>
            <a:ext cx="944060" cy="944060"/>
            <a:chOff x="703405" y="3197021"/>
            <a:chExt cx="944060" cy="944060"/>
          </a:xfrm>
        </p:grpSpPr>
        <p:sp>
          <p:nvSpPr>
            <p:cNvPr id="52" name="椭圆 51"/>
            <p:cNvSpPr/>
            <p:nvPr/>
          </p:nvSpPr>
          <p:spPr>
            <a:xfrm>
              <a:off x="703405" y="3197021"/>
              <a:ext cx="944060" cy="944060"/>
            </a:xfrm>
            <a:prstGeom prst="ellipse">
              <a:avLst/>
            </a:prstGeom>
            <a:solidFill>
              <a:schemeClr val="bg1"/>
            </a:solidFill>
            <a:ln w="9525">
              <a:gradFill>
                <a:gsLst>
                  <a:gs pos="0">
                    <a:schemeClr val="accent1">
                      <a:alpha val="0"/>
                    </a:schemeClr>
                  </a:gs>
                  <a:gs pos="100000">
                    <a:schemeClr val="accent1"/>
                  </a:gs>
                </a:gsLst>
                <a:lin ang="5400000" scaled="1"/>
              </a:gradFill>
            </a:ln>
            <a:effectLst>
              <a:outerShdw blurRad="317500" dist="152400" dir="5400000" sx="98000" sy="98000" algn="t" rotWithShape="0">
                <a:srgbClr val="4F9D5D">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cs typeface="+mn-ea"/>
                <a:sym typeface="+mn-lt"/>
              </a:endParaRPr>
            </a:p>
          </p:txBody>
        </p:sp>
        <p:sp>
          <p:nvSpPr>
            <p:cNvPr id="53" name="文本框 52"/>
            <p:cNvSpPr txBox="1"/>
            <p:nvPr/>
          </p:nvSpPr>
          <p:spPr>
            <a:xfrm>
              <a:off x="829996" y="3329674"/>
              <a:ext cx="690880" cy="70675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调查</a:t>
              </a:r>
              <a:endParaRPr kumimoji="0" lang="zh-CN" altLang="en-US" sz="20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实施</a:t>
              </a:r>
              <a:endParaRPr kumimoji="0" lang="zh-CN" altLang="en-US" sz="20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endParaRPr>
            </a:p>
          </p:txBody>
        </p:sp>
      </p:grpSp>
      <p:cxnSp>
        <p:nvCxnSpPr>
          <p:cNvPr id="54" name="直接箭头连接符 53"/>
          <p:cNvCxnSpPr/>
          <p:nvPr/>
        </p:nvCxnSpPr>
        <p:spPr>
          <a:xfrm>
            <a:off x="4056581" y="2895600"/>
            <a:ext cx="327259" cy="0"/>
          </a:xfrm>
          <a:prstGeom prst="straightConnector1">
            <a:avLst/>
          </a:prstGeom>
          <a:ln w="38100">
            <a:solidFill>
              <a:srgbClr val="588E32"/>
            </a:solidFill>
            <a:tailEnd type="triangle"/>
          </a:ln>
        </p:spPr>
        <p:style>
          <a:lnRef idx="1">
            <a:schemeClr val="accent1"/>
          </a:lnRef>
          <a:fillRef idx="0">
            <a:schemeClr val="accent1"/>
          </a:fillRef>
          <a:effectRef idx="0">
            <a:schemeClr val="accent1"/>
          </a:effectRef>
          <a:fontRef idx="minor">
            <a:schemeClr val="tx1"/>
          </a:fontRef>
        </p:style>
      </p:cxnSp>
      <p:grpSp>
        <p:nvGrpSpPr>
          <p:cNvPr id="55" name="组合 54"/>
          <p:cNvGrpSpPr/>
          <p:nvPr/>
        </p:nvGrpSpPr>
        <p:grpSpPr>
          <a:xfrm>
            <a:off x="4356055" y="2409145"/>
            <a:ext cx="980530" cy="980530"/>
            <a:chOff x="1912808" y="2581421"/>
            <a:chExt cx="980530" cy="980530"/>
          </a:xfrm>
        </p:grpSpPr>
        <p:sp>
          <p:nvSpPr>
            <p:cNvPr id="56" name="椭圆 55"/>
            <p:cNvSpPr/>
            <p:nvPr/>
          </p:nvSpPr>
          <p:spPr>
            <a:xfrm>
              <a:off x="1912808" y="2581421"/>
              <a:ext cx="980530" cy="980530"/>
            </a:xfrm>
            <a:prstGeom prst="ellipse">
              <a:avLst/>
            </a:prstGeom>
            <a:gradFill>
              <a:gsLst>
                <a:gs pos="100000">
                  <a:schemeClr val="accent1">
                    <a:lumMod val="60000"/>
                    <a:lumOff val="40000"/>
                  </a:schemeClr>
                </a:gs>
                <a:gs pos="0">
                  <a:srgbClr val="30937B"/>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a:solidFill>
                  <a:prstClr val="white"/>
                </a:solidFill>
                <a:cs typeface="+mn-ea"/>
                <a:sym typeface="+mn-lt"/>
              </a:endParaRPr>
            </a:p>
          </p:txBody>
        </p:sp>
        <p:sp>
          <p:nvSpPr>
            <p:cNvPr id="57" name="文本框 56"/>
            <p:cNvSpPr txBox="1"/>
            <p:nvPr/>
          </p:nvSpPr>
          <p:spPr>
            <a:xfrm>
              <a:off x="1930634" y="2716434"/>
              <a:ext cx="944880" cy="70675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rPr>
                <a:t>描述性</a:t>
              </a:r>
              <a:endParaRPr kumimoji="0" lang="zh-CN" altLang="en-US" sz="200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rPr>
                <a:t>统计</a:t>
              </a:r>
              <a:endParaRPr kumimoji="0" lang="zh-CN" altLang="en-US" sz="200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endParaRPr>
            </a:p>
          </p:txBody>
        </p:sp>
      </p:grpSp>
      <p:cxnSp>
        <p:nvCxnSpPr>
          <p:cNvPr id="58" name="直接箭头连接符 57"/>
          <p:cNvCxnSpPr/>
          <p:nvPr/>
        </p:nvCxnSpPr>
        <p:spPr>
          <a:xfrm>
            <a:off x="5293561" y="2895600"/>
            <a:ext cx="327259" cy="0"/>
          </a:xfrm>
          <a:prstGeom prst="straightConnector1">
            <a:avLst/>
          </a:prstGeom>
          <a:ln w="38100">
            <a:solidFill>
              <a:srgbClr val="588E32"/>
            </a:solidFill>
            <a:tailEnd type="triangle"/>
          </a:ln>
        </p:spPr>
        <p:style>
          <a:lnRef idx="1">
            <a:schemeClr val="accent1"/>
          </a:lnRef>
          <a:fillRef idx="0">
            <a:schemeClr val="accent1"/>
          </a:fillRef>
          <a:effectRef idx="0">
            <a:schemeClr val="accent1"/>
          </a:effectRef>
          <a:fontRef idx="minor">
            <a:schemeClr val="tx1"/>
          </a:fontRef>
        </p:style>
      </p:cxnSp>
      <p:grpSp>
        <p:nvGrpSpPr>
          <p:cNvPr id="157" name="组合 156"/>
          <p:cNvGrpSpPr/>
          <p:nvPr/>
        </p:nvGrpSpPr>
        <p:grpSpPr>
          <a:xfrm>
            <a:off x="5511167" y="2076450"/>
            <a:ext cx="901065" cy="1530350"/>
            <a:chOff x="6484954" y="1613457"/>
            <a:chExt cx="901115" cy="1313802"/>
          </a:xfrm>
          <a:effectLst>
            <a:outerShdw blurRad="50800" dist="38100" dir="5400000" algn="t" rotWithShape="0">
              <a:prstClr val="black">
                <a:alpha val="40000"/>
              </a:prstClr>
            </a:outerShdw>
          </a:effectLst>
        </p:grpSpPr>
        <p:sp>
          <p:nvSpPr>
            <p:cNvPr id="145" name="圆角矩形 92"/>
            <p:cNvSpPr/>
            <p:nvPr/>
          </p:nvSpPr>
          <p:spPr>
            <a:xfrm>
              <a:off x="6571952" y="1613457"/>
              <a:ext cx="773473" cy="1313802"/>
            </a:xfrm>
            <a:prstGeom prst="roundRect">
              <a:avLst>
                <a:gd name="adj" fmla="val 12168"/>
              </a:avLst>
            </a:prstGeom>
            <a:gradFill flip="none" rotWithShape="1">
              <a:gsLst>
                <a:gs pos="0">
                  <a:srgbClr val="588E32"/>
                </a:gs>
                <a:gs pos="100000">
                  <a:srgbClr val="588E32"/>
                </a:gs>
              </a:gsLst>
              <a:lin ang="2700000" scaled="1"/>
              <a:tileRect/>
            </a:gradFill>
            <a:ln w="9525" cap="flat" cmpd="sng" algn="ctr">
              <a:noFill/>
              <a:prstDash val="solid"/>
              <a:miter lim="800000"/>
            </a:ln>
            <a:effectLst>
              <a:outerShdw blurRad="558790" dist="152400" dir="5400000" sx="95000" sy="95000" algn="t" rotWithShape="0">
                <a:schemeClr val="tx1">
                  <a:alpha val="20000"/>
                </a:schemeClr>
              </a:outerShdw>
            </a:effectLst>
          </p:spPr>
          <p:txBody>
            <a:bodyPr rot="0" spcFirstLastPara="0" vertOverflow="overflow" horzOverflow="overflow" vert="horz" wrap="square" lIns="89407" tIns="44703" rIns="89407" bIns="44703"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760" kern="0" dirty="0">
                <a:solidFill>
                  <a:prstClr val="white"/>
                </a:solidFill>
                <a:cs typeface="+mn-ea"/>
                <a:sym typeface="+mn-lt"/>
              </a:endParaRPr>
            </a:p>
          </p:txBody>
        </p:sp>
        <p:sp>
          <p:nvSpPr>
            <p:cNvPr id="148" name="康帅slide13"/>
            <p:cNvSpPr txBox="1"/>
            <p:nvPr/>
          </p:nvSpPr>
          <p:spPr>
            <a:xfrm>
              <a:off x="6484954" y="1637440"/>
              <a:ext cx="901115" cy="113499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kern="0" dirty="0">
                  <a:solidFill>
                    <a:schemeClr val="bg1"/>
                  </a:solidFill>
                  <a:latin typeface="微软雅黑" panose="020B0503020204020204" charset="-122"/>
                  <a:ea typeface="微软雅黑" panose="020B0503020204020204" charset="-122"/>
                  <a:cs typeface="微软雅黑" panose="020B0503020204020204" charset="-122"/>
                  <a:sym typeface="+mn-lt"/>
                </a:rPr>
                <a:t>01</a:t>
              </a:r>
              <a:endParaRPr lang="en-US" altLang="zh-CN" sz="1600" kern="0" dirty="0">
                <a:solidFill>
                  <a:schemeClr val="bg1"/>
                </a:solidFill>
                <a:latin typeface="微软雅黑" panose="020B0503020204020204" charset="-122"/>
                <a:ea typeface="微软雅黑" panose="020B0503020204020204" charset="-122"/>
                <a:cs typeface="微软雅黑" panose="020B0503020204020204" charset="-122"/>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n-lt"/>
                </a:rPr>
                <a:t>退役军人聚类与特征概述</a:t>
              </a:r>
              <a:endParaRPr kumimoji="0" lang="zh-CN" altLang="en-US" sz="1600"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n-lt"/>
              </a:endParaRPr>
            </a:p>
          </p:txBody>
        </p:sp>
      </p:grpSp>
      <p:sp>
        <p:nvSpPr>
          <p:cNvPr id="146" name="箭头: 下 89"/>
          <p:cNvSpPr/>
          <p:nvPr/>
        </p:nvSpPr>
        <p:spPr>
          <a:xfrm>
            <a:off x="5696112" y="3634680"/>
            <a:ext cx="568636" cy="420491"/>
          </a:xfrm>
          <a:prstGeom prst="downArrow">
            <a:avLst>
              <a:gd name="adj1" fmla="val 50000"/>
              <a:gd name="adj2" fmla="val 42324"/>
            </a:avLst>
          </a:prstGeom>
          <a:solidFill>
            <a:sysClr val="window" lastClr="FFFFFF"/>
          </a:solidFill>
          <a:ln w="9525" cap="flat" cmpd="sng" algn="ctr">
            <a:gradFill flip="none" rotWithShape="1">
              <a:gsLst>
                <a:gs pos="0">
                  <a:schemeClr val="accent1">
                    <a:alpha val="0"/>
                  </a:schemeClr>
                </a:gs>
                <a:gs pos="100000">
                  <a:schemeClr val="accent1"/>
                </a:gs>
              </a:gsLst>
              <a:lin ang="5400000" scaled="1"/>
              <a:tileRect/>
            </a:gradFill>
            <a:prstDash val="solid"/>
            <a:miter lim="800000"/>
          </a:ln>
          <a:effectLst>
            <a:outerShdw blurRad="368300" dist="203200" dir="5400000" sx="98000" sy="98000" algn="t" rotWithShape="0">
              <a:schemeClr val="tx1">
                <a:alpha val="15000"/>
              </a:schemeClr>
            </a:outerShdw>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kern="0">
              <a:solidFill>
                <a:prstClr val="white"/>
              </a:solidFill>
              <a:cs typeface="+mn-ea"/>
              <a:sym typeface="+mn-lt"/>
            </a:endParaRPr>
          </a:p>
        </p:txBody>
      </p:sp>
      <p:grpSp>
        <p:nvGrpSpPr>
          <p:cNvPr id="184" name="组合 183"/>
          <p:cNvGrpSpPr/>
          <p:nvPr/>
        </p:nvGrpSpPr>
        <p:grpSpPr>
          <a:xfrm>
            <a:off x="5297173" y="4065270"/>
            <a:ext cx="1384935" cy="364490"/>
            <a:chOff x="10262375" y="4809101"/>
            <a:chExt cx="1512849" cy="364193"/>
          </a:xfrm>
        </p:grpSpPr>
        <p:sp>
          <p:nvSpPr>
            <p:cNvPr id="185" name="矩形: 圆角 184"/>
            <p:cNvSpPr/>
            <p:nvPr/>
          </p:nvSpPr>
          <p:spPr>
            <a:xfrm>
              <a:off x="10381927" y="4809101"/>
              <a:ext cx="1247253" cy="364193"/>
            </a:xfrm>
            <a:prstGeom prst="roundRect">
              <a:avLst>
                <a:gd name="adj" fmla="val 50000"/>
              </a:avLst>
            </a:prstGeom>
            <a:solidFill>
              <a:schemeClr val="bg1"/>
            </a:solidFill>
            <a:ln w="9525" cap="flat" cmpd="sng" algn="ctr">
              <a:solidFill>
                <a:schemeClr val="accent1"/>
              </a:solidFill>
              <a:prstDash val="dash"/>
              <a:miter lim="800000"/>
            </a:ln>
            <a:effectLst>
              <a:outerShdw blurRad="317500" dist="101600" dir="5400000" sx="98000" sy="98000" algn="t" rotWithShape="0">
                <a:schemeClr val="tx1">
                  <a:alpha val="15000"/>
                </a:schemeClr>
              </a:outerShdw>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600" kern="0">
                <a:cs typeface="+mn-ea"/>
                <a:sym typeface="+mn-lt"/>
              </a:endParaRPr>
            </a:p>
          </p:txBody>
        </p:sp>
        <p:sp>
          <p:nvSpPr>
            <p:cNvPr id="186" name="康帅slide13"/>
            <p:cNvSpPr txBox="1"/>
            <p:nvPr/>
          </p:nvSpPr>
          <p:spPr>
            <a:xfrm>
              <a:off x="10262375" y="4820531"/>
              <a:ext cx="1512849" cy="3369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i="0" u="none" strike="noStrike" kern="0" cap="none" spc="0" normalizeH="0" baseline="0" noProof="0" dirty="0">
                  <a:ln>
                    <a:noFill/>
                  </a:ln>
                  <a:effectLst/>
                  <a:uLnTx/>
                  <a:uFillTx/>
                  <a:latin typeface="微软雅黑" panose="020B0503020204020204" charset="-122"/>
                  <a:ea typeface="微软雅黑" panose="020B0503020204020204" charset="-122"/>
                  <a:cs typeface="+mn-ea"/>
                  <a:sym typeface="+mn-lt"/>
                </a:rPr>
                <a:t>低需低风险</a:t>
              </a:r>
              <a:endParaRPr kumimoji="0" lang="zh-CN" altLang="en-US" sz="1600" i="0" u="none" strike="noStrike" kern="0" cap="none" spc="0" normalizeH="0" baseline="0" noProof="0" dirty="0">
                <a:ln>
                  <a:noFill/>
                </a:ln>
                <a:effectLst/>
                <a:uLnTx/>
                <a:uFillTx/>
                <a:latin typeface="微软雅黑" panose="020B0503020204020204" charset="-122"/>
                <a:ea typeface="微软雅黑" panose="020B0503020204020204" charset="-122"/>
                <a:cs typeface="+mn-ea"/>
                <a:sym typeface="+mn-lt"/>
              </a:endParaRPr>
            </a:p>
          </p:txBody>
        </p:sp>
      </p:grpSp>
      <p:grpSp>
        <p:nvGrpSpPr>
          <p:cNvPr id="151" name="组合 150"/>
          <p:cNvGrpSpPr/>
          <p:nvPr/>
        </p:nvGrpSpPr>
        <p:grpSpPr>
          <a:xfrm>
            <a:off x="5298443" y="4494530"/>
            <a:ext cx="1384935" cy="364490"/>
            <a:chOff x="10262375" y="4809101"/>
            <a:chExt cx="1512849" cy="364193"/>
          </a:xfrm>
        </p:grpSpPr>
        <p:sp>
          <p:nvSpPr>
            <p:cNvPr id="152" name="矩形: 圆角 184"/>
            <p:cNvSpPr/>
            <p:nvPr/>
          </p:nvSpPr>
          <p:spPr>
            <a:xfrm>
              <a:off x="10381927" y="4809101"/>
              <a:ext cx="1247253" cy="364193"/>
            </a:xfrm>
            <a:prstGeom prst="roundRect">
              <a:avLst>
                <a:gd name="adj" fmla="val 50000"/>
              </a:avLst>
            </a:prstGeom>
            <a:solidFill>
              <a:schemeClr val="bg1"/>
            </a:solidFill>
            <a:ln w="9525" cap="flat" cmpd="sng" algn="ctr">
              <a:solidFill>
                <a:schemeClr val="accent1"/>
              </a:solidFill>
              <a:prstDash val="dash"/>
              <a:miter lim="800000"/>
            </a:ln>
            <a:effectLst>
              <a:outerShdw blurRad="317500" dist="101600" dir="5400000" sx="98000" sy="98000" algn="t" rotWithShape="0">
                <a:schemeClr val="tx1">
                  <a:alpha val="15000"/>
                </a:schemeClr>
              </a:outerShdw>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600" kern="0">
                <a:cs typeface="+mn-ea"/>
                <a:sym typeface="+mn-lt"/>
              </a:endParaRPr>
            </a:p>
          </p:txBody>
        </p:sp>
        <p:sp>
          <p:nvSpPr>
            <p:cNvPr id="153" name="康帅slide13"/>
            <p:cNvSpPr txBox="1"/>
            <p:nvPr/>
          </p:nvSpPr>
          <p:spPr>
            <a:xfrm>
              <a:off x="10262375" y="4820531"/>
              <a:ext cx="1512849" cy="3369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i="0" u="none" strike="noStrike" kern="0" cap="none" spc="0" normalizeH="0" baseline="0" noProof="0" dirty="0">
                  <a:ln>
                    <a:noFill/>
                  </a:ln>
                  <a:effectLst/>
                  <a:uLnTx/>
                  <a:uFillTx/>
                  <a:latin typeface="微软雅黑" panose="020B0503020204020204" charset="-122"/>
                  <a:ea typeface="微软雅黑" panose="020B0503020204020204" charset="-122"/>
                  <a:cs typeface="+mn-ea"/>
                  <a:sym typeface="+mn-lt"/>
                </a:rPr>
                <a:t>中需中风险</a:t>
              </a:r>
              <a:endParaRPr kumimoji="0" lang="zh-CN" altLang="en-US" sz="1600" i="0" u="none" strike="noStrike" kern="0" cap="none" spc="0" normalizeH="0" baseline="0" noProof="0" dirty="0">
                <a:ln>
                  <a:noFill/>
                </a:ln>
                <a:effectLst/>
                <a:uLnTx/>
                <a:uFillTx/>
                <a:latin typeface="微软雅黑" panose="020B0503020204020204" charset="-122"/>
                <a:ea typeface="微软雅黑" panose="020B0503020204020204" charset="-122"/>
                <a:cs typeface="+mn-ea"/>
                <a:sym typeface="+mn-lt"/>
              </a:endParaRPr>
            </a:p>
          </p:txBody>
        </p:sp>
      </p:grpSp>
      <p:grpSp>
        <p:nvGrpSpPr>
          <p:cNvPr id="154" name="组合 153"/>
          <p:cNvGrpSpPr/>
          <p:nvPr/>
        </p:nvGrpSpPr>
        <p:grpSpPr>
          <a:xfrm>
            <a:off x="5298443" y="4939030"/>
            <a:ext cx="1384935" cy="364490"/>
            <a:chOff x="10262375" y="4809101"/>
            <a:chExt cx="1512849" cy="364193"/>
          </a:xfrm>
        </p:grpSpPr>
        <p:sp>
          <p:nvSpPr>
            <p:cNvPr id="155" name="矩形: 圆角 184"/>
            <p:cNvSpPr/>
            <p:nvPr/>
          </p:nvSpPr>
          <p:spPr>
            <a:xfrm>
              <a:off x="10381927" y="4809101"/>
              <a:ext cx="1247253" cy="364193"/>
            </a:xfrm>
            <a:prstGeom prst="roundRect">
              <a:avLst>
                <a:gd name="adj" fmla="val 50000"/>
              </a:avLst>
            </a:prstGeom>
            <a:solidFill>
              <a:schemeClr val="bg1"/>
            </a:solidFill>
            <a:ln w="9525" cap="flat" cmpd="sng" algn="ctr">
              <a:solidFill>
                <a:schemeClr val="accent1"/>
              </a:solidFill>
              <a:prstDash val="dash"/>
              <a:miter lim="800000"/>
            </a:ln>
            <a:effectLst>
              <a:outerShdw blurRad="317500" dist="101600" dir="5400000" sx="98000" sy="98000" algn="t" rotWithShape="0">
                <a:schemeClr val="tx1">
                  <a:alpha val="15000"/>
                </a:schemeClr>
              </a:outerShdw>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600" kern="0">
                <a:cs typeface="+mn-ea"/>
                <a:sym typeface="+mn-lt"/>
              </a:endParaRPr>
            </a:p>
          </p:txBody>
        </p:sp>
        <p:sp>
          <p:nvSpPr>
            <p:cNvPr id="156" name="康帅slide13"/>
            <p:cNvSpPr txBox="1"/>
            <p:nvPr/>
          </p:nvSpPr>
          <p:spPr>
            <a:xfrm>
              <a:off x="10262375" y="4820531"/>
              <a:ext cx="1512849" cy="3369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i="0" u="none" strike="noStrike" kern="0" cap="none" spc="0" normalizeH="0" baseline="0" noProof="0" dirty="0">
                  <a:ln>
                    <a:noFill/>
                  </a:ln>
                  <a:effectLst/>
                  <a:uLnTx/>
                  <a:uFillTx/>
                  <a:latin typeface="微软雅黑" panose="020B0503020204020204" charset="-122"/>
                  <a:ea typeface="微软雅黑" panose="020B0503020204020204" charset="-122"/>
                  <a:cs typeface="+mn-ea"/>
                  <a:sym typeface="+mn-lt"/>
                </a:rPr>
                <a:t>高需高风险</a:t>
              </a:r>
              <a:endParaRPr kumimoji="0" lang="zh-CN" altLang="en-US" sz="1600" i="0" u="none" strike="noStrike" kern="0" cap="none" spc="0" normalizeH="0" baseline="0" noProof="0" dirty="0">
                <a:ln>
                  <a:noFill/>
                </a:ln>
                <a:effectLst/>
                <a:uLnTx/>
                <a:uFillTx/>
                <a:latin typeface="微软雅黑" panose="020B0503020204020204" charset="-122"/>
                <a:ea typeface="微软雅黑" panose="020B0503020204020204" charset="-122"/>
                <a:cs typeface="+mn-ea"/>
                <a:sym typeface="+mn-lt"/>
              </a:endParaRPr>
            </a:p>
          </p:txBody>
        </p:sp>
      </p:grpSp>
      <p:cxnSp>
        <p:nvCxnSpPr>
          <p:cNvPr id="158" name="直接箭头连接符 157"/>
          <p:cNvCxnSpPr/>
          <p:nvPr/>
        </p:nvCxnSpPr>
        <p:spPr>
          <a:xfrm>
            <a:off x="6371156" y="2895600"/>
            <a:ext cx="327259" cy="0"/>
          </a:xfrm>
          <a:prstGeom prst="straightConnector1">
            <a:avLst/>
          </a:prstGeom>
          <a:ln w="38100">
            <a:solidFill>
              <a:srgbClr val="588E32"/>
            </a:solidFill>
            <a:tailEnd type="triangle"/>
          </a:ln>
        </p:spPr>
        <p:style>
          <a:lnRef idx="1">
            <a:schemeClr val="accent1"/>
          </a:lnRef>
          <a:fillRef idx="0">
            <a:schemeClr val="accent1"/>
          </a:fillRef>
          <a:effectRef idx="0">
            <a:schemeClr val="accent1"/>
          </a:effectRef>
          <a:fontRef idx="minor">
            <a:schemeClr val="tx1"/>
          </a:fontRef>
        </p:style>
      </p:cxnSp>
      <p:grpSp>
        <p:nvGrpSpPr>
          <p:cNvPr id="159" name="组合 158"/>
          <p:cNvGrpSpPr/>
          <p:nvPr/>
        </p:nvGrpSpPr>
        <p:grpSpPr>
          <a:xfrm>
            <a:off x="6585587" y="2076450"/>
            <a:ext cx="901065" cy="1530350"/>
            <a:chOff x="6484954" y="1613457"/>
            <a:chExt cx="901115" cy="1313802"/>
          </a:xfrm>
          <a:effectLst>
            <a:outerShdw blurRad="50800" dist="38100" dir="5400000" algn="t" rotWithShape="0">
              <a:prstClr val="black">
                <a:alpha val="40000"/>
              </a:prstClr>
            </a:outerShdw>
          </a:effectLst>
        </p:grpSpPr>
        <p:sp>
          <p:nvSpPr>
            <p:cNvPr id="160" name="圆角矩形 92"/>
            <p:cNvSpPr/>
            <p:nvPr/>
          </p:nvSpPr>
          <p:spPr>
            <a:xfrm>
              <a:off x="6571952" y="1613457"/>
              <a:ext cx="773473" cy="1313802"/>
            </a:xfrm>
            <a:prstGeom prst="roundRect">
              <a:avLst>
                <a:gd name="adj" fmla="val 12168"/>
              </a:avLst>
            </a:prstGeom>
            <a:gradFill flip="none" rotWithShape="1">
              <a:gsLst>
                <a:gs pos="0">
                  <a:srgbClr val="588E32"/>
                </a:gs>
                <a:gs pos="100000">
                  <a:srgbClr val="588E32"/>
                </a:gs>
              </a:gsLst>
              <a:lin ang="2700000" scaled="1"/>
              <a:tileRect/>
            </a:gradFill>
            <a:ln w="9525" cap="flat" cmpd="sng" algn="ctr">
              <a:noFill/>
              <a:prstDash val="solid"/>
              <a:miter lim="800000"/>
            </a:ln>
            <a:effectLst>
              <a:outerShdw blurRad="558790" dist="152400" dir="5400000" sx="95000" sy="95000" algn="t" rotWithShape="0">
                <a:schemeClr val="tx1">
                  <a:alpha val="20000"/>
                </a:schemeClr>
              </a:outerShdw>
            </a:effectLst>
          </p:spPr>
          <p:txBody>
            <a:bodyPr rot="0" spcFirstLastPara="0" vertOverflow="overflow" horzOverflow="overflow" vert="horz" wrap="square" lIns="89407" tIns="44703" rIns="89407" bIns="44703"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760" kern="0" dirty="0">
                <a:solidFill>
                  <a:prstClr val="white"/>
                </a:solidFill>
                <a:cs typeface="+mn-ea"/>
                <a:sym typeface="+mn-lt"/>
              </a:endParaRPr>
            </a:p>
          </p:txBody>
        </p:sp>
        <p:sp>
          <p:nvSpPr>
            <p:cNvPr id="161" name="康帅slide13"/>
            <p:cNvSpPr txBox="1"/>
            <p:nvPr/>
          </p:nvSpPr>
          <p:spPr>
            <a:xfrm>
              <a:off x="6484954" y="1637440"/>
              <a:ext cx="901115" cy="113499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kern="0" dirty="0">
                  <a:solidFill>
                    <a:schemeClr val="bg1"/>
                  </a:solidFill>
                  <a:latin typeface="微软雅黑" panose="020B0503020204020204" charset="-122"/>
                  <a:ea typeface="微软雅黑" panose="020B0503020204020204" charset="-122"/>
                  <a:cs typeface="微软雅黑" panose="020B0503020204020204" charset="-122"/>
                  <a:sym typeface="+mn-lt"/>
                </a:rPr>
                <a:t>02</a:t>
              </a:r>
              <a:endParaRPr lang="en-US" altLang="zh-CN" sz="1600" kern="0" dirty="0">
                <a:solidFill>
                  <a:schemeClr val="bg1"/>
                </a:solidFill>
                <a:latin typeface="微软雅黑" panose="020B0503020204020204" charset="-122"/>
                <a:ea typeface="微软雅黑" panose="020B0503020204020204" charset="-122"/>
                <a:cs typeface="微软雅黑" panose="020B0503020204020204" charset="-122"/>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n-lt"/>
                </a:rPr>
                <a:t>退役军人保障需求分析</a:t>
              </a:r>
              <a:endParaRPr kumimoji="0" lang="zh-CN" altLang="en-US" sz="1600"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n-lt"/>
              </a:endParaRPr>
            </a:p>
          </p:txBody>
        </p:sp>
      </p:grpSp>
      <p:sp>
        <p:nvSpPr>
          <p:cNvPr id="191" name="箭头: 下 89"/>
          <p:cNvSpPr/>
          <p:nvPr/>
        </p:nvSpPr>
        <p:spPr>
          <a:xfrm>
            <a:off x="6752117" y="3646110"/>
            <a:ext cx="568636" cy="420491"/>
          </a:xfrm>
          <a:prstGeom prst="downArrow">
            <a:avLst>
              <a:gd name="adj1" fmla="val 50000"/>
              <a:gd name="adj2" fmla="val 42324"/>
            </a:avLst>
          </a:prstGeom>
          <a:solidFill>
            <a:sysClr val="window" lastClr="FFFFFF"/>
          </a:solidFill>
          <a:ln w="9525" cap="flat" cmpd="sng" algn="ctr">
            <a:gradFill flip="none" rotWithShape="1">
              <a:gsLst>
                <a:gs pos="0">
                  <a:schemeClr val="accent1">
                    <a:alpha val="0"/>
                  </a:schemeClr>
                </a:gs>
                <a:gs pos="100000">
                  <a:schemeClr val="accent1"/>
                </a:gs>
              </a:gsLst>
              <a:lin ang="5400000" scaled="1"/>
              <a:tileRect/>
            </a:gradFill>
            <a:prstDash val="solid"/>
            <a:miter lim="800000"/>
          </a:ln>
          <a:effectLst>
            <a:outerShdw blurRad="368300" dist="203200" dir="5400000" sx="98000" sy="98000" algn="t" rotWithShape="0">
              <a:schemeClr val="tx1">
                <a:alpha val="15000"/>
              </a:schemeClr>
            </a:outerShdw>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kern="0">
              <a:solidFill>
                <a:prstClr val="white"/>
              </a:solidFill>
              <a:cs typeface="+mn-ea"/>
              <a:sym typeface="+mn-lt"/>
            </a:endParaRPr>
          </a:p>
        </p:txBody>
      </p:sp>
      <p:grpSp>
        <p:nvGrpSpPr>
          <p:cNvPr id="192" name="组合 191"/>
          <p:cNvGrpSpPr/>
          <p:nvPr/>
        </p:nvGrpSpPr>
        <p:grpSpPr>
          <a:xfrm>
            <a:off x="6430010" y="4095750"/>
            <a:ext cx="1276350" cy="600966"/>
            <a:chOff x="10262375" y="4809101"/>
            <a:chExt cx="1512849" cy="394742"/>
          </a:xfrm>
        </p:grpSpPr>
        <p:sp>
          <p:nvSpPr>
            <p:cNvPr id="193" name="矩形: 圆角 184"/>
            <p:cNvSpPr/>
            <p:nvPr/>
          </p:nvSpPr>
          <p:spPr>
            <a:xfrm>
              <a:off x="10381927" y="4809101"/>
              <a:ext cx="1247253" cy="364193"/>
            </a:xfrm>
            <a:prstGeom prst="roundRect">
              <a:avLst>
                <a:gd name="adj" fmla="val 50000"/>
              </a:avLst>
            </a:prstGeom>
            <a:solidFill>
              <a:schemeClr val="bg1"/>
            </a:solidFill>
            <a:ln w="9525" cap="flat" cmpd="sng" algn="ctr">
              <a:solidFill>
                <a:schemeClr val="accent1"/>
              </a:solidFill>
              <a:prstDash val="dash"/>
              <a:miter lim="800000"/>
            </a:ln>
            <a:effectLst>
              <a:outerShdw blurRad="317500" dist="101600" dir="5400000" sx="98000" sy="98000" algn="t" rotWithShape="0">
                <a:schemeClr val="tx1">
                  <a:alpha val="15000"/>
                </a:schemeClr>
              </a:outerShdw>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600" kern="0">
                <a:cs typeface="+mn-ea"/>
                <a:sym typeface="+mn-lt"/>
              </a:endParaRPr>
            </a:p>
          </p:txBody>
        </p:sp>
        <p:sp>
          <p:nvSpPr>
            <p:cNvPr id="194" name="康帅slide13"/>
            <p:cNvSpPr txBox="1"/>
            <p:nvPr/>
          </p:nvSpPr>
          <p:spPr>
            <a:xfrm>
              <a:off x="10262375" y="4820531"/>
              <a:ext cx="1512849" cy="38331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i="0" u="none" strike="noStrike" kern="0" cap="none" spc="0" normalizeH="0" baseline="0" noProof="0" dirty="0">
                  <a:ln>
                    <a:noFill/>
                  </a:ln>
                  <a:effectLst/>
                  <a:uLnTx/>
                  <a:uFillTx/>
                  <a:latin typeface="微软雅黑" panose="020B0503020204020204" charset="-122"/>
                  <a:ea typeface="微软雅黑" panose="020B0503020204020204" charset="-122"/>
                  <a:cs typeface="+mn-ea"/>
                  <a:sym typeface="+mn-lt"/>
                </a:rPr>
                <a:t>Spearman</a:t>
              </a:r>
              <a:endParaRPr kumimoji="0" lang="en-US" altLang="zh-CN" sz="1600" i="0" u="none" strike="noStrike" kern="0" cap="none" spc="0" normalizeH="0" baseline="0" noProof="0" dirty="0">
                <a:ln>
                  <a:noFill/>
                </a:ln>
                <a:effectLst/>
                <a:uLnTx/>
                <a:uFillTx/>
                <a:latin typeface="微软雅黑" panose="020B0503020204020204" charset="-122"/>
                <a:ea typeface="微软雅黑" panose="020B0503020204020204"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i="0" u="none" strike="noStrike" kern="0" cap="none" spc="0" normalizeH="0" baseline="0" noProof="0" dirty="0">
                  <a:ln>
                    <a:noFill/>
                  </a:ln>
                  <a:effectLst/>
                  <a:uLnTx/>
                  <a:uFillTx/>
                  <a:latin typeface="微软雅黑" panose="020B0503020204020204" charset="-122"/>
                  <a:ea typeface="微软雅黑" panose="020B0503020204020204" charset="-122"/>
                  <a:cs typeface="+mn-ea"/>
                  <a:sym typeface="+mn-lt"/>
                </a:rPr>
                <a:t>系数</a:t>
              </a:r>
              <a:endParaRPr kumimoji="0" lang="zh-CN" altLang="en-US" sz="1600" i="0" u="none" strike="noStrike" kern="0" cap="none" spc="0" normalizeH="0" baseline="0" noProof="0" dirty="0">
                <a:ln>
                  <a:noFill/>
                </a:ln>
                <a:effectLst/>
                <a:uLnTx/>
                <a:uFillTx/>
                <a:latin typeface="微软雅黑" panose="020B0503020204020204" charset="-122"/>
                <a:ea typeface="微软雅黑" panose="020B0503020204020204" charset="-122"/>
                <a:cs typeface="+mn-ea"/>
                <a:sym typeface="+mn-lt"/>
              </a:endParaRPr>
            </a:p>
          </p:txBody>
        </p:sp>
      </p:grpSp>
      <p:grpSp>
        <p:nvGrpSpPr>
          <p:cNvPr id="195" name="组合 194"/>
          <p:cNvGrpSpPr/>
          <p:nvPr/>
        </p:nvGrpSpPr>
        <p:grpSpPr>
          <a:xfrm>
            <a:off x="6449695" y="4735195"/>
            <a:ext cx="1276350" cy="600966"/>
            <a:chOff x="10262375" y="4809101"/>
            <a:chExt cx="1512849" cy="394742"/>
          </a:xfrm>
        </p:grpSpPr>
        <p:sp>
          <p:nvSpPr>
            <p:cNvPr id="196" name="矩形: 圆角 184"/>
            <p:cNvSpPr/>
            <p:nvPr/>
          </p:nvSpPr>
          <p:spPr>
            <a:xfrm>
              <a:off x="10381927" y="4809101"/>
              <a:ext cx="1247253" cy="364193"/>
            </a:xfrm>
            <a:prstGeom prst="roundRect">
              <a:avLst>
                <a:gd name="adj" fmla="val 50000"/>
              </a:avLst>
            </a:prstGeom>
            <a:solidFill>
              <a:schemeClr val="bg1"/>
            </a:solidFill>
            <a:ln w="9525" cap="flat" cmpd="sng" algn="ctr">
              <a:solidFill>
                <a:schemeClr val="accent1"/>
              </a:solidFill>
              <a:prstDash val="dash"/>
              <a:miter lim="800000"/>
            </a:ln>
            <a:effectLst>
              <a:outerShdw blurRad="317500" dist="101600" dir="5400000" sx="98000" sy="98000" algn="t" rotWithShape="0">
                <a:schemeClr val="tx1">
                  <a:alpha val="15000"/>
                </a:schemeClr>
              </a:outerShdw>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600" kern="0">
                <a:cs typeface="+mn-ea"/>
                <a:sym typeface="+mn-lt"/>
              </a:endParaRPr>
            </a:p>
          </p:txBody>
        </p:sp>
        <p:sp>
          <p:nvSpPr>
            <p:cNvPr id="197" name="康帅slide13"/>
            <p:cNvSpPr txBox="1"/>
            <p:nvPr/>
          </p:nvSpPr>
          <p:spPr>
            <a:xfrm>
              <a:off x="10262375" y="4820531"/>
              <a:ext cx="1512849" cy="38331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i="0" u="none" strike="noStrike" kern="0" cap="none" spc="0" normalizeH="0" baseline="0" noProof="0" dirty="0">
                  <a:ln>
                    <a:noFill/>
                  </a:ln>
                  <a:effectLst/>
                  <a:uLnTx/>
                  <a:uFillTx/>
                  <a:latin typeface="微软雅黑" panose="020B0503020204020204" charset="-122"/>
                  <a:ea typeface="微软雅黑" panose="020B0503020204020204" charset="-122"/>
                  <a:cs typeface="+mn-ea"/>
                  <a:sym typeface="+mn-lt"/>
                </a:rPr>
                <a:t>灰色关联</a:t>
              </a:r>
              <a:endParaRPr kumimoji="0" lang="zh-CN" altLang="en-US" sz="1600" i="0" u="none" strike="noStrike" kern="0" cap="none" spc="0" normalizeH="0" baseline="0" noProof="0" dirty="0">
                <a:ln>
                  <a:noFill/>
                </a:ln>
                <a:effectLst/>
                <a:uLnTx/>
                <a:uFillTx/>
                <a:latin typeface="微软雅黑" panose="020B0503020204020204" charset="-122"/>
                <a:ea typeface="微软雅黑" panose="020B0503020204020204"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i="0" u="none" strike="noStrike" kern="0" cap="none" spc="0" normalizeH="0" baseline="0" noProof="0" dirty="0">
                  <a:ln>
                    <a:noFill/>
                  </a:ln>
                  <a:effectLst/>
                  <a:uLnTx/>
                  <a:uFillTx/>
                  <a:latin typeface="微软雅黑" panose="020B0503020204020204" charset="-122"/>
                  <a:ea typeface="微软雅黑" panose="020B0503020204020204" charset="-122"/>
                  <a:cs typeface="+mn-ea"/>
                  <a:sym typeface="+mn-lt"/>
                </a:rPr>
                <a:t>分析</a:t>
              </a:r>
              <a:endParaRPr kumimoji="0" lang="zh-CN" altLang="en-US" sz="1600" i="0" u="none" strike="noStrike" kern="0" cap="none" spc="0" normalizeH="0" baseline="0" noProof="0" dirty="0">
                <a:ln>
                  <a:noFill/>
                </a:ln>
                <a:effectLst/>
                <a:uLnTx/>
                <a:uFillTx/>
                <a:latin typeface="微软雅黑" panose="020B0503020204020204" charset="-122"/>
                <a:ea typeface="微软雅黑" panose="020B0503020204020204" charset="-122"/>
                <a:cs typeface="+mn-ea"/>
                <a:sym typeface="+mn-lt"/>
              </a:endParaRPr>
            </a:p>
          </p:txBody>
        </p:sp>
      </p:grpSp>
      <p:cxnSp>
        <p:nvCxnSpPr>
          <p:cNvPr id="201" name="直接箭头连接符 200"/>
          <p:cNvCxnSpPr/>
          <p:nvPr/>
        </p:nvCxnSpPr>
        <p:spPr>
          <a:xfrm>
            <a:off x="7439226" y="2895600"/>
            <a:ext cx="327259" cy="0"/>
          </a:xfrm>
          <a:prstGeom prst="straightConnector1">
            <a:avLst/>
          </a:prstGeom>
          <a:ln w="38100">
            <a:solidFill>
              <a:srgbClr val="588E32"/>
            </a:solidFill>
            <a:tailEnd type="triangle"/>
          </a:ln>
        </p:spPr>
        <p:style>
          <a:lnRef idx="1">
            <a:schemeClr val="accent1"/>
          </a:lnRef>
          <a:fillRef idx="0">
            <a:schemeClr val="accent1"/>
          </a:fillRef>
          <a:effectRef idx="0">
            <a:schemeClr val="accent1"/>
          </a:effectRef>
          <a:fontRef idx="minor">
            <a:schemeClr val="tx1"/>
          </a:fontRef>
        </p:style>
      </p:cxnSp>
      <p:grpSp>
        <p:nvGrpSpPr>
          <p:cNvPr id="202" name="组合 201"/>
          <p:cNvGrpSpPr/>
          <p:nvPr/>
        </p:nvGrpSpPr>
        <p:grpSpPr>
          <a:xfrm>
            <a:off x="7655562" y="2076450"/>
            <a:ext cx="901065" cy="1530350"/>
            <a:chOff x="6484954" y="1613457"/>
            <a:chExt cx="901115" cy="1313802"/>
          </a:xfrm>
          <a:effectLst>
            <a:outerShdw blurRad="50800" dist="38100" dir="5400000" algn="t" rotWithShape="0">
              <a:prstClr val="black">
                <a:alpha val="40000"/>
              </a:prstClr>
            </a:outerShdw>
          </a:effectLst>
        </p:grpSpPr>
        <p:sp>
          <p:nvSpPr>
            <p:cNvPr id="203" name="圆角矩形 92"/>
            <p:cNvSpPr/>
            <p:nvPr/>
          </p:nvSpPr>
          <p:spPr>
            <a:xfrm>
              <a:off x="6571952" y="1613457"/>
              <a:ext cx="773473" cy="1313802"/>
            </a:xfrm>
            <a:prstGeom prst="roundRect">
              <a:avLst>
                <a:gd name="adj" fmla="val 12168"/>
              </a:avLst>
            </a:prstGeom>
            <a:gradFill flip="none" rotWithShape="1">
              <a:gsLst>
                <a:gs pos="0">
                  <a:srgbClr val="588E32"/>
                </a:gs>
                <a:gs pos="100000">
                  <a:srgbClr val="588E32"/>
                </a:gs>
              </a:gsLst>
              <a:lin ang="2700000" scaled="1"/>
              <a:tileRect/>
            </a:gradFill>
            <a:ln w="9525" cap="flat" cmpd="sng" algn="ctr">
              <a:noFill/>
              <a:prstDash val="solid"/>
              <a:miter lim="800000"/>
            </a:ln>
            <a:effectLst>
              <a:outerShdw blurRad="558790" dist="152400" dir="5400000" sx="95000" sy="95000" algn="t" rotWithShape="0">
                <a:schemeClr val="tx1">
                  <a:alpha val="20000"/>
                </a:schemeClr>
              </a:outerShdw>
            </a:effectLst>
          </p:spPr>
          <p:txBody>
            <a:bodyPr rot="0" spcFirstLastPara="0" vertOverflow="overflow" horzOverflow="overflow" vert="horz" wrap="square" lIns="89407" tIns="44703" rIns="89407" bIns="44703"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760" kern="0" dirty="0">
                <a:solidFill>
                  <a:prstClr val="white"/>
                </a:solidFill>
                <a:cs typeface="+mn-ea"/>
                <a:sym typeface="+mn-lt"/>
              </a:endParaRPr>
            </a:p>
          </p:txBody>
        </p:sp>
        <p:sp>
          <p:nvSpPr>
            <p:cNvPr id="204" name="康帅slide13"/>
            <p:cNvSpPr txBox="1"/>
            <p:nvPr/>
          </p:nvSpPr>
          <p:spPr>
            <a:xfrm>
              <a:off x="6484954" y="1637440"/>
              <a:ext cx="901115" cy="113499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kern="0" dirty="0">
                  <a:solidFill>
                    <a:schemeClr val="bg1"/>
                  </a:solidFill>
                  <a:latin typeface="微软雅黑" panose="020B0503020204020204" charset="-122"/>
                  <a:ea typeface="微软雅黑" panose="020B0503020204020204" charset="-122"/>
                  <a:cs typeface="微软雅黑" panose="020B0503020204020204" charset="-122"/>
                  <a:sym typeface="+mn-lt"/>
                </a:rPr>
                <a:t>03</a:t>
              </a:r>
              <a:endParaRPr lang="en-US" altLang="zh-CN" sz="1600" kern="0" dirty="0">
                <a:solidFill>
                  <a:schemeClr val="bg1"/>
                </a:solidFill>
                <a:latin typeface="微软雅黑" panose="020B0503020204020204" charset="-122"/>
                <a:ea typeface="微软雅黑" panose="020B0503020204020204" charset="-122"/>
                <a:cs typeface="微软雅黑" panose="020B0503020204020204" charset="-122"/>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n-lt"/>
                </a:rPr>
                <a:t>退役军人商业险购买意愿</a:t>
              </a:r>
              <a:endParaRPr kumimoji="0" lang="zh-CN" altLang="en-US" sz="1600"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n-lt"/>
              </a:endParaRPr>
            </a:p>
          </p:txBody>
        </p:sp>
      </p:grpSp>
      <p:sp>
        <p:nvSpPr>
          <p:cNvPr id="205" name="箭头: 下 89"/>
          <p:cNvSpPr/>
          <p:nvPr/>
        </p:nvSpPr>
        <p:spPr>
          <a:xfrm>
            <a:off x="7854477" y="3634680"/>
            <a:ext cx="568636" cy="420491"/>
          </a:xfrm>
          <a:prstGeom prst="downArrow">
            <a:avLst>
              <a:gd name="adj1" fmla="val 50000"/>
              <a:gd name="adj2" fmla="val 42324"/>
            </a:avLst>
          </a:prstGeom>
          <a:solidFill>
            <a:sysClr val="window" lastClr="FFFFFF"/>
          </a:solidFill>
          <a:ln w="9525" cap="flat" cmpd="sng" algn="ctr">
            <a:gradFill flip="none" rotWithShape="1">
              <a:gsLst>
                <a:gs pos="0">
                  <a:schemeClr val="accent1">
                    <a:alpha val="0"/>
                  </a:schemeClr>
                </a:gs>
                <a:gs pos="100000">
                  <a:schemeClr val="accent1"/>
                </a:gs>
              </a:gsLst>
              <a:lin ang="5400000" scaled="1"/>
              <a:tileRect/>
            </a:gradFill>
            <a:prstDash val="solid"/>
            <a:miter lim="800000"/>
          </a:ln>
          <a:effectLst>
            <a:outerShdw blurRad="368300" dist="203200" dir="5400000" sx="98000" sy="98000" algn="t" rotWithShape="0">
              <a:schemeClr val="tx1">
                <a:alpha val="15000"/>
              </a:schemeClr>
            </a:outerShdw>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kern="0">
              <a:solidFill>
                <a:prstClr val="white"/>
              </a:solidFill>
              <a:cs typeface="+mn-ea"/>
              <a:sym typeface="+mn-lt"/>
            </a:endParaRPr>
          </a:p>
        </p:txBody>
      </p:sp>
      <p:grpSp>
        <p:nvGrpSpPr>
          <p:cNvPr id="206" name="组合 205"/>
          <p:cNvGrpSpPr/>
          <p:nvPr/>
        </p:nvGrpSpPr>
        <p:grpSpPr>
          <a:xfrm>
            <a:off x="7487288" y="4084320"/>
            <a:ext cx="1384935" cy="364490"/>
            <a:chOff x="10262375" y="4809101"/>
            <a:chExt cx="1512849" cy="364193"/>
          </a:xfrm>
        </p:grpSpPr>
        <p:sp>
          <p:nvSpPr>
            <p:cNvPr id="207" name="矩形: 圆角 184"/>
            <p:cNvSpPr/>
            <p:nvPr/>
          </p:nvSpPr>
          <p:spPr>
            <a:xfrm>
              <a:off x="10381927" y="4809101"/>
              <a:ext cx="1247253" cy="364193"/>
            </a:xfrm>
            <a:prstGeom prst="roundRect">
              <a:avLst>
                <a:gd name="adj" fmla="val 50000"/>
              </a:avLst>
            </a:prstGeom>
            <a:solidFill>
              <a:schemeClr val="bg1"/>
            </a:solidFill>
            <a:ln w="9525" cap="flat" cmpd="sng" algn="ctr">
              <a:solidFill>
                <a:schemeClr val="accent1"/>
              </a:solidFill>
              <a:prstDash val="dash"/>
              <a:miter lim="800000"/>
            </a:ln>
            <a:effectLst>
              <a:outerShdw blurRad="317500" dist="101600" dir="5400000" sx="98000" sy="98000" algn="t" rotWithShape="0">
                <a:schemeClr val="tx1">
                  <a:alpha val="15000"/>
                </a:schemeClr>
              </a:outerShdw>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600" kern="0">
                <a:cs typeface="+mn-ea"/>
                <a:sym typeface="+mn-lt"/>
              </a:endParaRPr>
            </a:p>
          </p:txBody>
        </p:sp>
        <p:sp>
          <p:nvSpPr>
            <p:cNvPr id="208" name="康帅slide13"/>
            <p:cNvSpPr txBox="1"/>
            <p:nvPr/>
          </p:nvSpPr>
          <p:spPr>
            <a:xfrm>
              <a:off x="10262375" y="4820531"/>
              <a:ext cx="1512849" cy="3369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i="0" u="none" strike="noStrike" kern="0" cap="none" spc="0" normalizeH="0" baseline="0" noProof="0" dirty="0">
                  <a:ln>
                    <a:noFill/>
                  </a:ln>
                  <a:effectLst/>
                  <a:uLnTx/>
                  <a:uFillTx/>
                  <a:latin typeface="微软雅黑" panose="020B0503020204020204" charset="-122"/>
                  <a:ea typeface="微软雅黑" panose="020B0503020204020204" charset="-122"/>
                  <a:cs typeface="+mn-ea"/>
                  <a:sym typeface="+mn-lt"/>
                </a:rPr>
                <a:t>层次回归</a:t>
              </a:r>
              <a:endParaRPr kumimoji="0" lang="zh-CN" altLang="en-US" sz="1600" i="0" u="none" strike="noStrike" kern="0" cap="none" spc="0" normalizeH="0" baseline="0" noProof="0" dirty="0">
                <a:ln>
                  <a:noFill/>
                </a:ln>
                <a:effectLst/>
                <a:uLnTx/>
                <a:uFillTx/>
                <a:latin typeface="微软雅黑" panose="020B0503020204020204" charset="-122"/>
                <a:ea typeface="微软雅黑" panose="020B0503020204020204" charset="-122"/>
                <a:cs typeface="+mn-ea"/>
                <a:sym typeface="+mn-lt"/>
              </a:endParaRPr>
            </a:p>
          </p:txBody>
        </p:sp>
      </p:grpSp>
      <p:grpSp>
        <p:nvGrpSpPr>
          <p:cNvPr id="209" name="组合 208"/>
          <p:cNvGrpSpPr/>
          <p:nvPr/>
        </p:nvGrpSpPr>
        <p:grpSpPr>
          <a:xfrm>
            <a:off x="7494908" y="4524375"/>
            <a:ext cx="1384935" cy="364490"/>
            <a:chOff x="10262375" y="4809101"/>
            <a:chExt cx="1512849" cy="364193"/>
          </a:xfrm>
        </p:grpSpPr>
        <p:sp>
          <p:nvSpPr>
            <p:cNvPr id="210" name="矩形: 圆角 184"/>
            <p:cNvSpPr/>
            <p:nvPr/>
          </p:nvSpPr>
          <p:spPr>
            <a:xfrm>
              <a:off x="10381927" y="4809101"/>
              <a:ext cx="1247253" cy="364193"/>
            </a:xfrm>
            <a:prstGeom prst="roundRect">
              <a:avLst>
                <a:gd name="adj" fmla="val 50000"/>
              </a:avLst>
            </a:prstGeom>
            <a:solidFill>
              <a:schemeClr val="bg1"/>
            </a:solidFill>
            <a:ln w="9525" cap="flat" cmpd="sng" algn="ctr">
              <a:solidFill>
                <a:schemeClr val="accent1"/>
              </a:solidFill>
              <a:prstDash val="dash"/>
              <a:miter lim="800000"/>
            </a:ln>
            <a:effectLst>
              <a:outerShdw blurRad="317500" dist="101600" dir="5400000" sx="98000" sy="98000" algn="t" rotWithShape="0">
                <a:schemeClr val="tx1">
                  <a:alpha val="15000"/>
                </a:schemeClr>
              </a:outerShdw>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600" kern="0">
                <a:cs typeface="+mn-ea"/>
                <a:sym typeface="+mn-lt"/>
              </a:endParaRPr>
            </a:p>
          </p:txBody>
        </p:sp>
        <p:sp>
          <p:nvSpPr>
            <p:cNvPr id="211" name="康帅slide13"/>
            <p:cNvSpPr txBox="1"/>
            <p:nvPr/>
          </p:nvSpPr>
          <p:spPr>
            <a:xfrm>
              <a:off x="10262375" y="4820531"/>
              <a:ext cx="1512849" cy="3369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i="0" u="none" strike="noStrike" kern="0" cap="none" spc="0" normalizeH="0" baseline="0" noProof="0" dirty="0">
                  <a:ln>
                    <a:noFill/>
                  </a:ln>
                  <a:effectLst/>
                  <a:uLnTx/>
                  <a:uFillTx/>
                  <a:latin typeface="微软雅黑" panose="020B0503020204020204" charset="-122"/>
                  <a:ea typeface="微软雅黑" panose="020B0503020204020204" charset="-122"/>
                  <a:cs typeface="+mn-ea"/>
                  <a:sym typeface="+mn-lt"/>
                </a:rPr>
                <a:t>机器学习</a:t>
              </a:r>
              <a:endParaRPr kumimoji="0" lang="zh-CN" altLang="en-US" sz="1600" i="0" u="none" strike="noStrike" kern="0" cap="none" spc="0" normalizeH="0" baseline="0" noProof="0" dirty="0">
                <a:ln>
                  <a:noFill/>
                </a:ln>
                <a:effectLst/>
                <a:uLnTx/>
                <a:uFillTx/>
                <a:latin typeface="微软雅黑" panose="020B0503020204020204" charset="-122"/>
                <a:ea typeface="微软雅黑" panose="020B0503020204020204" charset="-122"/>
                <a:cs typeface="+mn-ea"/>
                <a:sym typeface="+mn-lt"/>
              </a:endParaRPr>
            </a:p>
          </p:txBody>
        </p:sp>
      </p:grpSp>
      <p:cxnSp>
        <p:nvCxnSpPr>
          <p:cNvPr id="212" name="直接箭头连接符 211"/>
          <p:cNvCxnSpPr/>
          <p:nvPr/>
        </p:nvCxnSpPr>
        <p:spPr>
          <a:xfrm>
            <a:off x="8516186" y="2895600"/>
            <a:ext cx="327259" cy="0"/>
          </a:xfrm>
          <a:prstGeom prst="straightConnector1">
            <a:avLst/>
          </a:prstGeom>
          <a:ln w="38100">
            <a:solidFill>
              <a:srgbClr val="588E32"/>
            </a:solidFill>
            <a:tailEnd type="triangle"/>
          </a:ln>
        </p:spPr>
        <p:style>
          <a:lnRef idx="1">
            <a:schemeClr val="accent1"/>
          </a:lnRef>
          <a:fillRef idx="0">
            <a:schemeClr val="accent1"/>
          </a:fillRef>
          <a:effectRef idx="0">
            <a:schemeClr val="accent1"/>
          </a:effectRef>
          <a:fontRef idx="minor">
            <a:schemeClr val="tx1"/>
          </a:fontRef>
        </p:style>
      </p:cxnSp>
      <p:grpSp>
        <p:nvGrpSpPr>
          <p:cNvPr id="213" name="组合 212"/>
          <p:cNvGrpSpPr/>
          <p:nvPr/>
        </p:nvGrpSpPr>
        <p:grpSpPr>
          <a:xfrm>
            <a:off x="8726807" y="2076450"/>
            <a:ext cx="901065" cy="1530350"/>
            <a:chOff x="6484954" y="1613457"/>
            <a:chExt cx="901115" cy="1313802"/>
          </a:xfrm>
          <a:effectLst>
            <a:outerShdw blurRad="50800" dist="38100" dir="5400000" algn="t" rotWithShape="0">
              <a:prstClr val="black">
                <a:alpha val="40000"/>
              </a:prstClr>
            </a:outerShdw>
          </a:effectLst>
        </p:grpSpPr>
        <p:sp>
          <p:nvSpPr>
            <p:cNvPr id="214" name="圆角矩形 92"/>
            <p:cNvSpPr/>
            <p:nvPr/>
          </p:nvSpPr>
          <p:spPr>
            <a:xfrm>
              <a:off x="6571952" y="1613457"/>
              <a:ext cx="773473" cy="1313802"/>
            </a:xfrm>
            <a:prstGeom prst="roundRect">
              <a:avLst>
                <a:gd name="adj" fmla="val 12168"/>
              </a:avLst>
            </a:prstGeom>
            <a:gradFill flip="none" rotWithShape="1">
              <a:gsLst>
                <a:gs pos="0">
                  <a:srgbClr val="588E32"/>
                </a:gs>
                <a:gs pos="100000">
                  <a:srgbClr val="588E32"/>
                </a:gs>
              </a:gsLst>
              <a:lin ang="2700000" scaled="1"/>
              <a:tileRect/>
            </a:gradFill>
            <a:ln w="9525" cap="flat" cmpd="sng" algn="ctr">
              <a:noFill/>
              <a:prstDash val="solid"/>
              <a:miter lim="800000"/>
            </a:ln>
            <a:effectLst>
              <a:outerShdw blurRad="558790" dist="152400" dir="5400000" sx="95000" sy="95000" algn="t" rotWithShape="0">
                <a:schemeClr val="tx1">
                  <a:alpha val="20000"/>
                </a:schemeClr>
              </a:outerShdw>
            </a:effectLst>
          </p:spPr>
          <p:txBody>
            <a:bodyPr rot="0" spcFirstLastPara="0" vertOverflow="overflow" horzOverflow="overflow" vert="horz" wrap="square" lIns="89407" tIns="44703" rIns="89407" bIns="44703"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760" kern="0" dirty="0">
                <a:solidFill>
                  <a:prstClr val="white"/>
                </a:solidFill>
                <a:cs typeface="+mn-ea"/>
                <a:sym typeface="+mn-lt"/>
              </a:endParaRPr>
            </a:p>
          </p:txBody>
        </p:sp>
        <p:sp>
          <p:nvSpPr>
            <p:cNvPr id="215" name="康帅slide13"/>
            <p:cNvSpPr txBox="1"/>
            <p:nvPr/>
          </p:nvSpPr>
          <p:spPr>
            <a:xfrm>
              <a:off x="6484954" y="1637440"/>
              <a:ext cx="901115" cy="92402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kern="0" dirty="0">
                  <a:solidFill>
                    <a:schemeClr val="bg1"/>
                  </a:solidFill>
                  <a:latin typeface="微软雅黑" panose="020B0503020204020204" charset="-122"/>
                  <a:ea typeface="微软雅黑" panose="020B0503020204020204" charset="-122"/>
                  <a:cs typeface="微软雅黑" panose="020B0503020204020204" charset="-122"/>
                  <a:sym typeface="+mn-lt"/>
                </a:rPr>
                <a:t>04</a:t>
              </a:r>
              <a:endParaRPr lang="en-US" altLang="zh-CN" sz="1600" kern="0" dirty="0">
                <a:solidFill>
                  <a:schemeClr val="bg1"/>
                </a:solidFill>
                <a:latin typeface="微软雅黑" panose="020B0503020204020204" charset="-122"/>
                <a:ea typeface="微软雅黑" panose="020B0503020204020204" charset="-122"/>
                <a:cs typeface="微软雅黑" panose="020B0503020204020204" charset="-122"/>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n-lt"/>
                </a:rPr>
                <a:t>结构方程模型实证</a:t>
              </a:r>
              <a:endParaRPr kumimoji="0" lang="zh-CN" altLang="en-US" sz="1600"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n-lt"/>
              </a:endParaRPr>
            </a:p>
          </p:txBody>
        </p:sp>
      </p:grpSp>
      <p:cxnSp>
        <p:nvCxnSpPr>
          <p:cNvPr id="216" name="直接箭头连接符 215"/>
          <p:cNvCxnSpPr/>
          <p:nvPr/>
        </p:nvCxnSpPr>
        <p:spPr>
          <a:xfrm>
            <a:off x="9501706" y="2895600"/>
            <a:ext cx="327259" cy="0"/>
          </a:xfrm>
          <a:prstGeom prst="straightConnector1">
            <a:avLst/>
          </a:prstGeom>
          <a:ln w="38100">
            <a:solidFill>
              <a:srgbClr val="588E32"/>
            </a:solidFill>
            <a:tailEnd type="triangle"/>
          </a:ln>
        </p:spPr>
        <p:style>
          <a:lnRef idx="1">
            <a:schemeClr val="accent1"/>
          </a:lnRef>
          <a:fillRef idx="0">
            <a:schemeClr val="accent1"/>
          </a:fillRef>
          <a:effectRef idx="0">
            <a:schemeClr val="accent1"/>
          </a:effectRef>
          <a:fontRef idx="minor">
            <a:schemeClr val="tx1"/>
          </a:fontRef>
        </p:style>
      </p:cxnSp>
      <p:grpSp>
        <p:nvGrpSpPr>
          <p:cNvPr id="217" name="组合 216"/>
          <p:cNvGrpSpPr/>
          <p:nvPr/>
        </p:nvGrpSpPr>
        <p:grpSpPr>
          <a:xfrm>
            <a:off x="9801635" y="2424205"/>
            <a:ext cx="944060" cy="944060"/>
            <a:chOff x="703405" y="3197021"/>
            <a:chExt cx="944060" cy="944060"/>
          </a:xfrm>
        </p:grpSpPr>
        <p:sp>
          <p:nvSpPr>
            <p:cNvPr id="218" name="椭圆 217"/>
            <p:cNvSpPr/>
            <p:nvPr/>
          </p:nvSpPr>
          <p:spPr>
            <a:xfrm>
              <a:off x="703405" y="3197021"/>
              <a:ext cx="944060" cy="944060"/>
            </a:xfrm>
            <a:prstGeom prst="ellipse">
              <a:avLst/>
            </a:prstGeom>
            <a:solidFill>
              <a:schemeClr val="bg1"/>
            </a:solidFill>
            <a:ln w="9525">
              <a:gradFill>
                <a:gsLst>
                  <a:gs pos="0">
                    <a:schemeClr val="accent1">
                      <a:alpha val="0"/>
                    </a:schemeClr>
                  </a:gs>
                  <a:gs pos="100000">
                    <a:schemeClr val="accent1"/>
                  </a:gs>
                </a:gsLst>
                <a:lin ang="5400000" scaled="1"/>
              </a:gradFill>
            </a:ln>
            <a:effectLst>
              <a:outerShdw blurRad="317500" dist="152400" dir="5400000" sx="98000" sy="98000" algn="t" rotWithShape="0">
                <a:srgbClr val="4F9D5D">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cs typeface="+mn-ea"/>
                <a:sym typeface="+mn-lt"/>
              </a:endParaRPr>
            </a:p>
          </p:txBody>
        </p:sp>
        <p:sp>
          <p:nvSpPr>
            <p:cNvPr id="219" name="文本框 218"/>
            <p:cNvSpPr txBox="1"/>
            <p:nvPr/>
          </p:nvSpPr>
          <p:spPr>
            <a:xfrm>
              <a:off x="829996" y="3329674"/>
              <a:ext cx="690880" cy="70675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产品</a:t>
              </a:r>
              <a:endParaRPr kumimoji="0" lang="zh-CN" altLang="en-US" sz="20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设计</a:t>
              </a:r>
              <a:endParaRPr kumimoji="0" lang="zh-CN" altLang="en-US" sz="20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endParaRPr>
            </a:p>
          </p:txBody>
        </p:sp>
      </p:grpSp>
      <p:sp>
        <p:nvSpPr>
          <p:cNvPr id="221" name="箭头: 下 89"/>
          <p:cNvSpPr/>
          <p:nvPr/>
        </p:nvSpPr>
        <p:spPr>
          <a:xfrm>
            <a:off x="9979187" y="3392745"/>
            <a:ext cx="568636" cy="420491"/>
          </a:xfrm>
          <a:prstGeom prst="downArrow">
            <a:avLst>
              <a:gd name="adj1" fmla="val 50000"/>
              <a:gd name="adj2" fmla="val 42324"/>
            </a:avLst>
          </a:prstGeom>
          <a:solidFill>
            <a:sysClr val="window" lastClr="FFFFFF"/>
          </a:solidFill>
          <a:ln w="9525" cap="flat" cmpd="sng" algn="ctr">
            <a:gradFill flip="none" rotWithShape="1">
              <a:gsLst>
                <a:gs pos="0">
                  <a:schemeClr val="accent1">
                    <a:alpha val="0"/>
                  </a:schemeClr>
                </a:gs>
                <a:gs pos="100000">
                  <a:schemeClr val="accent1"/>
                </a:gs>
              </a:gsLst>
              <a:lin ang="5400000" scaled="1"/>
              <a:tileRect/>
            </a:gradFill>
            <a:prstDash val="solid"/>
            <a:miter lim="800000"/>
          </a:ln>
          <a:effectLst>
            <a:outerShdw blurRad="368300" dist="203200" dir="5400000" sx="98000" sy="98000" algn="t" rotWithShape="0">
              <a:schemeClr val="tx1">
                <a:alpha val="15000"/>
              </a:schemeClr>
            </a:outerShdw>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kern="0">
              <a:solidFill>
                <a:prstClr val="white"/>
              </a:solidFill>
              <a:cs typeface="+mn-ea"/>
              <a:sym typeface="+mn-lt"/>
            </a:endParaRPr>
          </a:p>
        </p:txBody>
      </p:sp>
      <p:grpSp>
        <p:nvGrpSpPr>
          <p:cNvPr id="222" name="组合 221"/>
          <p:cNvGrpSpPr/>
          <p:nvPr/>
        </p:nvGrpSpPr>
        <p:grpSpPr>
          <a:xfrm>
            <a:off x="9653908" y="3857625"/>
            <a:ext cx="1384935" cy="364490"/>
            <a:chOff x="10262375" y="4809101"/>
            <a:chExt cx="1512849" cy="364193"/>
          </a:xfrm>
        </p:grpSpPr>
        <p:sp>
          <p:nvSpPr>
            <p:cNvPr id="223" name="矩形: 圆角 184"/>
            <p:cNvSpPr/>
            <p:nvPr/>
          </p:nvSpPr>
          <p:spPr>
            <a:xfrm>
              <a:off x="10381927" y="4809101"/>
              <a:ext cx="1247253" cy="364193"/>
            </a:xfrm>
            <a:prstGeom prst="roundRect">
              <a:avLst>
                <a:gd name="adj" fmla="val 50000"/>
              </a:avLst>
            </a:prstGeom>
            <a:solidFill>
              <a:schemeClr val="bg1"/>
            </a:solidFill>
            <a:ln w="9525" cap="flat" cmpd="sng" algn="ctr">
              <a:solidFill>
                <a:schemeClr val="accent1"/>
              </a:solidFill>
              <a:prstDash val="dash"/>
              <a:miter lim="800000"/>
            </a:ln>
            <a:effectLst>
              <a:outerShdw blurRad="317500" dist="101600" dir="5400000" sx="98000" sy="98000" algn="t" rotWithShape="0">
                <a:schemeClr val="tx1">
                  <a:alpha val="15000"/>
                </a:schemeClr>
              </a:outerShdw>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600" kern="0">
                <a:cs typeface="+mn-ea"/>
                <a:sym typeface="+mn-lt"/>
              </a:endParaRPr>
            </a:p>
          </p:txBody>
        </p:sp>
        <p:sp>
          <p:nvSpPr>
            <p:cNvPr id="224" name="康帅slide13"/>
            <p:cNvSpPr txBox="1"/>
            <p:nvPr/>
          </p:nvSpPr>
          <p:spPr>
            <a:xfrm>
              <a:off x="10262375" y="4820531"/>
              <a:ext cx="1512849" cy="3369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i="0" u="none" strike="noStrike" kern="0" cap="none" spc="0" normalizeH="0" baseline="0" noProof="0" dirty="0">
                  <a:ln>
                    <a:noFill/>
                  </a:ln>
                  <a:effectLst/>
                  <a:uLnTx/>
                  <a:uFillTx/>
                  <a:latin typeface="微软雅黑" panose="020B0503020204020204" charset="-122"/>
                  <a:ea typeface="微软雅黑" panose="020B0503020204020204" charset="-122"/>
                  <a:cs typeface="+mn-ea"/>
                  <a:sym typeface="+mn-lt"/>
                </a:rPr>
                <a:t>精算模型</a:t>
              </a:r>
              <a:endParaRPr kumimoji="0" lang="zh-CN" altLang="en-US" sz="1600" i="0" u="none" strike="noStrike" kern="0" cap="none" spc="0" normalizeH="0" baseline="0" noProof="0" dirty="0">
                <a:ln>
                  <a:noFill/>
                </a:ln>
                <a:effectLst/>
                <a:uLnTx/>
                <a:uFillTx/>
                <a:latin typeface="微软雅黑" panose="020B0503020204020204" charset="-122"/>
                <a:ea typeface="微软雅黑" panose="020B0503020204020204" charset="-122"/>
                <a:cs typeface="+mn-ea"/>
                <a:sym typeface="+mn-lt"/>
              </a:endParaRPr>
            </a:p>
          </p:txBody>
        </p:sp>
      </p:grpSp>
      <p:grpSp>
        <p:nvGrpSpPr>
          <p:cNvPr id="225" name="组合 224"/>
          <p:cNvGrpSpPr/>
          <p:nvPr/>
        </p:nvGrpSpPr>
        <p:grpSpPr>
          <a:xfrm>
            <a:off x="9664068" y="4281805"/>
            <a:ext cx="1384935" cy="364490"/>
            <a:chOff x="10262375" y="4809101"/>
            <a:chExt cx="1512849" cy="364193"/>
          </a:xfrm>
        </p:grpSpPr>
        <p:sp>
          <p:nvSpPr>
            <p:cNvPr id="226" name="矩形: 圆角 184"/>
            <p:cNvSpPr/>
            <p:nvPr/>
          </p:nvSpPr>
          <p:spPr>
            <a:xfrm>
              <a:off x="10381927" y="4809101"/>
              <a:ext cx="1247253" cy="364193"/>
            </a:xfrm>
            <a:prstGeom prst="roundRect">
              <a:avLst>
                <a:gd name="adj" fmla="val 50000"/>
              </a:avLst>
            </a:prstGeom>
            <a:solidFill>
              <a:schemeClr val="bg1"/>
            </a:solidFill>
            <a:ln w="9525" cap="flat" cmpd="sng" algn="ctr">
              <a:solidFill>
                <a:schemeClr val="accent1"/>
              </a:solidFill>
              <a:prstDash val="dash"/>
              <a:miter lim="800000"/>
            </a:ln>
            <a:effectLst>
              <a:outerShdw blurRad="317500" dist="101600" dir="5400000" sx="98000" sy="98000" algn="t" rotWithShape="0">
                <a:schemeClr val="tx1">
                  <a:alpha val="15000"/>
                </a:schemeClr>
              </a:outerShdw>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600" kern="0">
                <a:cs typeface="+mn-ea"/>
                <a:sym typeface="+mn-lt"/>
              </a:endParaRPr>
            </a:p>
          </p:txBody>
        </p:sp>
        <p:sp>
          <p:nvSpPr>
            <p:cNvPr id="227" name="康帅slide13"/>
            <p:cNvSpPr txBox="1"/>
            <p:nvPr/>
          </p:nvSpPr>
          <p:spPr>
            <a:xfrm>
              <a:off x="10262375" y="4820531"/>
              <a:ext cx="1512849" cy="3369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i="0" u="none" strike="noStrike" kern="0" cap="none" spc="0" normalizeH="0" baseline="0" noProof="0" dirty="0">
                  <a:ln>
                    <a:noFill/>
                  </a:ln>
                  <a:effectLst/>
                  <a:uLnTx/>
                  <a:uFillTx/>
                  <a:latin typeface="微软雅黑" panose="020B0503020204020204" charset="-122"/>
                  <a:ea typeface="微软雅黑" panose="020B0503020204020204" charset="-122"/>
                  <a:cs typeface="+mn-ea"/>
                  <a:sym typeface="+mn-lt"/>
                </a:rPr>
                <a:t>个性化</a:t>
              </a:r>
              <a:r>
                <a:rPr kumimoji="0" lang="zh-CN" altLang="en-US" sz="1600" i="0" u="none" strike="noStrike" kern="0" cap="none" spc="0" normalizeH="0" baseline="0" noProof="0" dirty="0">
                  <a:ln>
                    <a:noFill/>
                  </a:ln>
                  <a:effectLst/>
                  <a:uLnTx/>
                  <a:uFillTx/>
                  <a:latin typeface="微软雅黑" panose="020B0503020204020204" charset="-122"/>
                  <a:ea typeface="微软雅黑" panose="020B0503020204020204" charset="-122"/>
                  <a:cs typeface="+mn-ea"/>
                  <a:sym typeface="+mn-lt"/>
                </a:rPr>
                <a:t>定价</a:t>
              </a:r>
              <a:endParaRPr kumimoji="0" lang="zh-CN" altLang="en-US" sz="1600" i="0" u="none" strike="noStrike" kern="0" cap="none" spc="0" normalizeH="0" baseline="0" noProof="0" dirty="0">
                <a:ln>
                  <a:noFill/>
                </a:ln>
                <a:effectLst/>
                <a:uLnTx/>
                <a:uFillTx/>
                <a:latin typeface="微软雅黑" panose="020B0503020204020204" charset="-122"/>
                <a:ea typeface="微软雅黑" panose="020B0503020204020204" charset="-122"/>
                <a:cs typeface="+mn-ea"/>
                <a:sym typeface="+mn-lt"/>
              </a:endParaRPr>
            </a:p>
          </p:txBody>
        </p:sp>
      </p:grpSp>
      <p:cxnSp>
        <p:nvCxnSpPr>
          <p:cNvPr id="228" name="直接箭头连接符 227"/>
          <p:cNvCxnSpPr/>
          <p:nvPr/>
        </p:nvCxnSpPr>
        <p:spPr>
          <a:xfrm>
            <a:off x="10745671" y="2895600"/>
            <a:ext cx="327259" cy="0"/>
          </a:xfrm>
          <a:prstGeom prst="straightConnector1">
            <a:avLst/>
          </a:prstGeom>
          <a:ln w="38100">
            <a:solidFill>
              <a:srgbClr val="588E32"/>
            </a:solidFill>
            <a:tailEnd type="triangle"/>
          </a:ln>
        </p:spPr>
        <p:style>
          <a:lnRef idx="1">
            <a:schemeClr val="accent1"/>
          </a:lnRef>
          <a:fillRef idx="0">
            <a:schemeClr val="accent1"/>
          </a:fillRef>
          <a:effectRef idx="0">
            <a:schemeClr val="accent1"/>
          </a:effectRef>
          <a:fontRef idx="minor">
            <a:schemeClr val="tx1"/>
          </a:fontRef>
        </p:style>
      </p:cxnSp>
      <p:grpSp>
        <p:nvGrpSpPr>
          <p:cNvPr id="229" name="组合 228"/>
          <p:cNvGrpSpPr/>
          <p:nvPr/>
        </p:nvGrpSpPr>
        <p:grpSpPr>
          <a:xfrm>
            <a:off x="11072496" y="2424205"/>
            <a:ext cx="944880" cy="944060"/>
            <a:chOff x="702996" y="3197021"/>
            <a:chExt cx="944880" cy="944060"/>
          </a:xfrm>
        </p:grpSpPr>
        <p:sp>
          <p:nvSpPr>
            <p:cNvPr id="230" name="椭圆 229"/>
            <p:cNvSpPr/>
            <p:nvPr/>
          </p:nvSpPr>
          <p:spPr>
            <a:xfrm>
              <a:off x="703405" y="3197021"/>
              <a:ext cx="944060" cy="944060"/>
            </a:xfrm>
            <a:prstGeom prst="ellipse">
              <a:avLst/>
            </a:prstGeom>
            <a:solidFill>
              <a:schemeClr val="bg1"/>
            </a:solidFill>
            <a:ln w="9525">
              <a:gradFill>
                <a:gsLst>
                  <a:gs pos="0">
                    <a:schemeClr val="accent1">
                      <a:alpha val="0"/>
                    </a:schemeClr>
                  </a:gs>
                  <a:gs pos="100000">
                    <a:schemeClr val="accent1"/>
                  </a:gs>
                </a:gsLst>
                <a:lin ang="5400000" scaled="1"/>
              </a:gradFill>
            </a:ln>
            <a:effectLst>
              <a:outerShdw blurRad="317500" dist="152400" dir="5400000" sx="98000" sy="98000" algn="t" rotWithShape="0">
                <a:srgbClr val="4F9D5D">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cs typeface="+mn-ea"/>
                <a:sym typeface="+mn-lt"/>
              </a:endParaRPr>
            </a:p>
          </p:txBody>
        </p:sp>
        <p:sp>
          <p:nvSpPr>
            <p:cNvPr id="231" name="文本框 230"/>
            <p:cNvSpPr txBox="1"/>
            <p:nvPr/>
          </p:nvSpPr>
          <p:spPr>
            <a:xfrm>
              <a:off x="702996" y="3329674"/>
              <a:ext cx="944880" cy="70675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结论与</a:t>
              </a:r>
              <a:endParaRPr kumimoji="0" lang="zh-CN" altLang="en-US" sz="20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建议</a:t>
              </a:r>
              <a:endParaRPr kumimoji="0" lang="zh-CN" altLang="en-US" sz="20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endParaRPr>
            </a:p>
          </p:txBody>
        </p:sp>
      </p:grpSp>
      <p:grpSp>
        <p:nvGrpSpPr>
          <p:cNvPr id="2" name="组合 1"/>
          <p:cNvGrpSpPr/>
          <p:nvPr/>
        </p:nvGrpSpPr>
        <p:grpSpPr>
          <a:xfrm>
            <a:off x="9693278" y="4751070"/>
            <a:ext cx="1384935" cy="364490"/>
            <a:chOff x="10262375" y="4809101"/>
            <a:chExt cx="1512849" cy="364193"/>
          </a:xfrm>
        </p:grpSpPr>
        <p:sp>
          <p:nvSpPr>
            <p:cNvPr id="81" name="矩形: 圆角 184"/>
            <p:cNvSpPr/>
            <p:nvPr/>
          </p:nvSpPr>
          <p:spPr>
            <a:xfrm>
              <a:off x="10381927" y="4809101"/>
              <a:ext cx="1247253" cy="364193"/>
            </a:xfrm>
            <a:prstGeom prst="roundRect">
              <a:avLst>
                <a:gd name="adj" fmla="val 50000"/>
              </a:avLst>
            </a:prstGeom>
            <a:solidFill>
              <a:schemeClr val="bg1"/>
            </a:solidFill>
            <a:ln w="9525" cap="flat" cmpd="sng" algn="ctr">
              <a:solidFill>
                <a:schemeClr val="accent1"/>
              </a:solidFill>
              <a:prstDash val="dash"/>
              <a:miter lim="800000"/>
            </a:ln>
            <a:effectLst>
              <a:outerShdw blurRad="317500" dist="101600" dir="5400000" sx="98000" sy="98000" algn="t" rotWithShape="0">
                <a:schemeClr val="tx1">
                  <a:alpha val="15000"/>
                </a:schemeClr>
              </a:outerShdw>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600" kern="0">
                <a:cs typeface="+mn-ea"/>
                <a:sym typeface="+mn-lt"/>
              </a:endParaRPr>
            </a:p>
          </p:txBody>
        </p:sp>
        <p:sp>
          <p:nvSpPr>
            <p:cNvPr id="82" name="康帅slide13"/>
            <p:cNvSpPr txBox="1"/>
            <p:nvPr/>
          </p:nvSpPr>
          <p:spPr>
            <a:xfrm>
              <a:off x="10262375" y="4820531"/>
              <a:ext cx="1512849" cy="3369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i="0" u="none" strike="noStrike" kern="0" cap="none" spc="0" normalizeH="0" baseline="0" noProof="0" dirty="0">
                  <a:ln>
                    <a:noFill/>
                  </a:ln>
                  <a:effectLst/>
                  <a:uLnTx/>
                  <a:uFillTx/>
                  <a:latin typeface="微软雅黑" panose="020B0503020204020204" charset="-122"/>
                  <a:ea typeface="微软雅黑" panose="020B0503020204020204" charset="-122"/>
                  <a:cs typeface="+mn-ea"/>
                  <a:sym typeface="+mn-lt"/>
                </a:rPr>
                <a:t>专家点评</a:t>
              </a:r>
              <a:endParaRPr kumimoji="0" lang="zh-CN" altLang="en-US" sz="1600" i="0" u="none" strike="noStrike" kern="0" cap="none" spc="0" normalizeH="0" baseline="0" noProof="0" dirty="0">
                <a:ln>
                  <a:noFill/>
                </a:ln>
                <a:effectLst/>
                <a:uLnTx/>
                <a:uFillTx/>
                <a:latin typeface="微软雅黑" panose="020B0503020204020204" charset="-122"/>
                <a:ea typeface="微软雅黑" panose="020B0503020204020204" charset="-122"/>
                <a:cs typeface="+mn-ea"/>
                <a:sym typeface="+mn-lt"/>
              </a:endParaRPr>
            </a:p>
          </p:txBody>
        </p:sp>
      </p:grpSp>
      <p:sp>
        <p:nvSpPr>
          <p:cNvPr id="119" name="圆角矩形 118"/>
          <p:cNvSpPr/>
          <p:nvPr/>
        </p:nvSpPr>
        <p:spPr>
          <a:xfrm>
            <a:off x="894715" y="1591945"/>
            <a:ext cx="1169670" cy="2672715"/>
          </a:xfrm>
          <a:prstGeom prst="roundRect">
            <a:avLst/>
          </a:prstGeom>
          <a:noFill/>
          <a:ln w="57150" cap="flat" cmpd="sng" algn="ctr">
            <a:solidFill>
              <a:srgbClr val="FFC000"/>
            </a:solidFill>
            <a:prstDash val="solid"/>
            <a:miter lim="800000"/>
          </a:ln>
          <a:extLst>
            <a:ext uri="{909E8E84-426E-40DD-AFC4-6F175D3DCCD1}">
              <a14:hiddenFill xmlns:a14="http://schemas.microsoft.com/office/drawing/2010/main">
                <a:gradFill>
                  <a:gsLst>
                    <a:gs pos="0">
                      <a:srgbClr val="0070D6">
                        <a:lumMod val="40000"/>
                        <a:lumOff val="60000"/>
                      </a:srgbClr>
                    </a:gs>
                    <a:gs pos="100000">
                      <a:srgbClr val="0070D6">
                        <a:lumMod val="75000"/>
                      </a:srgbClr>
                    </a:gs>
                  </a:gsLst>
                  <a:lin ang="0" scaled="0"/>
                </a:gradFill>
              </a14:hiddenFill>
            </a:ext>
          </a:extLst>
        </p:spPr>
        <p:txBody>
          <a:bodyPr wrap="square" rtlCol="0" anchor="ctr">
            <a:noAutofit/>
          </a:bodyPr>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cs"/>
            </a:endParaRPr>
          </a:p>
        </p:txBody>
      </p:sp>
      <p:sp>
        <p:nvSpPr>
          <p:cNvPr id="87" name="圆角矩形 86"/>
          <p:cNvSpPr/>
          <p:nvPr/>
        </p:nvSpPr>
        <p:spPr>
          <a:xfrm>
            <a:off x="2191385" y="1556385"/>
            <a:ext cx="7501890" cy="3937635"/>
          </a:xfrm>
          <a:prstGeom prst="roundRect">
            <a:avLst/>
          </a:prstGeom>
          <a:noFill/>
          <a:ln w="57150" cap="flat" cmpd="sng" algn="ctr">
            <a:solidFill>
              <a:srgbClr val="FFC000"/>
            </a:solidFill>
            <a:prstDash val="solid"/>
            <a:miter lim="800000"/>
          </a:ln>
          <a:extLst>
            <a:ext uri="{909E8E84-426E-40DD-AFC4-6F175D3DCCD1}">
              <a14:hiddenFill xmlns:a14="http://schemas.microsoft.com/office/drawing/2010/main">
                <a:gradFill>
                  <a:gsLst>
                    <a:gs pos="0">
                      <a:srgbClr val="0070D6">
                        <a:lumMod val="40000"/>
                        <a:lumOff val="60000"/>
                      </a:srgbClr>
                    </a:gs>
                    <a:gs pos="100000">
                      <a:srgbClr val="0070D6">
                        <a:lumMod val="75000"/>
                      </a:srgbClr>
                    </a:gs>
                  </a:gsLst>
                  <a:lin ang="0" scaled="0"/>
                </a:gradFill>
              </a14:hiddenFill>
            </a:ext>
          </a:extLst>
        </p:spPr>
        <p:txBody>
          <a:bodyPr wrap="square" rtlCol="0" anchor="ctr">
            <a:noAutofit/>
          </a:bodyPr>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91" name="圆角矩形 90"/>
          <p:cNvSpPr/>
          <p:nvPr/>
        </p:nvSpPr>
        <p:spPr>
          <a:xfrm>
            <a:off x="9803130" y="1591310"/>
            <a:ext cx="2272030" cy="3711575"/>
          </a:xfrm>
          <a:prstGeom prst="roundRect">
            <a:avLst/>
          </a:prstGeom>
          <a:noFill/>
          <a:ln w="57150" cap="flat" cmpd="sng" algn="ctr">
            <a:solidFill>
              <a:srgbClr val="FFC000"/>
            </a:solidFill>
            <a:prstDash val="solid"/>
            <a:miter lim="800000"/>
          </a:ln>
          <a:extLst>
            <a:ext uri="{909E8E84-426E-40DD-AFC4-6F175D3DCCD1}">
              <a14:hiddenFill xmlns:a14="http://schemas.microsoft.com/office/drawing/2010/main">
                <a:gradFill>
                  <a:gsLst>
                    <a:gs pos="0">
                      <a:srgbClr val="0070D6">
                        <a:lumMod val="40000"/>
                        <a:lumOff val="60000"/>
                      </a:srgbClr>
                    </a:gs>
                    <a:gs pos="100000">
                      <a:srgbClr val="0070D6">
                        <a:lumMod val="75000"/>
                      </a:srgbClr>
                    </a:gs>
                  </a:gsLst>
                  <a:lin ang="0" scaled="0"/>
                </a:gradFill>
              </a14:hiddenFill>
            </a:ext>
          </a:extLst>
        </p:spPr>
        <p:txBody>
          <a:bodyPr wrap="square" rtlCol="0" anchor="ctr">
            <a:noAutofit/>
          </a:bodyPr>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94" name="任意多边形: 形状 221"/>
          <p:cNvSpPr/>
          <p:nvPr>
            <p:custDataLst>
              <p:tags r:id="rId20"/>
            </p:custDataLst>
          </p:nvPr>
        </p:nvSpPr>
        <p:spPr>
          <a:xfrm rot="10800000">
            <a:off x="5730240" y="5335905"/>
            <a:ext cx="467360" cy="673735"/>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69000">
                <a:schemeClr val="accent4">
                  <a:lumMod val="40000"/>
                  <a:lumOff val="60000"/>
                </a:schemeClr>
              </a:gs>
              <a:gs pos="0">
                <a:schemeClr val="bg1">
                  <a:alpha val="0"/>
                </a:schemeClr>
              </a:gs>
              <a:gs pos="100000">
                <a:schemeClr val="accent4">
                  <a:lumMod val="85000"/>
                </a:schemeClr>
              </a:gs>
            </a:gsLst>
            <a:lin ang="1614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atin typeface="微软雅黑" panose="020B0503020204020204" charset="-122"/>
              <a:ea typeface="微软雅黑" panose="020B0503020204020204" charset="-122"/>
            </a:endParaRPr>
          </a:p>
        </p:txBody>
      </p:sp>
      <p:sp>
        <p:nvSpPr>
          <p:cNvPr id="95" name="任意多边形: 形状 221"/>
          <p:cNvSpPr/>
          <p:nvPr>
            <p:custDataLst>
              <p:tags r:id="rId21"/>
            </p:custDataLst>
          </p:nvPr>
        </p:nvSpPr>
        <p:spPr>
          <a:xfrm rot="10800000">
            <a:off x="1148715" y="5303520"/>
            <a:ext cx="467360" cy="744855"/>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69000">
                <a:schemeClr val="accent4">
                  <a:lumMod val="40000"/>
                  <a:lumOff val="60000"/>
                </a:schemeClr>
              </a:gs>
              <a:gs pos="0">
                <a:schemeClr val="bg1">
                  <a:alpha val="0"/>
                </a:schemeClr>
              </a:gs>
              <a:gs pos="100000">
                <a:schemeClr val="accent4">
                  <a:lumMod val="85000"/>
                </a:schemeClr>
              </a:gs>
            </a:gsLst>
            <a:lin ang="1614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atin typeface="微软雅黑" panose="020B0503020204020204" charset="-122"/>
              <a:ea typeface="微软雅黑" panose="020B0503020204020204" charset="-122"/>
            </a:endParaRPr>
          </a:p>
        </p:txBody>
      </p:sp>
      <p:sp>
        <p:nvSpPr>
          <p:cNvPr id="96" name="任意多边形: 形状 221"/>
          <p:cNvSpPr/>
          <p:nvPr>
            <p:custDataLst>
              <p:tags r:id="rId22"/>
            </p:custDataLst>
          </p:nvPr>
        </p:nvSpPr>
        <p:spPr>
          <a:xfrm rot="10800000">
            <a:off x="10640060" y="5125720"/>
            <a:ext cx="467360" cy="833755"/>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69000">
                <a:schemeClr val="accent4">
                  <a:lumMod val="40000"/>
                  <a:lumOff val="60000"/>
                </a:schemeClr>
              </a:gs>
              <a:gs pos="0">
                <a:schemeClr val="bg1">
                  <a:alpha val="0"/>
                </a:schemeClr>
              </a:gs>
              <a:gs pos="100000">
                <a:schemeClr val="accent4">
                  <a:lumMod val="85000"/>
                </a:schemeClr>
              </a:gs>
            </a:gsLst>
            <a:lin ang="1614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atin typeface="微软雅黑" panose="020B0503020204020204" charset="-122"/>
              <a:ea typeface="微软雅黑" panose="020B0503020204020204" charset="-122"/>
            </a:endParaRPr>
          </a:p>
        </p:txBody>
      </p:sp>
      <p:sp>
        <p:nvSpPr>
          <p:cNvPr id="97" name="文本框 96"/>
          <p:cNvSpPr txBox="1"/>
          <p:nvPr/>
        </p:nvSpPr>
        <p:spPr>
          <a:xfrm>
            <a:off x="80010" y="5959475"/>
            <a:ext cx="3020060" cy="737235"/>
          </a:xfrm>
          <a:prstGeom prst="rect">
            <a:avLst/>
          </a:prstGeom>
          <a:noFill/>
        </p:spPr>
        <p:txBody>
          <a:bodyPr wrap="square" rtlCol="0" anchor="t">
            <a:spAutoFit/>
          </a:bodyPr>
          <a:p>
            <a:pPr algn="just">
              <a:lnSpc>
                <a:spcPct val="150000"/>
              </a:lnSpc>
              <a:spcBef>
                <a:spcPct val="0"/>
              </a:spcBef>
              <a:spcAft>
                <a:spcPct val="0"/>
              </a:spcAft>
            </a:pPr>
            <a:r>
              <a:rPr lang="zh-CN" altLang="en-US" sz="2800" b="1">
                <a:gradFill>
                  <a:gsLst>
                    <a:gs pos="50000">
                      <a:schemeClr val="accent2"/>
                    </a:gs>
                    <a:gs pos="0">
                      <a:schemeClr val="accent2">
                        <a:lumMod val="25000"/>
                        <a:lumOff val="75000"/>
                      </a:schemeClr>
                    </a:gs>
                    <a:gs pos="100000">
                      <a:schemeClr val="accent2">
                        <a:lumMod val="85000"/>
                      </a:schemeClr>
                    </a:gs>
                  </a:gsLst>
                  <a:lin ang="5400000" scaled="1"/>
                </a:gradFill>
                <a:latin typeface="微软雅黑" panose="020B0503020204020204" charset="-122"/>
                <a:ea typeface="微软雅黑" panose="020B0503020204020204" charset="-122"/>
                <a:cs typeface="+mn-ea"/>
                <a:sym typeface="+mn-ea"/>
              </a:rPr>
              <a:t>挖掘现状与缺口</a:t>
            </a:r>
            <a:endParaRPr lang="zh-CN" altLang="en-US" sz="2800" b="1">
              <a:gradFill>
                <a:gsLst>
                  <a:gs pos="50000">
                    <a:schemeClr val="accent2"/>
                  </a:gs>
                  <a:gs pos="0">
                    <a:schemeClr val="accent2">
                      <a:lumMod val="25000"/>
                      <a:lumOff val="75000"/>
                    </a:schemeClr>
                  </a:gs>
                  <a:gs pos="100000">
                    <a:schemeClr val="accent2">
                      <a:lumMod val="85000"/>
                    </a:schemeClr>
                  </a:gs>
                </a:gsLst>
                <a:lin ang="5400000" scaled="1"/>
              </a:gradFill>
              <a:latin typeface="微软雅黑" panose="020B0503020204020204" charset="-122"/>
              <a:ea typeface="微软雅黑" panose="020B0503020204020204" charset="-122"/>
              <a:cs typeface="+mn-ea"/>
              <a:sym typeface="+mn-ea"/>
            </a:endParaRPr>
          </a:p>
        </p:txBody>
      </p:sp>
      <p:sp>
        <p:nvSpPr>
          <p:cNvPr id="99" name="文本框 98"/>
          <p:cNvSpPr txBox="1"/>
          <p:nvPr/>
        </p:nvSpPr>
        <p:spPr>
          <a:xfrm>
            <a:off x="3815715" y="6009640"/>
            <a:ext cx="4607560" cy="624205"/>
          </a:xfrm>
          <a:prstGeom prst="rect">
            <a:avLst/>
          </a:prstGeom>
          <a:noFill/>
        </p:spPr>
        <p:txBody>
          <a:bodyPr wrap="square" rtlCol="0" anchor="t">
            <a:noAutofit/>
          </a:bodyPr>
          <a:p>
            <a:pPr algn="just">
              <a:lnSpc>
                <a:spcPct val="150000"/>
              </a:lnSpc>
              <a:buClrTx/>
              <a:buSzTx/>
              <a:buFontTx/>
            </a:pPr>
            <a:r>
              <a:rPr lang="zh-CN" altLang="en-US" sz="2800" b="1">
                <a:gradFill>
                  <a:gsLst>
                    <a:gs pos="50000">
                      <a:schemeClr val="accent2"/>
                    </a:gs>
                    <a:gs pos="0">
                      <a:schemeClr val="accent2">
                        <a:lumMod val="25000"/>
                        <a:lumOff val="75000"/>
                      </a:schemeClr>
                    </a:gs>
                    <a:gs pos="100000">
                      <a:schemeClr val="accent2">
                        <a:lumMod val="85000"/>
                      </a:schemeClr>
                    </a:gs>
                  </a:gsLst>
                  <a:lin ang="5400000" scaled="1"/>
                </a:gradFill>
                <a:latin typeface="微软雅黑" panose="020B0503020204020204" charset="-122"/>
                <a:ea typeface="微软雅黑" panose="020B0503020204020204" charset="-122"/>
                <a:cs typeface="+mn-ea"/>
                <a:sym typeface="+mn-ea"/>
              </a:rPr>
              <a:t>探索退役军人医保体系痛点</a:t>
            </a:r>
            <a:endParaRPr lang="zh-CN" altLang="en-US" sz="2800" b="1">
              <a:gradFill>
                <a:gsLst>
                  <a:gs pos="50000">
                    <a:schemeClr val="accent2"/>
                  </a:gs>
                  <a:gs pos="0">
                    <a:schemeClr val="accent2">
                      <a:lumMod val="25000"/>
                      <a:lumOff val="75000"/>
                    </a:schemeClr>
                  </a:gs>
                  <a:gs pos="100000">
                    <a:schemeClr val="accent2">
                      <a:lumMod val="85000"/>
                    </a:schemeClr>
                  </a:gs>
                </a:gsLst>
                <a:lin ang="5400000" scaled="1"/>
              </a:gradFill>
              <a:latin typeface="微软雅黑" panose="020B0503020204020204" charset="-122"/>
              <a:ea typeface="微软雅黑" panose="020B0503020204020204" charset="-122"/>
              <a:cs typeface="+mn-ea"/>
              <a:sym typeface="+mn-ea"/>
            </a:endParaRPr>
          </a:p>
        </p:txBody>
      </p:sp>
      <p:sp>
        <p:nvSpPr>
          <p:cNvPr id="103" name="文本框 102"/>
          <p:cNvSpPr txBox="1"/>
          <p:nvPr/>
        </p:nvSpPr>
        <p:spPr>
          <a:xfrm>
            <a:off x="8465185" y="6005195"/>
            <a:ext cx="6096000" cy="737235"/>
          </a:xfrm>
          <a:prstGeom prst="rect">
            <a:avLst/>
          </a:prstGeom>
          <a:noFill/>
        </p:spPr>
        <p:txBody>
          <a:bodyPr wrap="square" rtlCol="0" anchor="t">
            <a:spAutoFit/>
          </a:bodyPr>
          <a:p>
            <a:pPr algn="just">
              <a:lnSpc>
                <a:spcPct val="150000"/>
              </a:lnSpc>
              <a:buClrTx/>
              <a:buSzTx/>
              <a:buFontTx/>
            </a:pPr>
            <a:r>
              <a:rPr lang="zh-CN" altLang="en-US" sz="2800" b="1">
                <a:gradFill>
                  <a:gsLst>
                    <a:gs pos="50000">
                      <a:schemeClr val="accent2"/>
                    </a:gs>
                    <a:gs pos="0">
                      <a:schemeClr val="accent2">
                        <a:lumMod val="25000"/>
                        <a:lumOff val="75000"/>
                      </a:schemeClr>
                    </a:gs>
                    <a:gs pos="100000">
                      <a:schemeClr val="accent2">
                        <a:lumMod val="85000"/>
                      </a:schemeClr>
                    </a:gs>
                  </a:gsLst>
                  <a:lin ang="5400000" scaled="1"/>
                </a:gradFill>
                <a:latin typeface="微软雅黑" panose="020B0503020204020204" charset="-122"/>
                <a:ea typeface="微软雅黑" panose="020B0503020204020204" charset="-122"/>
                <a:cs typeface="+mn-ea"/>
                <a:sym typeface="+mn-ea"/>
              </a:rPr>
              <a:t>提出社商融合创新方案</a:t>
            </a:r>
            <a:endParaRPr lang="zh-CN" altLang="en-US" sz="2800" b="1">
              <a:gradFill>
                <a:gsLst>
                  <a:gs pos="50000">
                    <a:schemeClr val="accent2"/>
                  </a:gs>
                  <a:gs pos="0">
                    <a:schemeClr val="accent2">
                      <a:lumMod val="25000"/>
                      <a:lumOff val="75000"/>
                    </a:schemeClr>
                  </a:gs>
                  <a:gs pos="100000">
                    <a:schemeClr val="accent2">
                      <a:lumMod val="85000"/>
                    </a:schemeClr>
                  </a:gs>
                </a:gsLst>
                <a:lin ang="5400000" scaled="1"/>
              </a:gradFill>
              <a:latin typeface="微软雅黑" panose="020B0503020204020204" charset="-122"/>
              <a:ea typeface="微软雅黑" panose="020B0503020204020204" charset="-122"/>
              <a:cs typeface="+mn-ea"/>
              <a:sym typeface="+mn-ea"/>
            </a:endParaRPr>
          </a:p>
        </p:txBody>
      </p:sp>
      <p:grpSp>
        <p:nvGrpSpPr>
          <p:cNvPr id="172" name="组合 171"/>
          <p:cNvGrpSpPr/>
          <p:nvPr/>
        </p:nvGrpSpPr>
        <p:grpSpPr>
          <a:xfrm>
            <a:off x="-674446" y="0"/>
            <a:ext cx="13073260" cy="902312"/>
            <a:chOff x="-801446" y="0"/>
            <a:chExt cx="13073260" cy="902312"/>
          </a:xfrm>
        </p:grpSpPr>
        <p:sp>
          <p:nvSpPr>
            <p:cNvPr id="173" name="PA-任意多边形 900"/>
            <p:cNvSpPr/>
            <p:nvPr>
              <p:custDataLst>
                <p:tags r:id="rId23"/>
              </p:custDataLst>
            </p:nvPr>
          </p:nvSpPr>
          <p:spPr>
            <a:xfrm flipV="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91000">
                  <a:schemeClr val="accent2">
                    <a:lumMod val="75000"/>
                  </a:schemeClr>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Montserrat"/>
                <a:ea typeface="微软雅黑" panose="020B0503020204020204" charset="-122"/>
                <a:cs typeface="+mn-cs"/>
              </a:endParaRPr>
            </a:p>
          </p:txBody>
        </p:sp>
        <p:sp>
          <p:nvSpPr>
            <p:cNvPr id="174" name="PA-任意多边形 46"/>
            <p:cNvSpPr/>
            <p:nvPr>
              <p:custDataLst>
                <p:tags r:id="rId24"/>
              </p:custDataLst>
            </p:nvPr>
          </p:nvSpPr>
          <p:spPr>
            <a:xfrm>
              <a:off x="17585" y="140988"/>
              <a:ext cx="10477775" cy="713837"/>
            </a:xfrm>
            <a:custGeom>
              <a:avLst/>
              <a:gdLst>
                <a:gd name="connsiteX0" fmla="*/ 0 w 10477775"/>
                <a:gd name="connsiteY0" fmla="*/ 0 h 713837"/>
                <a:gd name="connsiteX1" fmla="*/ 9872819 w 10477775"/>
                <a:gd name="connsiteY1" fmla="*/ 0 h 713837"/>
                <a:gd name="connsiteX2" fmla="*/ 10477775 w 10477775"/>
                <a:gd name="connsiteY2" fmla="*/ 713837 h 713837"/>
                <a:gd name="connsiteX3" fmla="*/ 0 w 10477775"/>
                <a:gd name="connsiteY3" fmla="*/ 713837 h 713837"/>
                <a:gd name="connsiteX4" fmla="*/ 0 w 10477775"/>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775" h="713837">
                  <a:moveTo>
                    <a:pt x="0" y="0"/>
                  </a:moveTo>
                  <a:lnTo>
                    <a:pt x="9872819" y="0"/>
                  </a:lnTo>
                  <a:lnTo>
                    <a:pt x="10477775" y="713837"/>
                  </a:lnTo>
                  <a:lnTo>
                    <a:pt x="0" y="713837"/>
                  </a:lnTo>
                  <a:lnTo>
                    <a:pt x="0" y="0"/>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Roboto"/>
                <a:ea typeface="微软雅黑" panose="020B0503020204020204" charset="-122"/>
                <a:cs typeface="+mn-cs"/>
              </a:endParaRPr>
            </a:p>
          </p:txBody>
        </p:sp>
        <p:sp>
          <p:nvSpPr>
            <p:cNvPr id="175" name="PA-任意多边形 50"/>
            <p:cNvSpPr/>
            <p:nvPr>
              <p:custDataLst>
                <p:tags r:id="rId25"/>
              </p:custDataLst>
            </p:nvPr>
          </p:nvSpPr>
          <p:spPr>
            <a:xfrm>
              <a:off x="79814" y="136543"/>
              <a:ext cx="12192000" cy="713837"/>
            </a:xfrm>
            <a:custGeom>
              <a:avLst/>
              <a:gdLst>
                <a:gd name="connsiteX0" fmla="*/ 0 w 12192000"/>
                <a:gd name="connsiteY0" fmla="*/ 0 h 713837"/>
                <a:gd name="connsiteX1" fmla="*/ 12192000 w 12192000"/>
                <a:gd name="connsiteY1" fmla="*/ 0 h 713837"/>
                <a:gd name="connsiteX2" fmla="*/ 12192000 w 12192000"/>
                <a:gd name="connsiteY2" fmla="*/ 713837 h 713837"/>
                <a:gd name="connsiteX3" fmla="*/ 0 w 12192000"/>
                <a:gd name="connsiteY3" fmla="*/ 713837 h 713837"/>
              </a:gdLst>
              <a:ahLst/>
              <a:cxnLst>
                <a:cxn ang="0">
                  <a:pos x="connsiteX0" y="connsiteY0"/>
                </a:cxn>
                <a:cxn ang="0">
                  <a:pos x="connsiteX1" y="connsiteY1"/>
                </a:cxn>
                <a:cxn ang="0">
                  <a:pos x="connsiteX2" y="connsiteY2"/>
                </a:cxn>
                <a:cxn ang="0">
                  <a:pos x="connsiteX3" y="connsiteY3"/>
                </a:cxn>
              </a:cxnLst>
              <a:rect l="l" t="t" r="r" b="b"/>
              <a:pathLst>
                <a:path w="12192000" h="713837">
                  <a:moveTo>
                    <a:pt x="0" y="0"/>
                  </a:moveTo>
                  <a:lnTo>
                    <a:pt x="12192000" y="0"/>
                  </a:lnTo>
                  <a:lnTo>
                    <a:pt x="12192000" y="713837"/>
                  </a:lnTo>
                  <a:lnTo>
                    <a:pt x="0" y="713837"/>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Roboto"/>
                <a:ea typeface="微软雅黑" panose="020B0503020204020204" charset="-122"/>
                <a:cs typeface="+mn-cs"/>
              </a:endParaRPr>
            </a:p>
          </p:txBody>
        </p:sp>
        <p:sp>
          <p:nvSpPr>
            <p:cNvPr id="176" name="PA-文本框 24"/>
            <p:cNvSpPr txBox="1"/>
            <p:nvPr>
              <p:custDataLst>
                <p:tags r:id="rId26"/>
              </p:custDataLst>
            </p:nvPr>
          </p:nvSpPr>
          <p:spPr>
            <a:xfrm>
              <a:off x="1600150" y="236296"/>
              <a:ext cx="1620957" cy="523220"/>
            </a:xfrm>
            <a:prstGeom prst="rect">
              <a:avLst/>
            </a:prstGeom>
            <a:noFill/>
          </p:spPr>
          <p:txBody>
            <a:bodyPr wrap="none">
              <a:spAutoFit/>
            </a:bodyPr>
            <a:lstStyle>
              <a:defPPr>
                <a:defRPr lang="zh-CN"/>
              </a:defPPr>
              <a:lvl1pPr>
                <a:defRPr sz="2400" b="1">
                  <a:gradFill>
                    <a:gsLst>
                      <a:gs pos="100000">
                        <a:schemeClr val="accent1">
                          <a:lumMod val="50000"/>
                        </a:schemeClr>
                      </a:gs>
                      <a:gs pos="17000">
                        <a:schemeClr val="accent1">
                          <a:lumMod val="50000"/>
                        </a:schemeClr>
                      </a:gs>
                    </a:gsLst>
                    <a:path path="circle">
                      <a:fillToRect r="100000" b="100000"/>
                    </a:path>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dirty="0">
                  <a:gradFill>
                    <a:gsLst>
                      <a:gs pos="100000">
                        <a:srgbClr val="206252">
                          <a:lumMod val="50000"/>
                        </a:srgbClr>
                      </a:gs>
                      <a:gs pos="17000">
                        <a:srgbClr val="206252">
                          <a:lumMod val="75000"/>
                        </a:srgbClr>
                      </a:gs>
                    </a:gsLst>
                    <a:path path="circle">
                      <a:fillToRect r="100000" b="100000"/>
                    </a:path>
                  </a:gradFill>
                  <a:latin typeface="微软雅黑" panose="020B0503020204020204" charset="-122"/>
                  <a:ea typeface="微软雅黑" panose="020B0503020204020204" charset="-122"/>
                  <a:sym typeface="阿里妈妈数黑体" pitchFamily="2" charset="-122"/>
                </a:rPr>
                <a:t>研究背景</a:t>
              </a:r>
              <a:endParaRPr kumimoji="0" lang="zh-CN" altLang="en-US" sz="2800" b="1" i="0" u="none" strike="noStrike" kern="1200" cap="none" spc="0" normalizeH="0" baseline="0" noProof="0" dirty="0">
                <a:ln>
                  <a:noFill/>
                </a:ln>
                <a:gradFill>
                  <a:gsLst>
                    <a:gs pos="100000">
                      <a:srgbClr val="206252">
                        <a:lumMod val="50000"/>
                      </a:srgbClr>
                    </a:gs>
                    <a:gs pos="17000">
                      <a:srgbClr val="206252">
                        <a:lumMod val="75000"/>
                      </a:srgbClr>
                    </a:gs>
                  </a:gsLst>
                  <a:path path="circle">
                    <a:fillToRect r="100000" b="100000"/>
                  </a:path>
                </a:gradFill>
                <a:effectLst/>
                <a:uLnTx/>
                <a:uFillTx/>
                <a:latin typeface="微软雅黑" panose="020B0503020204020204" charset="-122"/>
                <a:ea typeface="微软雅黑" panose="020B0503020204020204" charset="-122"/>
                <a:cs typeface="+mn-cs"/>
                <a:sym typeface="阿里妈妈数黑体" pitchFamily="2" charset="-122"/>
              </a:endParaRPr>
            </a:p>
          </p:txBody>
        </p:sp>
        <p:sp>
          <p:nvSpPr>
            <p:cNvPr id="177" name="PA-任意多边形 6"/>
            <p:cNvSpPr/>
            <p:nvPr>
              <p:custDataLst>
                <p:tags r:id="rId27"/>
              </p:custDataLst>
            </p:nvPr>
          </p:nvSpPr>
          <p:spPr>
            <a:xfrm>
              <a:off x="-52754" y="850261"/>
              <a:ext cx="12262339" cy="52051"/>
            </a:xfrm>
            <a:custGeom>
              <a:avLst/>
              <a:gdLst>
                <a:gd name="connsiteX0" fmla="*/ 0 w 4366736"/>
                <a:gd name="connsiteY0" fmla="*/ 0 h 64293"/>
                <a:gd name="connsiteX1" fmla="*/ 4366737 w 4366736"/>
                <a:gd name="connsiteY1" fmla="*/ 0 h 64293"/>
                <a:gd name="connsiteX2" fmla="*/ 4366737 w 4366736"/>
                <a:gd name="connsiteY2" fmla="*/ 64294 h 64293"/>
                <a:gd name="connsiteX3" fmla="*/ 0 w 4366736"/>
                <a:gd name="connsiteY3" fmla="*/ 64294 h 64293"/>
              </a:gdLst>
              <a:ahLst/>
              <a:cxnLst>
                <a:cxn ang="0">
                  <a:pos x="connsiteX0" y="connsiteY0"/>
                </a:cxn>
                <a:cxn ang="0">
                  <a:pos x="connsiteX1" y="connsiteY1"/>
                </a:cxn>
                <a:cxn ang="0">
                  <a:pos x="connsiteX2" y="connsiteY2"/>
                </a:cxn>
                <a:cxn ang="0">
                  <a:pos x="connsiteX3" y="connsiteY3"/>
                </a:cxn>
              </a:cxnLst>
              <a:rect l="l" t="t" r="r" b="b"/>
              <a:pathLst>
                <a:path w="4366736" h="64293">
                  <a:moveTo>
                    <a:pt x="0" y="0"/>
                  </a:moveTo>
                  <a:lnTo>
                    <a:pt x="4366737" y="0"/>
                  </a:lnTo>
                  <a:lnTo>
                    <a:pt x="4366737" y="64294"/>
                  </a:lnTo>
                  <a:lnTo>
                    <a:pt x="0" y="64294"/>
                  </a:lnTo>
                  <a:close/>
                </a:path>
              </a:pathLst>
            </a:custGeom>
            <a:gradFill flip="none" rotWithShape="1">
              <a:gsLst>
                <a:gs pos="100000">
                  <a:schemeClr val="accent1"/>
                </a:gs>
                <a:gs pos="12000">
                  <a:schemeClr val="accent1">
                    <a:lumMod val="20000"/>
                    <a:lumOff val="80000"/>
                  </a:schemeClr>
                </a:gs>
              </a:gsLst>
              <a:lin ang="0" scaled="0"/>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78" name="PA-任意多边形 899"/>
            <p:cNvSpPr/>
            <p:nvPr>
              <p:custDataLst>
                <p:tags r:id="rId28"/>
              </p:custDataLst>
            </p:nvPr>
          </p:nvSpPr>
          <p:spPr>
            <a:xfrm flipH="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55000">
                  <a:schemeClr val="accent1"/>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Montserrat"/>
                <a:ea typeface="微软雅黑" panose="020B0503020204020204" charset="-122"/>
                <a:cs typeface="+mn-cs"/>
              </a:endParaRPr>
            </a:p>
          </p:txBody>
        </p:sp>
        <p:sp>
          <p:nvSpPr>
            <p:cNvPr id="179" name="PA-文本框 26"/>
            <p:cNvSpPr txBox="1"/>
            <p:nvPr>
              <p:custDataLst>
                <p:tags r:id="rId29"/>
              </p:custDataLst>
            </p:nvPr>
          </p:nvSpPr>
          <p:spPr>
            <a:xfrm>
              <a:off x="6507233" y="309946"/>
              <a:ext cx="17830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noProof="0" dirty="0">
                  <a:ln>
                    <a:noFill/>
                  </a:ln>
                  <a:solidFill>
                    <a:srgbClr val="206252">
                      <a:lumMod val="50000"/>
                    </a:srgbClr>
                  </a:solidFill>
                  <a:effectLst/>
                  <a:uLnTx/>
                  <a:uFillTx/>
                  <a:latin typeface="宋体" panose="02010600030101010101" pitchFamily="2" charset="-122"/>
                  <a:ea typeface="宋体" panose="02010600030101010101" pitchFamily="2" charset="-122"/>
                  <a:sym typeface="OPPOSans M" panose="00020600040101010101" pitchFamily="18" charset="-122"/>
                </a:rPr>
                <a:t>调查设计与实施</a:t>
              </a:r>
              <a:endParaRPr kumimoji="0" lang="zh-CN" altLang="en-US" sz="180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OPPOSans M" panose="00020600040101010101" pitchFamily="18" charset="-122"/>
              </a:endParaRPr>
            </a:p>
          </p:txBody>
        </p:sp>
        <p:sp>
          <p:nvSpPr>
            <p:cNvPr id="180" name="PA-文本框 26"/>
            <p:cNvSpPr txBox="1"/>
            <p:nvPr>
              <p:custDataLst>
                <p:tags r:id="rId30"/>
              </p:custDataLst>
            </p:nvPr>
          </p:nvSpPr>
          <p:spPr>
            <a:xfrm>
              <a:off x="8672698" y="313756"/>
              <a:ext cx="3098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206252">
                    <a:lumMod val="50000"/>
                  </a:srgbClr>
                </a:solidFill>
                <a:effectLst/>
                <a:uLnTx/>
                <a:uFillTx/>
                <a:latin typeface="宋体" panose="02010600030101010101" pitchFamily="2" charset="-122"/>
                <a:ea typeface="宋体" panose="02010600030101010101" pitchFamily="2" charset="-122"/>
                <a:cs typeface="+mn-cs"/>
                <a:sym typeface="OPPOSans M" panose="00020600040101010101" pitchFamily="18" charset="-122"/>
              </a:endParaRPr>
            </a:p>
          </p:txBody>
        </p:sp>
        <p:cxnSp>
          <p:nvCxnSpPr>
            <p:cNvPr id="181" name="PA-直接连接符 18"/>
            <p:cNvCxnSpPr/>
            <p:nvPr>
              <p:custDataLst>
                <p:tags r:id="rId31"/>
              </p:custDataLst>
            </p:nvPr>
          </p:nvCxnSpPr>
          <p:spPr>
            <a:xfrm flipH="1">
              <a:off x="5253886"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182" name="PA-直接连接符 22"/>
            <p:cNvCxnSpPr/>
            <p:nvPr>
              <p:custDataLst>
                <p:tags r:id="rId32"/>
              </p:custDataLst>
            </p:nvPr>
          </p:nvCxnSpPr>
          <p:spPr>
            <a:xfrm flipH="1">
              <a:off x="6412243"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183" name="PA-文本框 26"/>
            <p:cNvSpPr txBox="1"/>
            <p:nvPr>
              <p:custDataLst>
                <p:tags r:id="rId33"/>
              </p:custDataLst>
            </p:nvPr>
          </p:nvSpPr>
          <p:spPr>
            <a:xfrm>
              <a:off x="5410470" y="313956"/>
              <a:ext cx="10972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a:defRPr/>
              </a:pPr>
              <a:r>
                <a:rPr lang="zh-CN" altLang="en-US" sz="1800" dirty="0">
                  <a:solidFill>
                    <a:srgbClr val="206252">
                      <a:lumMod val="50000"/>
                    </a:srgbClr>
                  </a:solidFill>
                  <a:latin typeface="宋体" panose="02010600030101010101" pitchFamily="2" charset="-122"/>
                  <a:ea typeface="宋体" panose="02010600030101010101" pitchFamily="2" charset="-122"/>
                  <a:sym typeface="阿里妈妈数黑体" pitchFamily="2" charset="-122"/>
                </a:rPr>
                <a:t>前期调研</a:t>
              </a:r>
              <a:endParaRPr lang="zh-CN" altLang="en-US" sz="1800" dirty="0">
                <a:solidFill>
                  <a:srgbClr val="206252">
                    <a:lumMod val="50000"/>
                  </a:srgbClr>
                </a:solidFill>
                <a:latin typeface="宋体" panose="02010600030101010101" pitchFamily="2" charset="-122"/>
                <a:ea typeface="宋体" panose="02010600030101010101" pitchFamily="2" charset="-122"/>
                <a:sym typeface="阿里妈妈数黑体" pitchFamily="2" charset="-122"/>
              </a:endParaRPr>
            </a:p>
          </p:txBody>
        </p:sp>
        <p:sp>
          <p:nvSpPr>
            <p:cNvPr id="104" name="PA-图形 7"/>
            <p:cNvSpPr/>
            <p:nvPr>
              <p:custDataLst>
                <p:tags r:id="rId34"/>
              </p:custDataLst>
            </p:nvPr>
          </p:nvSpPr>
          <p:spPr>
            <a:xfrm>
              <a:off x="273980" y="148474"/>
              <a:ext cx="555983" cy="416889"/>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0">
                  <a:schemeClr val="bg1"/>
                </a:gs>
                <a:gs pos="87000">
                  <a:schemeClr val="accent1">
                    <a:lumMod val="20000"/>
                    <a:lumOff val="80000"/>
                  </a:schemeClr>
                </a:gs>
              </a:gsLst>
              <a:lin ang="2700000" scaled="0"/>
            </a:gradFill>
            <a:ln w="36909" cap="flat">
              <a:noFill/>
              <a:prstDash val="solid"/>
              <a:miter/>
            </a:ln>
            <a:effectLst>
              <a:outerShdw blurRad="50800" dist="38100" dir="5400000" algn="t" rotWithShape="0">
                <a:schemeClr val="accent1">
                  <a:alpha val="30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cxnSp>
        <p:nvCxnSpPr>
          <p:cNvPr id="105" name="PA-直接连接符 23"/>
          <p:cNvCxnSpPr/>
          <p:nvPr>
            <p:custDataLst>
              <p:tags r:id="rId35"/>
            </p:custDataLst>
          </p:nvPr>
        </p:nvCxnSpPr>
        <p:spPr>
          <a:xfrm flipH="1">
            <a:off x="8337045" y="3675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187" name="PA-直接连接符 23"/>
          <p:cNvCxnSpPr/>
          <p:nvPr>
            <p:custDataLst>
              <p:tags r:id="rId36"/>
            </p:custDataLst>
          </p:nvPr>
        </p:nvCxnSpPr>
        <p:spPr>
          <a:xfrm flipH="1">
            <a:off x="9622285" y="33582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188" name="文本框 187"/>
          <p:cNvSpPr txBox="1"/>
          <p:nvPr/>
        </p:nvSpPr>
        <p:spPr>
          <a:xfrm>
            <a:off x="9886315" y="307340"/>
            <a:ext cx="1369695" cy="368300"/>
          </a:xfrm>
          <a:prstGeom prst="rect">
            <a:avLst/>
          </a:prstGeom>
          <a:noFill/>
        </p:spPr>
        <p:txBody>
          <a:bodyPr wrap="square" rtlCol="0">
            <a:spAutoFit/>
          </a:bodyPr>
          <a:lstStyle/>
          <a:p>
            <a:r>
              <a:rPr lang="zh-CN" altLang="en-US">
                <a:latin typeface="宋体" panose="02010600030101010101" pitchFamily="2" charset="-122"/>
                <a:ea typeface="宋体" panose="02010600030101010101" pitchFamily="2" charset="-122"/>
              </a:rPr>
              <a:t>结论与建议</a:t>
            </a:r>
            <a:endParaRPr lang="zh-CN" altLang="en-US">
              <a:latin typeface="宋体" panose="02010600030101010101" pitchFamily="2" charset="-122"/>
              <a:ea typeface="宋体" panose="02010600030101010101" pitchFamily="2" charset="-122"/>
            </a:endParaRPr>
          </a:p>
        </p:txBody>
      </p:sp>
      <p:sp>
        <p:nvSpPr>
          <p:cNvPr id="189" name="文本框 188"/>
          <p:cNvSpPr txBox="1"/>
          <p:nvPr/>
        </p:nvSpPr>
        <p:spPr>
          <a:xfrm>
            <a:off x="8540750" y="311150"/>
            <a:ext cx="1212215" cy="368300"/>
          </a:xfrm>
          <a:prstGeom prst="rect">
            <a:avLst/>
          </a:prstGeom>
          <a:noFill/>
        </p:spPr>
        <p:txBody>
          <a:bodyPr wrap="square" rtlCol="0">
            <a:spAutoFit/>
          </a:bodyPr>
          <a:lstStyle/>
          <a:p>
            <a:r>
              <a:rPr lang="zh-CN" altLang="en-US">
                <a:latin typeface="宋体" panose="02010600030101010101" pitchFamily="2" charset="-122"/>
                <a:ea typeface="宋体" panose="02010600030101010101" pitchFamily="2" charset="-122"/>
              </a:rPr>
              <a:t>产品设计</a:t>
            </a:r>
            <a:endParaRPr lang="zh-CN" altLang="en-US">
              <a:latin typeface="宋体" panose="02010600030101010101" pitchFamily="2" charset="-122"/>
              <a:ea typeface="宋体" panose="02010600030101010101" pitchFamily="2" charset="-122"/>
            </a:endParaRPr>
          </a:p>
        </p:txBody>
      </p:sp>
      <p:sp>
        <p:nvSpPr>
          <p:cNvPr id="106" name="矩形 105"/>
          <p:cNvSpPr/>
          <p:nvPr/>
        </p:nvSpPr>
        <p:spPr>
          <a:xfrm>
            <a:off x="3756660" y="298450"/>
            <a:ext cx="2100580" cy="522605"/>
          </a:xfrm>
          <a:prstGeom prst="rect">
            <a:avLst/>
          </a:prstGeom>
          <a:noFill/>
          <a:ln>
            <a:noFill/>
          </a:ln>
        </p:spPr>
        <p:txBody>
          <a:bodyPr wrap="square" rtlCol="0" anchor="t">
            <a:noAutofit/>
          </a:bodyPr>
          <a:lstStyle/>
          <a:p>
            <a:pPr algn="ctr">
              <a:defRPr/>
            </a:pPr>
            <a:r>
              <a:rPr lang="zh-CN" altLang="en-US" b="1" dirty="0">
                <a:solidFill>
                  <a:srgbClr val="33692B"/>
                </a:solidFill>
                <a:latin typeface="微软雅黑" panose="020B0503020204020204" charset="-122"/>
                <a:ea typeface="微软雅黑" panose="020B0503020204020204" charset="-122"/>
              </a:rPr>
              <a:t>研究背景</a:t>
            </a:r>
            <a:endParaRPr lang="zh-CN" altLang="en-US" b="1" dirty="0">
              <a:solidFill>
                <a:srgbClr val="33692B"/>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9"/>
                                        </p:tgtEl>
                                        <p:attrNameLst>
                                          <p:attrName>style.visibility</p:attrName>
                                        </p:attrNameLst>
                                      </p:cBhvr>
                                      <p:to>
                                        <p:strVal val="visible"/>
                                      </p:to>
                                    </p:set>
                                    <p:anim calcmode="lin" valueType="num">
                                      <p:cBhvr additive="base">
                                        <p:cTn id="7" dur="500" fill="hold"/>
                                        <p:tgtEl>
                                          <p:spTgt spid="119"/>
                                        </p:tgtEl>
                                        <p:attrNameLst>
                                          <p:attrName>ppt_x</p:attrName>
                                        </p:attrNameLst>
                                      </p:cBhvr>
                                      <p:tavLst>
                                        <p:tav tm="0">
                                          <p:val>
                                            <p:strVal val="#ppt_x"/>
                                          </p:val>
                                        </p:tav>
                                        <p:tav tm="100000">
                                          <p:val>
                                            <p:strVal val="#ppt_x"/>
                                          </p:val>
                                        </p:tav>
                                      </p:tavLst>
                                    </p:anim>
                                    <p:anim calcmode="lin" valueType="num">
                                      <p:cBhvr additive="base">
                                        <p:cTn id="8" dur="500" fill="hold"/>
                                        <p:tgtEl>
                                          <p:spTgt spid="11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5"/>
                                        </p:tgtEl>
                                        <p:attrNameLst>
                                          <p:attrName>style.visibility</p:attrName>
                                        </p:attrNameLst>
                                      </p:cBhvr>
                                      <p:to>
                                        <p:strVal val="visible"/>
                                      </p:to>
                                    </p:set>
                                    <p:anim calcmode="lin" valueType="num">
                                      <p:cBhvr additive="base">
                                        <p:cTn id="11" dur="500" fill="hold"/>
                                        <p:tgtEl>
                                          <p:spTgt spid="95"/>
                                        </p:tgtEl>
                                        <p:attrNameLst>
                                          <p:attrName>ppt_x</p:attrName>
                                        </p:attrNameLst>
                                      </p:cBhvr>
                                      <p:tavLst>
                                        <p:tav tm="0">
                                          <p:val>
                                            <p:strVal val="#ppt_x"/>
                                          </p:val>
                                        </p:tav>
                                        <p:tav tm="100000">
                                          <p:val>
                                            <p:strVal val="#ppt_x"/>
                                          </p:val>
                                        </p:tav>
                                      </p:tavLst>
                                    </p:anim>
                                    <p:anim calcmode="lin" valueType="num">
                                      <p:cBhvr additive="base">
                                        <p:cTn id="12" dur="500" fill="hold"/>
                                        <p:tgtEl>
                                          <p:spTgt spid="9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7"/>
                                        </p:tgtEl>
                                        <p:attrNameLst>
                                          <p:attrName>style.visibility</p:attrName>
                                        </p:attrNameLst>
                                      </p:cBhvr>
                                      <p:to>
                                        <p:strVal val="visible"/>
                                      </p:to>
                                    </p:set>
                                    <p:anim calcmode="lin" valueType="num">
                                      <p:cBhvr additive="base">
                                        <p:cTn id="15" dur="500" fill="hold"/>
                                        <p:tgtEl>
                                          <p:spTgt spid="97"/>
                                        </p:tgtEl>
                                        <p:attrNameLst>
                                          <p:attrName>ppt_x</p:attrName>
                                        </p:attrNameLst>
                                      </p:cBhvr>
                                      <p:tavLst>
                                        <p:tav tm="0">
                                          <p:val>
                                            <p:strVal val="#ppt_x"/>
                                          </p:val>
                                        </p:tav>
                                        <p:tav tm="100000">
                                          <p:val>
                                            <p:strVal val="#ppt_x"/>
                                          </p:val>
                                        </p:tav>
                                      </p:tavLst>
                                    </p:anim>
                                    <p:anim calcmode="lin" valueType="num">
                                      <p:cBhvr additive="base">
                                        <p:cTn id="16" dur="500" fill="hold"/>
                                        <p:tgtEl>
                                          <p:spTgt spid="9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87"/>
                                        </p:tgtEl>
                                        <p:attrNameLst>
                                          <p:attrName>style.visibility</p:attrName>
                                        </p:attrNameLst>
                                      </p:cBhvr>
                                      <p:to>
                                        <p:strVal val="visible"/>
                                      </p:to>
                                    </p:set>
                                    <p:anim calcmode="lin" valueType="num">
                                      <p:cBhvr additive="base">
                                        <p:cTn id="21" dur="500" fill="hold"/>
                                        <p:tgtEl>
                                          <p:spTgt spid="87"/>
                                        </p:tgtEl>
                                        <p:attrNameLst>
                                          <p:attrName>ppt_x</p:attrName>
                                        </p:attrNameLst>
                                      </p:cBhvr>
                                      <p:tavLst>
                                        <p:tav tm="0">
                                          <p:val>
                                            <p:strVal val="#ppt_x"/>
                                          </p:val>
                                        </p:tav>
                                        <p:tav tm="100000">
                                          <p:val>
                                            <p:strVal val="#ppt_x"/>
                                          </p:val>
                                        </p:tav>
                                      </p:tavLst>
                                    </p:anim>
                                    <p:anim calcmode="lin" valueType="num">
                                      <p:cBhvr additive="base">
                                        <p:cTn id="22" dur="500" fill="hold"/>
                                        <p:tgtEl>
                                          <p:spTgt spid="87"/>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94"/>
                                        </p:tgtEl>
                                        <p:attrNameLst>
                                          <p:attrName>style.visibility</p:attrName>
                                        </p:attrNameLst>
                                      </p:cBhvr>
                                      <p:to>
                                        <p:strVal val="visible"/>
                                      </p:to>
                                    </p:set>
                                    <p:anim calcmode="lin" valueType="num">
                                      <p:cBhvr additive="base">
                                        <p:cTn id="25" dur="500" fill="hold"/>
                                        <p:tgtEl>
                                          <p:spTgt spid="94"/>
                                        </p:tgtEl>
                                        <p:attrNameLst>
                                          <p:attrName>ppt_x</p:attrName>
                                        </p:attrNameLst>
                                      </p:cBhvr>
                                      <p:tavLst>
                                        <p:tav tm="0">
                                          <p:val>
                                            <p:strVal val="#ppt_x"/>
                                          </p:val>
                                        </p:tav>
                                        <p:tav tm="100000">
                                          <p:val>
                                            <p:strVal val="#ppt_x"/>
                                          </p:val>
                                        </p:tav>
                                      </p:tavLst>
                                    </p:anim>
                                    <p:anim calcmode="lin" valueType="num">
                                      <p:cBhvr additive="base">
                                        <p:cTn id="26" dur="500" fill="hold"/>
                                        <p:tgtEl>
                                          <p:spTgt spid="94"/>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99"/>
                                        </p:tgtEl>
                                        <p:attrNameLst>
                                          <p:attrName>style.visibility</p:attrName>
                                        </p:attrNameLst>
                                      </p:cBhvr>
                                      <p:to>
                                        <p:strVal val="visible"/>
                                      </p:to>
                                    </p:set>
                                    <p:anim calcmode="lin" valueType="num">
                                      <p:cBhvr additive="base">
                                        <p:cTn id="29" dur="500" fill="hold"/>
                                        <p:tgtEl>
                                          <p:spTgt spid="99"/>
                                        </p:tgtEl>
                                        <p:attrNameLst>
                                          <p:attrName>ppt_x</p:attrName>
                                        </p:attrNameLst>
                                      </p:cBhvr>
                                      <p:tavLst>
                                        <p:tav tm="0">
                                          <p:val>
                                            <p:strVal val="#ppt_x"/>
                                          </p:val>
                                        </p:tav>
                                        <p:tav tm="100000">
                                          <p:val>
                                            <p:strVal val="#ppt_x"/>
                                          </p:val>
                                        </p:tav>
                                      </p:tavLst>
                                    </p:anim>
                                    <p:anim calcmode="lin" valueType="num">
                                      <p:cBhvr additive="base">
                                        <p:cTn id="30" dur="500" fill="hold"/>
                                        <p:tgtEl>
                                          <p:spTgt spid="99"/>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91"/>
                                        </p:tgtEl>
                                        <p:attrNameLst>
                                          <p:attrName>style.visibility</p:attrName>
                                        </p:attrNameLst>
                                      </p:cBhvr>
                                      <p:to>
                                        <p:strVal val="visible"/>
                                      </p:to>
                                    </p:set>
                                    <p:anim calcmode="lin" valueType="num">
                                      <p:cBhvr additive="base">
                                        <p:cTn id="35" dur="500" fill="hold"/>
                                        <p:tgtEl>
                                          <p:spTgt spid="91"/>
                                        </p:tgtEl>
                                        <p:attrNameLst>
                                          <p:attrName>ppt_x</p:attrName>
                                        </p:attrNameLst>
                                      </p:cBhvr>
                                      <p:tavLst>
                                        <p:tav tm="0">
                                          <p:val>
                                            <p:strVal val="#ppt_x"/>
                                          </p:val>
                                        </p:tav>
                                        <p:tav tm="100000">
                                          <p:val>
                                            <p:strVal val="#ppt_x"/>
                                          </p:val>
                                        </p:tav>
                                      </p:tavLst>
                                    </p:anim>
                                    <p:anim calcmode="lin" valueType="num">
                                      <p:cBhvr additive="base">
                                        <p:cTn id="36" dur="500" fill="hold"/>
                                        <p:tgtEl>
                                          <p:spTgt spid="91"/>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96"/>
                                        </p:tgtEl>
                                        <p:attrNameLst>
                                          <p:attrName>style.visibility</p:attrName>
                                        </p:attrNameLst>
                                      </p:cBhvr>
                                      <p:to>
                                        <p:strVal val="visible"/>
                                      </p:to>
                                    </p:set>
                                    <p:anim calcmode="lin" valueType="num">
                                      <p:cBhvr additive="base">
                                        <p:cTn id="39" dur="500" fill="hold"/>
                                        <p:tgtEl>
                                          <p:spTgt spid="96"/>
                                        </p:tgtEl>
                                        <p:attrNameLst>
                                          <p:attrName>ppt_x</p:attrName>
                                        </p:attrNameLst>
                                      </p:cBhvr>
                                      <p:tavLst>
                                        <p:tav tm="0">
                                          <p:val>
                                            <p:strVal val="#ppt_x"/>
                                          </p:val>
                                        </p:tav>
                                        <p:tav tm="100000">
                                          <p:val>
                                            <p:strVal val="#ppt_x"/>
                                          </p:val>
                                        </p:tav>
                                      </p:tavLst>
                                    </p:anim>
                                    <p:anim calcmode="lin" valueType="num">
                                      <p:cBhvr additive="base">
                                        <p:cTn id="40" dur="500" fill="hold"/>
                                        <p:tgtEl>
                                          <p:spTgt spid="96"/>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03"/>
                                        </p:tgtEl>
                                        <p:attrNameLst>
                                          <p:attrName>style.visibility</p:attrName>
                                        </p:attrNameLst>
                                      </p:cBhvr>
                                      <p:to>
                                        <p:strVal val="visible"/>
                                      </p:to>
                                    </p:set>
                                    <p:anim calcmode="lin" valueType="num">
                                      <p:cBhvr additive="base">
                                        <p:cTn id="43" dur="500" fill="hold"/>
                                        <p:tgtEl>
                                          <p:spTgt spid="103"/>
                                        </p:tgtEl>
                                        <p:attrNameLst>
                                          <p:attrName>ppt_x</p:attrName>
                                        </p:attrNameLst>
                                      </p:cBhvr>
                                      <p:tavLst>
                                        <p:tav tm="0">
                                          <p:val>
                                            <p:strVal val="#ppt_x"/>
                                          </p:val>
                                        </p:tav>
                                        <p:tav tm="100000">
                                          <p:val>
                                            <p:strVal val="#ppt_x"/>
                                          </p:val>
                                        </p:tav>
                                      </p:tavLst>
                                    </p:anim>
                                    <p:anim calcmode="lin" valueType="num">
                                      <p:cBhvr additive="base">
                                        <p:cTn id="44" dur="500" fill="hold"/>
                                        <p:tgtEl>
                                          <p:spTgt spid="10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animBg="1"/>
      <p:bldP spid="95" grpId="0" animBg="1"/>
      <p:bldP spid="97" grpId="0"/>
      <p:bldP spid="119" grpId="1" animBg="1"/>
      <p:bldP spid="95" grpId="1" animBg="1"/>
      <p:bldP spid="97" grpId="1"/>
      <p:bldP spid="87" grpId="0" animBg="1"/>
      <p:bldP spid="94" grpId="0" animBg="1"/>
      <p:bldP spid="99" grpId="0"/>
      <p:bldP spid="87" grpId="1" animBg="1"/>
      <p:bldP spid="94" grpId="1" animBg="1"/>
      <p:bldP spid="99" grpId="1"/>
      <p:bldP spid="91" grpId="0" animBg="1"/>
      <p:bldP spid="96" grpId="0" animBg="1"/>
      <p:bldP spid="103" grpId="0"/>
      <p:bldP spid="91" grpId="1" animBg="1"/>
      <p:bldP spid="96" grpId="1" animBg="1"/>
      <p:bldP spid="103"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任意多边形: 形状 126"/>
          <p:cNvSpPr/>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flip="none" rotWithShape="1">
            <a:gsLst>
              <a:gs pos="0">
                <a:srgbClr val="FAD77E">
                  <a:lumMod val="20000"/>
                  <a:lumOff val="80000"/>
                </a:srgbClr>
              </a:gs>
              <a:gs pos="54000">
                <a:schemeClr val="accent3">
                  <a:lumMod val="75000"/>
                </a:schemeClr>
              </a:gs>
              <a:gs pos="100000">
                <a:schemeClr val="accent2">
                  <a:lumMod val="50000"/>
                </a:schemeClr>
              </a:gs>
            </a:gsLst>
            <a:path path="circle">
              <a:fillToRect l="50000" t="130000" r="50000" b="-30000"/>
            </a:path>
            <a:tileRect/>
          </a:gra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Regular"/>
              <a:ea typeface="思源黑体 CN Regular"/>
              <a:cs typeface="+mn-cs"/>
            </a:endParaRPr>
          </a:p>
        </p:txBody>
      </p:sp>
      <p:pic>
        <p:nvPicPr>
          <p:cNvPr id="122" name="Picture 119"/>
          <p:cNvPicPr>
            <a:picLocks noChangeAspect="1"/>
          </p:cNvPicPr>
          <p:nvPr/>
        </p:nvPicPr>
        <p:blipFill>
          <a:blip r:embed="rId1"/>
          <a:stretch>
            <a:fillRect/>
          </a:stretch>
        </p:blipFill>
        <p:spPr>
          <a:xfrm>
            <a:off x="6579038" y="-423714"/>
            <a:ext cx="5608320" cy="6858000"/>
          </a:xfrm>
          <a:prstGeom prst="rect">
            <a:avLst/>
          </a:prstGeom>
        </p:spPr>
      </p:pic>
      <p:pic>
        <p:nvPicPr>
          <p:cNvPr id="135" name="Picture 132"/>
          <p:cNvPicPr>
            <a:picLocks noChangeAspect="1"/>
          </p:cNvPicPr>
          <p:nvPr/>
        </p:nvPicPr>
        <p:blipFill>
          <a:blip r:embed="rId2"/>
          <a:stretch>
            <a:fillRect/>
          </a:stretch>
        </p:blipFill>
        <p:spPr>
          <a:xfrm>
            <a:off x="4399602" y="0"/>
            <a:ext cx="7782155" cy="6235700"/>
          </a:xfrm>
          <a:prstGeom prst="rect">
            <a:avLst/>
          </a:prstGeom>
        </p:spPr>
      </p:pic>
      <p:grpSp>
        <p:nvGrpSpPr>
          <p:cNvPr id="141" name="组合 140"/>
          <p:cNvGrpSpPr/>
          <p:nvPr/>
        </p:nvGrpSpPr>
        <p:grpSpPr>
          <a:xfrm>
            <a:off x="-1111817" y="1605742"/>
            <a:ext cx="8802672" cy="3152834"/>
            <a:chOff x="-1198766" y="1399948"/>
            <a:chExt cx="8802672" cy="3152834"/>
          </a:xfrm>
        </p:grpSpPr>
        <p:pic>
          <p:nvPicPr>
            <p:cNvPr id="111" name="图片 110"/>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rcRect t="24405" b="17763"/>
            <a:stretch>
              <a:fillRect/>
            </a:stretch>
          </p:blipFill>
          <p:spPr>
            <a:xfrm rot="3691259">
              <a:off x="396584" y="3635238"/>
              <a:ext cx="1007909" cy="827179"/>
            </a:xfrm>
            <a:custGeom>
              <a:avLst/>
              <a:gdLst>
                <a:gd name="connsiteX0" fmla="*/ 0 w 5444200"/>
                <a:gd name="connsiteY0" fmla="*/ 0 h 3152023"/>
                <a:gd name="connsiteX1" fmla="*/ 5444200 w 5444200"/>
                <a:gd name="connsiteY1" fmla="*/ 0 h 3152023"/>
                <a:gd name="connsiteX2" fmla="*/ 5444200 w 5444200"/>
                <a:gd name="connsiteY2" fmla="*/ 3152023 h 3152023"/>
                <a:gd name="connsiteX3" fmla="*/ 0 w 5444200"/>
                <a:gd name="connsiteY3" fmla="*/ 3152023 h 3152023"/>
              </a:gdLst>
              <a:ahLst/>
              <a:cxnLst>
                <a:cxn ang="0">
                  <a:pos x="connsiteX0" y="connsiteY0"/>
                </a:cxn>
                <a:cxn ang="0">
                  <a:pos x="connsiteX1" y="connsiteY1"/>
                </a:cxn>
                <a:cxn ang="0">
                  <a:pos x="connsiteX2" y="connsiteY2"/>
                </a:cxn>
                <a:cxn ang="0">
                  <a:pos x="connsiteX3" y="connsiteY3"/>
                </a:cxn>
              </a:cxnLst>
              <a:rect l="l" t="t" r="r" b="b"/>
              <a:pathLst>
                <a:path w="5444200" h="3152023">
                  <a:moveTo>
                    <a:pt x="0" y="0"/>
                  </a:moveTo>
                  <a:lnTo>
                    <a:pt x="5444200" y="0"/>
                  </a:lnTo>
                  <a:lnTo>
                    <a:pt x="5444200" y="3152023"/>
                  </a:lnTo>
                  <a:lnTo>
                    <a:pt x="0" y="3152023"/>
                  </a:lnTo>
                  <a:close/>
                </a:path>
              </a:pathLst>
            </a:custGeom>
            <a:effectLst/>
          </p:spPr>
        </p:pic>
        <p:sp>
          <p:nvSpPr>
            <p:cNvPr id="116" name="文本框 115"/>
            <p:cNvSpPr txBox="1"/>
            <p:nvPr/>
          </p:nvSpPr>
          <p:spPr>
            <a:xfrm>
              <a:off x="442901" y="2688929"/>
              <a:ext cx="5059680" cy="1568450"/>
            </a:xfrm>
            <a:prstGeom prst="rect">
              <a:avLst/>
            </a:prstGeom>
            <a:noFill/>
          </p:spPr>
          <p:txBody>
            <a:bodyPr wrap="none" rtlCol="0">
              <a:spAutoFit/>
            </a:bodyPr>
            <a:lstStyle>
              <a:defPPr>
                <a:defRPr lang="zh-CN"/>
              </a:defPPr>
              <a:lvl1pPr algn="ctr">
                <a:defRPr sz="8000">
                  <a:gradFill flip="none" rotWithShape="1">
                    <a:gsLst>
                      <a:gs pos="97279">
                        <a:schemeClr val="accent2">
                          <a:lumMod val="20000"/>
                          <a:lumOff val="80000"/>
                        </a:schemeClr>
                      </a:gs>
                      <a:gs pos="57000">
                        <a:schemeClr val="accent2">
                          <a:lumMod val="20000"/>
                          <a:lumOff val="80000"/>
                        </a:schemeClr>
                      </a:gs>
                      <a:gs pos="7000">
                        <a:schemeClr val="accent2">
                          <a:lumMod val="20000"/>
                          <a:lumOff val="80000"/>
                        </a:schemeClr>
                      </a:gs>
                      <a:gs pos="80000">
                        <a:schemeClr val="accent2"/>
                      </a:gs>
                      <a:gs pos="37000">
                        <a:schemeClr val="accent2"/>
                      </a:gs>
                    </a:gsLst>
                    <a:lin ang="0" scaled="1"/>
                    <a:tileRect/>
                  </a:gradFill>
                  <a:effectLst>
                    <a:outerShdw blurRad="50800" dist="38100" dir="5400000" algn="t" rotWithShape="0">
                      <a:schemeClr val="accent1">
                        <a:lumMod val="75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600" b="0" i="0" u="none" strike="noStrike" kern="0" cap="none" spc="0" normalizeH="0" baseline="0" noProof="0" dirty="0">
                  <a:ln>
                    <a:noFill/>
                  </a:ln>
                  <a:gradFill flip="none" rotWithShape="1">
                    <a:gsLst>
                      <a:gs pos="100000">
                        <a:prstClr val="white"/>
                      </a:gs>
                      <a:gs pos="7000">
                        <a:prstClr val="white"/>
                      </a:gs>
                      <a:gs pos="43000">
                        <a:srgbClr val="206252">
                          <a:lumMod val="20000"/>
                          <a:lumOff val="80000"/>
                        </a:srgbClr>
                      </a:gs>
                    </a:gsLst>
                    <a:lin ang="0" scaled="1"/>
                    <a:tileRect/>
                  </a:gradFill>
                  <a:effectLst>
                    <a:outerShdw blurRad="50800" dist="38100" dir="5400000" algn="t" rotWithShape="0">
                      <a:srgbClr val="206252">
                        <a:lumMod val="60000"/>
                        <a:lumOff val="40000"/>
                      </a:srgbClr>
                    </a:outerShdw>
                  </a:effectLst>
                  <a:uLnTx/>
                  <a:uFillTx/>
                  <a:latin typeface="阿里妈妈数黑体" pitchFamily="2" charset="-122"/>
                  <a:ea typeface="阿里妈妈数黑体" pitchFamily="2" charset="-122"/>
                  <a:cs typeface="+mn-cs"/>
                  <a:sym typeface="阿里妈妈数黑体" pitchFamily="2" charset="-122"/>
                </a:rPr>
                <a:t>前期调研</a:t>
              </a:r>
              <a:endParaRPr kumimoji="0" lang="zh-CN" altLang="en-US" sz="9600" b="0" i="0" u="none" strike="noStrike" kern="0" cap="none" spc="0" normalizeH="0" baseline="0" noProof="0" dirty="0">
                <a:ln>
                  <a:noFill/>
                </a:ln>
                <a:gradFill flip="none" rotWithShape="1">
                  <a:gsLst>
                    <a:gs pos="100000">
                      <a:prstClr val="white"/>
                    </a:gs>
                    <a:gs pos="7000">
                      <a:prstClr val="white"/>
                    </a:gs>
                    <a:gs pos="43000">
                      <a:srgbClr val="206252">
                        <a:lumMod val="20000"/>
                        <a:lumOff val="80000"/>
                      </a:srgbClr>
                    </a:gs>
                  </a:gsLst>
                  <a:lin ang="0" scaled="1"/>
                  <a:tileRect/>
                </a:gradFill>
                <a:effectLst>
                  <a:outerShdw blurRad="50800" dist="38100" dir="5400000" algn="t" rotWithShape="0">
                    <a:srgbClr val="206252">
                      <a:lumMod val="60000"/>
                      <a:lumOff val="40000"/>
                    </a:srgbClr>
                  </a:outerShdw>
                </a:effectLst>
                <a:uLnTx/>
                <a:uFillTx/>
                <a:latin typeface="阿里妈妈数黑体" pitchFamily="2" charset="-122"/>
                <a:ea typeface="阿里妈妈数黑体" pitchFamily="2" charset="-122"/>
                <a:cs typeface="+mn-cs"/>
                <a:sym typeface="阿里妈妈数黑体" pitchFamily="2" charset="-122"/>
              </a:endParaRPr>
            </a:p>
          </p:txBody>
        </p:sp>
        <p:sp>
          <p:nvSpPr>
            <p:cNvPr id="117" name="文本框 116"/>
            <p:cNvSpPr txBox="1"/>
            <p:nvPr/>
          </p:nvSpPr>
          <p:spPr>
            <a:xfrm>
              <a:off x="1348908" y="1399948"/>
              <a:ext cx="4564380" cy="1861185"/>
            </a:xfrm>
            <a:prstGeom prst="rect">
              <a:avLst/>
            </a:prstGeom>
            <a:noFill/>
          </p:spPr>
          <p:txBody>
            <a:bodyPr wrap="none" rtlCol="0">
              <a:spAutoFit/>
            </a:bodyPr>
            <a:lstStyle>
              <a:defPPr>
                <a:defRPr lang="zh-CN"/>
              </a:defPPr>
              <a:lvl1pPr algn="ctr">
                <a:defRPr sz="8000">
                  <a:gradFill flip="none" rotWithShape="1">
                    <a:gsLst>
                      <a:gs pos="97279">
                        <a:schemeClr val="accent2">
                          <a:lumMod val="20000"/>
                          <a:lumOff val="80000"/>
                        </a:schemeClr>
                      </a:gs>
                      <a:gs pos="57000">
                        <a:schemeClr val="accent2">
                          <a:lumMod val="20000"/>
                          <a:lumOff val="80000"/>
                        </a:schemeClr>
                      </a:gs>
                      <a:gs pos="7000">
                        <a:schemeClr val="accent2">
                          <a:lumMod val="20000"/>
                          <a:lumOff val="80000"/>
                        </a:schemeClr>
                      </a:gs>
                      <a:gs pos="80000">
                        <a:schemeClr val="accent2"/>
                      </a:gs>
                      <a:gs pos="37000">
                        <a:schemeClr val="accent2"/>
                      </a:gs>
                    </a:gsLst>
                    <a:lin ang="0" scaled="1"/>
                    <a:tileRect/>
                  </a:gradFill>
                  <a:effectLst>
                    <a:outerShdw blurRad="50800" dist="38100" dir="5400000" algn="t" rotWithShape="0">
                      <a:schemeClr val="accent1">
                        <a:lumMod val="75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500" b="0" i="1" u="none" strike="noStrike" kern="0" cap="none" spc="0" normalizeH="0" baseline="0" noProof="0" dirty="0">
                  <a:ln w="22225">
                    <a:gradFill flip="none" rotWithShape="1">
                      <a:gsLst>
                        <a:gs pos="24000">
                          <a:srgbClr val="FAD77E">
                            <a:lumMod val="20000"/>
                            <a:lumOff val="80000"/>
                          </a:srgbClr>
                        </a:gs>
                        <a:gs pos="76000">
                          <a:srgbClr val="FAD77E">
                            <a:lumMod val="20000"/>
                            <a:lumOff val="80000"/>
                            <a:alpha val="0"/>
                          </a:srgbClr>
                        </a:gs>
                      </a:gsLst>
                      <a:lin ang="5400000" scaled="1"/>
                      <a:tileRect/>
                    </a:gradFill>
                  </a:ln>
                  <a:gradFill flip="none" rotWithShape="1">
                    <a:gsLst>
                      <a:gs pos="15000">
                        <a:srgbClr val="FAD77E">
                          <a:lumMod val="20000"/>
                          <a:lumOff val="80000"/>
                          <a:alpha val="22000"/>
                        </a:srgbClr>
                      </a:gs>
                      <a:gs pos="68000">
                        <a:srgbClr val="FAD77E">
                          <a:lumMod val="20000"/>
                          <a:lumOff val="80000"/>
                          <a:alpha val="0"/>
                        </a:srgbClr>
                      </a:gs>
                    </a:gsLst>
                    <a:lin ang="5400000" scaled="1"/>
                    <a:tileRect/>
                  </a:gradFill>
                  <a:effectLst/>
                  <a:uLnTx/>
                  <a:uFillTx/>
                  <a:latin typeface="思源宋体 CN Heavy"/>
                  <a:ea typeface="思源宋体 CN Heavy"/>
                  <a:cs typeface="+mn-cs"/>
                </a:rPr>
                <a:t>PART 2</a:t>
              </a:r>
              <a:endParaRPr kumimoji="0" lang="zh-CN" altLang="en-US" sz="11500" b="0" i="1" u="none" strike="noStrike" kern="0" cap="none" spc="0" normalizeH="0" baseline="0" noProof="0" dirty="0">
                <a:ln w="22225">
                  <a:gradFill flip="none" rotWithShape="1">
                    <a:gsLst>
                      <a:gs pos="24000">
                        <a:srgbClr val="FAD77E">
                          <a:lumMod val="20000"/>
                          <a:lumOff val="80000"/>
                        </a:srgbClr>
                      </a:gs>
                      <a:gs pos="76000">
                        <a:srgbClr val="FAD77E">
                          <a:lumMod val="20000"/>
                          <a:lumOff val="80000"/>
                          <a:alpha val="0"/>
                        </a:srgbClr>
                      </a:gs>
                    </a:gsLst>
                    <a:lin ang="5400000" scaled="1"/>
                    <a:tileRect/>
                  </a:gradFill>
                </a:ln>
                <a:gradFill flip="none" rotWithShape="1">
                  <a:gsLst>
                    <a:gs pos="15000">
                      <a:srgbClr val="FAD77E">
                        <a:lumMod val="20000"/>
                        <a:lumOff val="80000"/>
                        <a:alpha val="22000"/>
                      </a:srgbClr>
                    </a:gs>
                    <a:gs pos="68000">
                      <a:srgbClr val="FAD77E">
                        <a:lumMod val="20000"/>
                        <a:lumOff val="80000"/>
                        <a:alpha val="0"/>
                      </a:srgbClr>
                    </a:gs>
                  </a:gsLst>
                  <a:lin ang="5400000" scaled="1"/>
                  <a:tileRect/>
                </a:gradFill>
                <a:effectLst/>
                <a:uLnTx/>
                <a:uFillTx/>
                <a:latin typeface="思源宋体 CN Heavy"/>
                <a:ea typeface="思源宋体 CN Heavy"/>
                <a:cs typeface="+mn-cs"/>
              </a:endParaRPr>
            </a:p>
          </p:txBody>
        </p:sp>
        <p:cxnSp>
          <p:nvCxnSpPr>
            <p:cNvPr id="136" name="直接连接符 135"/>
            <p:cNvCxnSpPr/>
            <p:nvPr/>
          </p:nvCxnSpPr>
          <p:spPr>
            <a:xfrm flipV="1">
              <a:off x="580355" y="1399948"/>
              <a:ext cx="7023551" cy="0"/>
            </a:xfrm>
            <a:prstGeom prst="line">
              <a:avLst/>
            </a:prstGeom>
            <a:noFill/>
            <a:ln w="9525" cap="flat" cmpd="sng" algn="ctr">
              <a:gradFill>
                <a:gsLst>
                  <a:gs pos="0">
                    <a:schemeClr val="bg1"/>
                  </a:gs>
                  <a:gs pos="82000">
                    <a:schemeClr val="bg1">
                      <a:alpha val="0"/>
                    </a:schemeClr>
                  </a:gs>
                </a:gsLst>
                <a:lin ang="0" scaled="0"/>
              </a:gradFill>
              <a:prstDash val="solid"/>
              <a:miter lim="800000"/>
            </a:ln>
            <a:effectLst/>
          </p:spPr>
        </p:cxnSp>
        <p:grpSp>
          <p:nvGrpSpPr>
            <p:cNvPr id="137" name="组合 136"/>
            <p:cNvGrpSpPr/>
            <p:nvPr/>
          </p:nvGrpSpPr>
          <p:grpSpPr>
            <a:xfrm>
              <a:off x="4092130" y="4111884"/>
              <a:ext cx="2501787" cy="228031"/>
              <a:chOff x="4178932" y="1978005"/>
              <a:chExt cx="616525" cy="142461"/>
            </a:xfrm>
          </p:grpSpPr>
          <p:sp>
            <p:nvSpPr>
              <p:cNvPr id="138" name="平行四边形 137"/>
              <p:cNvSpPr/>
              <p:nvPr/>
            </p:nvSpPr>
            <p:spPr>
              <a:xfrm flipH="1" flipV="1">
                <a:off x="4281389" y="1978005"/>
                <a:ext cx="514068" cy="111045"/>
              </a:xfrm>
              <a:prstGeom prst="parallelogram">
                <a:avLst/>
              </a:prstGeom>
              <a:gradFill>
                <a:gsLst>
                  <a:gs pos="0">
                    <a:schemeClr val="accent1">
                      <a:lumMod val="40000"/>
                      <a:lumOff val="60000"/>
                    </a:schemeClr>
                  </a:gs>
                  <a:gs pos="59000">
                    <a:schemeClr val="bg1">
                      <a:alpha val="0"/>
                    </a:schemeClr>
                  </a:gs>
                </a:gsLst>
                <a:lin ang="0" scaled="1"/>
              </a:gradFill>
              <a:ln w="12700" cap="flat" cmpd="sng" algn="ctr">
                <a:noFill/>
                <a:prstDash val="solid"/>
                <a:miter lim="800000"/>
              </a:ln>
              <a:effectLst/>
            </p:spPr>
            <p:txBody>
              <a:bodyPr lIns="80467" tIns="40234" rIns="80467" bIns="40234"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585"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9" name="平行四边形 138"/>
              <p:cNvSpPr/>
              <p:nvPr/>
            </p:nvSpPr>
            <p:spPr>
              <a:xfrm flipH="1" flipV="1">
                <a:off x="4178932" y="2048105"/>
                <a:ext cx="501708" cy="72361"/>
              </a:xfrm>
              <a:prstGeom prst="parallelogram">
                <a:avLst/>
              </a:prstGeom>
              <a:gradFill>
                <a:gsLst>
                  <a:gs pos="0">
                    <a:schemeClr val="accent1">
                      <a:lumMod val="40000"/>
                      <a:lumOff val="60000"/>
                    </a:schemeClr>
                  </a:gs>
                  <a:gs pos="59000">
                    <a:schemeClr val="bg1">
                      <a:alpha val="0"/>
                    </a:schemeClr>
                  </a:gs>
                </a:gsLst>
                <a:lin ang="0" scaled="1"/>
              </a:gradFill>
              <a:ln w="12700" cap="flat" cmpd="sng" algn="ctr">
                <a:noFill/>
                <a:prstDash val="solid"/>
                <a:miter lim="800000"/>
              </a:ln>
              <a:effectLst/>
            </p:spPr>
            <p:txBody>
              <a:bodyPr lIns="80467" tIns="40234" rIns="80467" bIns="40234"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585"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cxnSp>
          <p:nvCxnSpPr>
            <p:cNvPr id="140" name="直接连接符 139"/>
            <p:cNvCxnSpPr/>
            <p:nvPr/>
          </p:nvCxnSpPr>
          <p:spPr>
            <a:xfrm flipH="1" flipV="1">
              <a:off x="-1198766" y="4424486"/>
              <a:ext cx="7023551" cy="0"/>
            </a:xfrm>
            <a:prstGeom prst="line">
              <a:avLst/>
            </a:prstGeom>
            <a:noFill/>
            <a:ln w="9525" cap="flat" cmpd="sng" algn="ctr">
              <a:gradFill>
                <a:gsLst>
                  <a:gs pos="0">
                    <a:schemeClr val="accent1">
                      <a:lumMod val="20000"/>
                      <a:lumOff val="80000"/>
                    </a:schemeClr>
                  </a:gs>
                  <a:gs pos="82000">
                    <a:schemeClr val="accent1">
                      <a:lumMod val="20000"/>
                      <a:lumOff val="80000"/>
                      <a:alpha val="0"/>
                    </a:schemeClr>
                  </a:gs>
                </a:gsLst>
                <a:lin ang="0" scaled="0"/>
              </a:gradFill>
              <a:prstDash val="solid"/>
              <a:miter lim="800000"/>
            </a:ln>
            <a:effectLst/>
          </p:spPr>
        </p:cxnSp>
      </p:grpSp>
      <p:pic>
        <p:nvPicPr>
          <p:cNvPr id="2" name="Picture 1046"/>
          <p:cNvPicPr>
            <a:picLocks noChangeAspect="1"/>
          </p:cNvPicPr>
          <p:nvPr/>
        </p:nvPicPr>
        <p:blipFill>
          <a:blip r:embed="rId5"/>
          <a:stretch>
            <a:fillRect/>
          </a:stretch>
        </p:blipFill>
        <p:spPr>
          <a:xfrm>
            <a:off x="10243" y="4021183"/>
            <a:ext cx="12185106" cy="2869592"/>
          </a:xfrm>
          <a:prstGeom prst="rect">
            <a:avLst/>
          </a:prstGeom>
        </p:spPr>
      </p:pic>
    </p:spTree>
    <p:custDataLst>
      <p:tags r:id="rId6"/>
    </p:custDataLst>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图片 55"/>
          <p:cNvPicPr>
            <a:picLocks noChangeAspect="1"/>
          </p:cNvPicPr>
          <p:nvPr/>
        </p:nvPicPr>
        <p:blipFill>
          <a:blip r:embed="rId1"/>
          <a:srcRect l="1023" t="13748"/>
          <a:stretch>
            <a:fillRect/>
          </a:stretch>
        </p:blipFill>
        <p:spPr>
          <a:xfrm>
            <a:off x="0" y="0"/>
            <a:ext cx="12192000" cy="5915142"/>
          </a:xfrm>
          <a:custGeom>
            <a:avLst/>
            <a:gdLst>
              <a:gd name="connsiteX0" fmla="*/ 0 w 12192000"/>
              <a:gd name="connsiteY0" fmla="*/ 0 h 5915142"/>
              <a:gd name="connsiteX1" fmla="*/ 12192000 w 12192000"/>
              <a:gd name="connsiteY1" fmla="*/ 0 h 5915142"/>
              <a:gd name="connsiteX2" fmla="*/ 12192000 w 12192000"/>
              <a:gd name="connsiteY2" fmla="*/ 5915142 h 5915142"/>
              <a:gd name="connsiteX3" fmla="*/ 0 w 12192000"/>
              <a:gd name="connsiteY3" fmla="*/ 5915142 h 5915142"/>
            </a:gdLst>
            <a:ahLst/>
            <a:cxnLst>
              <a:cxn ang="0">
                <a:pos x="connsiteX0" y="connsiteY0"/>
              </a:cxn>
              <a:cxn ang="0">
                <a:pos x="connsiteX1" y="connsiteY1"/>
              </a:cxn>
              <a:cxn ang="0">
                <a:pos x="connsiteX2" y="connsiteY2"/>
              </a:cxn>
              <a:cxn ang="0">
                <a:pos x="connsiteX3" y="connsiteY3"/>
              </a:cxn>
            </a:cxnLst>
            <a:rect l="l" t="t" r="r" b="b"/>
            <a:pathLst>
              <a:path w="12192000" h="5915142">
                <a:moveTo>
                  <a:pt x="0" y="0"/>
                </a:moveTo>
                <a:lnTo>
                  <a:pt x="12192000" y="0"/>
                </a:lnTo>
                <a:lnTo>
                  <a:pt x="12192000" y="5915142"/>
                </a:lnTo>
                <a:lnTo>
                  <a:pt x="0" y="5915142"/>
                </a:lnTo>
                <a:close/>
              </a:path>
            </a:pathLst>
          </a:custGeom>
        </p:spPr>
      </p:pic>
      <p:pic>
        <p:nvPicPr>
          <p:cNvPr id="62" name="Picture 59"/>
          <p:cNvPicPr>
            <a:picLocks noChangeAspect="1"/>
          </p:cNvPicPr>
          <p:nvPr/>
        </p:nvPicPr>
        <p:blipFill>
          <a:blip r:embed="rId2">
            <a:alphaModFix amt="63000"/>
          </a:blip>
          <a:stretch>
            <a:fillRect/>
          </a:stretch>
        </p:blipFill>
        <p:spPr>
          <a:xfrm>
            <a:off x="432516" y="1439867"/>
            <a:ext cx="11206067" cy="5418133"/>
          </a:xfrm>
          <a:prstGeom prst="rect">
            <a:avLst/>
          </a:prstGeom>
        </p:spPr>
      </p:pic>
      <p:grpSp>
        <p:nvGrpSpPr>
          <p:cNvPr id="10" name="PA-原创小红书雷点PPT禁止盗用"/>
          <p:cNvGrpSpPr/>
          <p:nvPr/>
        </p:nvGrpSpPr>
        <p:grpSpPr>
          <a:xfrm>
            <a:off x="-5943601" y="-8474694"/>
            <a:ext cx="24079200" cy="10301242"/>
            <a:chOff x="-5943600" y="-8639987"/>
            <a:chExt cx="24079200" cy="10046724"/>
          </a:xfrm>
        </p:grpSpPr>
        <p:sp>
          <p:nvSpPr>
            <p:cNvPr id="26" name="PA-任意多边形 41"/>
            <p:cNvSpPr/>
            <p:nvPr/>
          </p:nvSpPr>
          <p:spPr>
            <a:xfrm rot="21174370" flipV="1">
              <a:off x="8774599" y="1189082"/>
              <a:ext cx="3440677" cy="176958"/>
            </a:xfrm>
            <a:custGeom>
              <a:avLst/>
              <a:gdLst>
                <a:gd name="connsiteX0" fmla="*/ 0 w 3440677"/>
                <a:gd name="connsiteY0" fmla="*/ 176958 h 176958"/>
                <a:gd name="connsiteX1" fmla="*/ 3388656 w 3440677"/>
                <a:gd name="connsiteY1" fmla="*/ 5354 h 176958"/>
                <a:gd name="connsiteX2" fmla="*/ 3420254 w 3440677"/>
                <a:gd name="connsiteY2" fmla="*/ 6201 h 176958"/>
                <a:gd name="connsiteX3" fmla="*/ 3440677 w 3440677"/>
                <a:gd name="connsiteY3" fmla="*/ 170309 h 176958"/>
                <a:gd name="connsiteX4" fmla="*/ 3429205 w 3440677"/>
                <a:gd name="connsiteY4" fmla="*/ 169422 h 176958"/>
                <a:gd name="connsiteX5" fmla="*/ 0 w 3440677"/>
                <a:gd name="connsiteY5" fmla="*/ 176958 h 176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40677" h="176958">
                  <a:moveTo>
                    <a:pt x="0" y="176958"/>
                  </a:moveTo>
                  <a:cubicBezTo>
                    <a:pt x="1159461" y="19370"/>
                    <a:pt x="2380385" y="-15155"/>
                    <a:pt x="3388656" y="5354"/>
                  </a:cubicBezTo>
                  <a:lnTo>
                    <a:pt x="3420254" y="6201"/>
                  </a:lnTo>
                  <a:lnTo>
                    <a:pt x="3440677" y="170309"/>
                  </a:lnTo>
                  <a:lnTo>
                    <a:pt x="3429205" y="169422"/>
                  </a:lnTo>
                  <a:cubicBezTo>
                    <a:pt x="2467052" y="102181"/>
                    <a:pt x="1286940" y="84403"/>
                    <a:pt x="0" y="176958"/>
                  </a:cubicBezTo>
                  <a:close/>
                </a:path>
              </a:pathLst>
            </a:custGeom>
            <a:gradFill>
              <a:gsLst>
                <a:gs pos="0">
                  <a:schemeClr val="accent2">
                    <a:lumMod val="60000"/>
                    <a:lumOff val="40000"/>
                  </a:schemeClr>
                </a:gs>
                <a:gs pos="100000">
                  <a:schemeClr val="accent2"/>
                </a:gs>
              </a:gsLst>
              <a:lin ang="0" scaled="0"/>
            </a:gradFill>
            <a:ln w="12700" cap="flat" cmpd="sng" algn="ctr">
              <a:noFill/>
              <a:prstDash val="solid"/>
              <a:miter lim="800000"/>
            </a:ln>
            <a:effectLst/>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kern="0" dirty="0">
                <a:solidFill>
                  <a:srgbClr val="FFFFFF"/>
                </a:solidFill>
                <a:latin typeface="微软雅黑" panose="020B0503020204020204" charset="-122"/>
                <a:ea typeface="微软雅黑" panose="020B0503020204020204" charset="-122"/>
              </a:endParaRPr>
            </a:p>
          </p:txBody>
        </p:sp>
        <p:sp>
          <p:nvSpPr>
            <p:cNvPr id="28" name="PA-椭圆 52"/>
            <p:cNvSpPr/>
            <p:nvPr/>
          </p:nvSpPr>
          <p:spPr>
            <a:xfrm>
              <a:off x="-5943600" y="-8639987"/>
              <a:ext cx="24079200" cy="10046724"/>
            </a:xfrm>
            <a:prstGeom prst="ellipse">
              <a:avLst/>
            </a:prstGeom>
            <a:noFill/>
            <a:ln w="12700" cap="flat" cmpd="sng" algn="ctr">
              <a:gradFill>
                <a:gsLst>
                  <a:gs pos="95000">
                    <a:schemeClr val="accent2">
                      <a:alpha val="0"/>
                    </a:schemeClr>
                  </a:gs>
                  <a:gs pos="100000">
                    <a:schemeClr val="accent2"/>
                  </a:gs>
                </a:gsLst>
                <a:lin ang="5400000" scaled="0"/>
              </a:grad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grpSp>
      <p:grpSp>
        <p:nvGrpSpPr>
          <p:cNvPr id="48" name="PA-原创小红书雷点PPT禁止盗用"/>
          <p:cNvGrpSpPr/>
          <p:nvPr>
            <p:custDataLst>
              <p:tags r:id="rId3"/>
            </p:custDataLst>
          </p:nvPr>
        </p:nvGrpSpPr>
        <p:grpSpPr>
          <a:xfrm>
            <a:off x="2687305" y="1216609"/>
            <a:ext cx="445067" cy="394188"/>
            <a:chOff x="8079535" y="688593"/>
            <a:chExt cx="331915" cy="293972"/>
          </a:xfrm>
        </p:grpSpPr>
        <p:sp>
          <p:nvSpPr>
            <p:cNvPr id="49" name="PA-椭圆 1056"/>
            <p:cNvSpPr/>
            <p:nvPr>
              <p:custDataLst>
                <p:tags r:id="rId4"/>
              </p:custDataLst>
            </p:nvPr>
          </p:nvSpPr>
          <p:spPr>
            <a:xfrm rot="16200000">
              <a:off x="8079535" y="688593"/>
              <a:ext cx="293972" cy="293972"/>
            </a:xfrm>
            <a:prstGeom prst="ellipse">
              <a:avLst/>
            </a:prstGeom>
            <a:gradFill>
              <a:gsLst>
                <a:gs pos="11000">
                  <a:schemeClr val="accent3">
                    <a:alpha val="27000"/>
                  </a:schemeClr>
                </a:gs>
                <a:gs pos="86000">
                  <a:schemeClr val="accent3">
                    <a:alpha val="0"/>
                  </a:schemeClr>
                </a:gs>
              </a:gsLst>
              <a:lin ang="5400000" scaled="1"/>
            </a:gradFill>
            <a:ln w="6350" cap="flat" cmpd="sng" algn="ctr">
              <a:gradFill>
                <a:gsLst>
                  <a:gs pos="0">
                    <a:schemeClr val="accent2">
                      <a:alpha val="66000"/>
                    </a:schemeClr>
                  </a:gs>
                  <a:gs pos="85000">
                    <a:schemeClr val="accent2">
                      <a:alpha val="0"/>
                    </a:schemeClr>
                  </a:gs>
                </a:gsLst>
                <a:lin ang="5400000" scaled="1"/>
              </a:grad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50" name="PA-椭圆 1057"/>
            <p:cNvSpPr/>
            <p:nvPr>
              <p:custDataLst>
                <p:tags r:id="rId5"/>
              </p:custDataLst>
            </p:nvPr>
          </p:nvSpPr>
          <p:spPr>
            <a:xfrm rot="16200000">
              <a:off x="8272432" y="766070"/>
              <a:ext cx="139018" cy="139018"/>
            </a:xfrm>
            <a:prstGeom prst="ellipse">
              <a:avLst/>
            </a:prstGeom>
            <a:gradFill>
              <a:gsLst>
                <a:gs pos="11000">
                  <a:schemeClr val="accent3">
                    <a:alpha val="27000"/>
                  </a:schemeClr>
                </a:gs>
                <a:gs pos="86000">
                  <a:schemeClr val="accent3">
                    <a:alpha val="0"/>
                  </a:schemeClr>
                </a:gs>
              </a:gsLst>
              <a:lin ang="5400000" scaled="1"/>
            </a:gradFill>
            <a:ln w="6350" cap="flat" cmpd="sng" algn="ctr">
              <a:gradFill>
                <a:gsLst>
                  <a:gs pos="0">
                    <a:schemeClr val="accent2">
                      <a:alpha val="66000"/>
                    </a:schemeClr>
                  </a:gs>
                  <a:gs pos="85000">
                    <a:schemeClr val="accent2">
                      <a:alpha val="0"/>
                    </a:schemeClr>
                  </a:gs>
                </a:gsLst>
                <a:lin ang="5400000" scaled="1"/>
              </a:gradFill>
              <a:prstDash val="solid"/>
              <a:miter lim="800000"/>
            </a:ln>
            <a:effectLst/>
          </p:spPr>
          <p:txBody>
            <a:bodyPr rtlCol="0" anchor="ctr"/>
            <a:lstStyle/>
            <a:p>
              <a:endParaRPr lang="zh-CN" altLang="en-US" sz="1600" kern="0">
                <a:solidFill>
                  <a:srgbClr val="FFFFFF"/>
                </a:solidFill>
                <a:latin typeface="微软雅黑" panose="020B0503020204020204" charset="-122"/>
                <a:ea typeface="微软雅黑" panose="020B0503020204020204" charset="-122"/>
              </a:endParaRPr>
            </a:p>
          </p:txBody>
        </p:sp>
      </p:grpSp>
      <p:sp>
        <p:nvSpPr>
          <p:cNvPr id="102" name="任意多边形: 形状 101"/>
          <p:cNvSpPr/>
          <p:nvPr/>
        </p:nvSpPr>
        <p:spPr>
          <a:xfrm>
            <a:off x="0" y="6768935"/>
            <a:ext cx="12192000" cy="89065"/>
          </a:xfrm>
          <a:custGeom>
            <a:avLst/>
            <a:gdLst>
              <a:gd name="connsiteX0" fmla="*/ 0 w 12192000"/>
              <a:gd name="connsiteY0" fmla="*/ 0 h 89065"/>
              <a:gd name="connsiteX1" fmla="*/ 12192000 w 12192000"/>
              <a:gd name="connsiteY1" fmla="*/ 0 h 89065"/>
              <a:gd name="connsiteX2" fmla="*/ 12192000 w 12192000"/>
              <a:gd name="connsiteY2" fmla="*/ 89065 h 89065"/>
              <a:gd name="connsiteX3" fmla="*/ 0 w 12192000"/>
              <a:gd name="connsiteY3" fmla="*/ 89065 h 89065"/>
            </a:gdLst>
            <a:ahLst/>
            <a:cxnLst>
              <a:cxn ang="0">
                <a:pos x="connsiteX0" y="connsiteY0"/>
              </a:cxn>
              <a:cxn ang="0">
                <a:pos x="connsiteX1" y="connsiteY1"/>
              </a:cxn>
              <a:cxn ang="0">
                <a:pos x="connsiteX2" y="connsiteY2"/>
              </a:cxn>
              <a:cxn ang="0">
                <a:pos x="connsiteX3" y="connsiteY3"/>
              </a:cxn>
            </a:cxnLst>
            <a:rect l="l" t="t" r="r" b="b"/>
            <a:pathLst>
              <a:path w="12192000" h="89065">
                <a:moveTo>
                  <a:pt x="0" y="0"/>
                </a:moveTo>
                <a:lnTo>
                  <a:pt x="12192000" y="0"/>
                </a:lnTo>
                <a:lnTo>
                  <a:pt x="12192000" y="89065"/>
                </a:lnTo>
                <a:lnTo>
                  <a:pt x="0" y="89065"/>
                </a:lnTo>
                <a:close/>
              </a:path>
            </a:pathLst>
          </a:custGeom>
          <a:gradFill>
            <a:gsLst>
              <a:gs pos="0">
                <a:schemeClr val="accent1"/>
              </a:gs>
              <a:gs pos="100000">
                <a:schemeClr val="bg2">
                  <a:lumMod val="5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grpSp>
        <p:nvGrpSpPr>
          <p:cNvPr id="2" name="PA-原创小红书雷点PPT禁止盗用"/>
          <p:cNvGrpSpPr/>
          <p:nvPr>
            <p:custDataLst>
              <p:tags r:id="rId6"/>
            </p:custDataLst>
          </p:nvPr>
        </p:nvGrpSpPr>
        <p:grpSpPr>
          <a:xfrm flipH="1">
            <a:off x="8887974" y="1219698"/>
            <a:ext cx="445067" cy="394188"/>
            <a:chOff x="8079535" y="688593"/>
            <a:chExt cx="331915" cy="293972"/>
          </a:xfrm>
        </p:grpSpPr>
        <p:sp>
          <p:nvSpPr>
            <p:cNvPr id="65" name="PA-椭圆 1056"/>
            <p:cNvSpPr/>
            <p:nvPr>
              <p:custDataLst>
                <p:tags r:id="rId7"/>
              </p:custDataLst>
            </p:nvPr>
          </p:nvSpPr>
          <p:spPr>
            <a:xfrm rot="16200000">
              <a:off x="8079535" y="688593"/>
              <a:ext cx="293972" cy="293972"/>
            </a:xfrm>
            <a:prstGeom prst="ellipse">
              <a:avLst/>
            </a:prstGeom>
            <a:gradFill>
              <a:gsLst>
                <a:gs pos="11000">
                  <a:schemeClr val="accent3">
                    <a:alpha val="27000"/>
                  </a:schemeClr>
                </a:gs>
                <a:gs pos="86000">
                  <a:schemeClr val="accent3">
                    <a:alpha val="0"/>
                  </a:schemeClr>
                </a:gs>
              </a:gsLst>
              <a:lin ang="5400000" scaled="1"/>
            </a:gradFill>
            <a:ln w="6350" cap="flat" cmpd="sng" algn="ctr">
              <a:gradFill>
                <a:gsLst>
                  <a:gs pos="0">
                    <a:schemeClr val="accent2">
                      <a:alpha val="66000"/>
                    </a:schemeClr>
                  </a:gs>
                  <a:gs pos="85000">
                    <a:schemeClr val="accent2">
                      <a:alpha val="0"/>
                    </a:schemeClr>
                  </a:gs>
                </a:gsLst>
                <a:lin ang="5400000" scaled="1"/>
              </a:grad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75" name="PA-椭圆 1057"/>
            <p:cNvSpPr/>
            <p:nvPr>
              <p:custDataLst>
                <p:tags r:id="rId8"/>
              </p:custDataLst>
            </p:nvPr>
          </p:nvSpPr>
          <p:spPr>
            <a:xfrm rot="16200000">
              <a:off x="8272432" y="766070"/>
              <a:ext cx="139018" cy="139018"/>
            </a:xfrm>
            <a:prstGeom prst="ellipse">
              <a:avLst/>
            </a:prstGeom>
            <a:gradFill>
              <a:gsLst>
                <a:gs pos="11000">
                  <a:schemeClr val="accent3">
                    <a:alpha val="27000"/>
                  </a:schemeClr>
                </a:gs>
                <a:gs pos="86000">
                  <a:schemeClr val="accent3">
                    <a:alpha val="0"/>
                  </a:schemeClr>
                </a:gs>
              </a:gsLst>
              <a:lin ang="5400000" scaled="1"/>
            </a:gradFill>
            <a:ln w="6350" cap="flat" cmpd="sng" algn="ctr">
              <a:gradFill>
                <a:gsLst>
                  <a:gs pos="0">
                    <a:schemeClr val="accent2">
                      <a:alpha val="66000"/>
                    </a:schemeClr>
                  </a:gs>
                  <a:gs pos="85000">
                    <a:schemeClr val="accent2">
                      <a:alpha val="0"/>
                    </a:schemeClr>
                  </a:gs>
                </a:gsLst>
                <a:lin ang="5400000" scaled="1"/>
              </a:gradFill>
              <a:prstDash val="solid"/>
              <a:miter lim="800000"/>
            </a:ln>
            <a:effectLst/>
          </p:spPr>
          <p:txBody>
            <a:bodyPr rtlCol="0" anchor="ctr"/>
            <a:lstStyle/>
            <a:p>
              <a:endParaRPr lang="zh-CN" altLang="en-US" sz="1600" kern="0">
                <a:solidFill>
                  <a:srgbClr val="FFFFFF"/>
                </a:solidFill>
                <a:latin typeface="微软雅黑" panose="020B0503020204020204" charset="-122"/>
                <a:ea typeface="微软雅黑" panose="020B0503020204020204" charset="-122"/>
              </a:endParaRPr>
            </a:p>
          </p:txBody>
        </p:sp>
      </p:grpSp>
      <p:sp>
        <p:nvSpPr>
          <p:cNvPr id="9" name="文本框 8"/>
          <p:cNvSpPr txBox="1"/>
          <p:nvPr/>
        </p:nvSpPr>
        <p:spPr>
          <a:xfrm>
            <a:off x="996315" y="3489325"/>
            <a:ext cx="2542540" cy="645160"/>
          </a:xfrm>
          <a:prstGeom prst="rect">
            <a:avLst/>
          </a:prstGeom>
          <a:noFill/>
        </p:spPr>
        <p:txBody>
          <a:bodyPr wrap="square" rtlCol="0">
            <a:spAutoFit/>
          </a:bodyPr>
          <a:p>
            <a:r>
              <a:rPr lang="zh-CN" altLang="en-US" sz="360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charset="-122"/>
                <a:ea typeface="微软雅黑" panose="020B0503020204020204" charset="-122"/>
              </a:rPr>
              <a:t>缺口总结</a:t>
            </a:r>
            <a:endParaRPr lang="zh-CN" altLang="en-US" sz="360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charset="-122"/>
              <a:ea typeface="微软雅黑" panose="020B0503020204020204" charset="-122"/>
            </a:endParaRPr>
          </a:p>
        </p:txBody>
      </p:sp>
      <p:sp>
        <p:nvSpPr>
          <p:cNvPr id="29" name="矩形 28"/>
          <p:cNvSpPr/>
          <p:nvPr>
            <p:custDataLst>
              <p:tags r:id="rId9"/>
            </p:custDataLst>
          </p:nvPr>
        </p:nvSpPr>
        <p:spPr>
          <a:xfrm>
            <a:off x="5015231" y="5795328"/>
            <a:ext cx="6208395" cy="953135"/>
          </a:xfrm>
          <a:prstGeom prst="rect">
            <a:avLst/>
          </a:prstGeom>
          <a:noFill/>
        </p:spPr>
        <p:txBody>
          <a:bodyPr wrap="square" lIns="0" tIns="0" rIns="0" bIns="0" rtlCol="0" anchor="t" anchorCtr="0">
            <a:noAutofit/>
          </a:bodyPr>
          <a:p>
            <a:pPr>
              <a:lnSpc>
                <a:spcPct val="130000"/>
              </a:lnSpc>
              <a:spcBef>
                <a:spcPct val="0"/>
              </a:spcBef>
              <a:spcAft>
                <a:spcPct val="0"/>
              </a:spcAft>
            </a:pPr>
            <a:r>
              <a:rPr lang="zh-CN" altLang="en-US" sz="1600" b="1" kern="0" noProof="0" dirty="0">
                <a:ln>
                  <a:noFill/>
                </a:ln>
                <a:solidFill>
                  <a:srgbClr val="588E32"/>
                </a:solidFill>
                <a:effectLst/>
                <a:uLnTx/>
                <a:uFillTx/>
                <a:latin typeface="微软雅黑" panose="020B0503020204020204" charset="-122"/>
                <a:ea typeface="微软雅黑" panose="020B0503020204020204" charset="-122"/>
                <a:cs typeface="微软雅黑" panose="020B0503020204020204" charset="-122"/>
                <a:sym typeface="+mn-ea"/>
              </a:rPr>
              <a:t>慢病管理</a:t>
            </a:r>
            <a:r>
              <a:rPr lang="zh-CN" altLang="en-US" sz="1600" kern="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rPr>
              <a:t>、康复治疗与</a:t>
            </a:r>
            <a:r>
              <a:rPr lang="zh-CN" altLang="en-US" sz="1600" b="1" kern="0" noProof="0" dirty="0">
                <a:ln>
                  <a:noFill/>
                </a:ln>
                <a:solidFill>
                  <a:srgbClr val="588E32"/>
                </a:solidFill>
                <a:effectLst/>
                <a:uLnTx/>
                <a:uFillTx/>
                <a:latin typeface="微软雅黑" panose="020B0503020204020204" charset="-122"/>
                <a:ea typeface="微软雅黑" panose="020B0503020204020204" charset="-122"/>
                <a:cs typeface="微软雅黑" panose="020B0503020204020204" charset="-122"/>
                <a:sym typeface="+mn-ea"/>
              </a:rPr>
              <a:t>心理健康</a:t>
            </a:r>
            <a:r>
              <a:rPr lang="zh-CN" altLang="en-US" sz="1600" kern="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rPr>
              <a:t>服务方面仍存在明显短板。</a:t>
            </a:r>
            <a:endParaRPr lang="zh-CN" altLang="en-US" sz="1600">
              <a:solidFill>
                <a:schemeClr val="tx1"/>
              </a:solidFill>
              <a:effectLst/>
              <a:latin typeface="微软雅黑" panose="020B0503020204020204" charset="-122"/>
              <a:ea typeface="微软雅黑" panose="020B0503020204020204" charset="-122"/>
            </a:endParaRPr>
          </a:p>
          <a:p>
            <a:pPr>
              <a:lnSpc>
                <a:spcPct val="130000"/>
              </a:lnSpc>
              <a:spcBef>
                <a:spcPct val="0"/>
              </a:spcBef>
              <a:spcAft>
                <a:spcPct val="0"/>
              </a:spcAft>
            </a:pPr>
            <a:endParaRPr lang="zh-CN" altLang="en-US" sz="1600" dirty="0">
              <a:solidFill>
                <a:schemeClr val="tx1"/>
              </a:solidFill>
              <a:effectLst/>
              <a:latin typeface="微软雅黑" panose="020B0503020204020204" charset="-122"/>
              <a:ea typeface="微软雅黑" panose="020B0503020204020204" charset="-122"/>
              <a:cs typeface="+mn-ea"/>
            </a:endParaRPr>
          </a:p>
        </p:txBody>
      </p:sp>
      <p:sp>
        <p:nvSpPr>
          <p:cNvPr id="30" name="矩形 29"/>
          <p:cNvSpPr/>
          <p:nvPr>
            <p:custDataLst>
              <p:tags r:id="rId10"/>
            </p:custDataLst>
          </p:nvPr>
        </p:nvSpPr>
        <p:spPr>
          <a:xfrm>
            <a:off x="5015231" y="5194618"/>
            <a:ext cx="6208393" cy="580832"/>
          </a:xfrm>
          <a:prstGeom prst="rect">
            <a:avLst/>
          </a:prstGeom>
          <a:noFill/>
        </p:spPr>
        <p:txBody>
          <a:bodyPr wrap="square" lIns="0" tIns="0" rIns="0" bIns="36000" rtlCol="0" anchor="b">
            <a:noAutofit/>
          </a:bodyPr>
          <a:p>
            <a:pPr>
              <a:spcBef>
                <a:spcPct val="0"/>
              </a:spcBef>
              <a:spcAft>
                <a:spcPct val="0"/>
              </a:spcAft>
            </a:pPr>
            <a:r>
              <a:rPr lang="zh-CN" altLang="en-US" sz="2000" b="1" dirty="0">
                <a:solidFill>
                  <a:schemeClr val="tx1"/>
                </a:solidFill>
                <a:latin typeface="微软雅黑" panose="020B0503020204020204" charset="-122"/>
                <a:ea typeface="微软雅黑" panose="020B0503020204020204" charset="-122"/>
                <a:cs typeface="+mn-ea"/>
              </a:rPr>
              <a:t>服务缺口</a:t>
            </a:r>
            <a:endParaRPr lang="zh-CN" altLang="en-US" sz="2000" b="1" dirty="0">
              <a:solidFill>
                <a:schemeClr val="tx1"/>
              </a:solidFill>
              <a:latin typeface="微软雅黑" panose="020B0503020204020204" charset="-122"/>
              <a:ea typeface="微软雅黑" panose="020B0503020204020204" charset="-122"/>
              <a:cs typeface="+mn-ea"/>
            </a:endParaRPr>
          </a:p>
        </p:txBody>
      </p:sp>
      <p:sp>
        <p:nvSpPr>
          <p:cNvPr id="34" name="矩形 33"/>
          <p:cNvSpPr/>
          <p:nvPr>
            <p:custDataLst>
              <p:tags r:id="rId11"/>
            </p:custDataLst>
          </p:nvPr>
        </p:nvSpPr>
        <p:spPr>
          <a:xfrm>
            <a:off x="5015231" y="2406333"/>
            <a:ext cx="6208395" cy="953135"/>
          </a:xfrm>
          <a:prstGeom prst="rect">
            <a:avLst/>
          </a:prstGeom>
          <a:noFill/>
        </p:spPr>
        <p:txBody>
          <a:bodyPr wrap="square" lIns="0" tIns="0" rIns="0" bIns="0" rtlCol="0" anchor="t" anchorCtr="0">
            <a:noAutofit/>
          </a:bodyPr>
          <a:p>
            <a:pPr>
              <a:lnSpc>
                <a:spcPct val="130000"/>
              </a:lnSpc>
              <a:spcBef>
                <a:spcPct val="0"/>
              </a:spcBef>
              <a:spcAft>
                <a:spcPct val="0"/>
              </a:spcAft>
            </a:pPr>
            <a:r>
              <a:rPr lang="zh-CN" altLang="en-US" sz="1600" kern="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rPr>
              <a:t>保障持续性和服役相关疾病识别有不足。</a:t>
            </a:r>
            <a:endParaRPr lang="zh-CN" altLang="en-US" sz="1600" kern="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endParaRPr>
          </a:p>
          <a:p>
            <a:pPr>
              <a:lnSpc>
                <a:spcPct val="130000"/>
              </a:lnSpc>
              <a:spcBef>
                <a:spcPct val="0"/>
              </a:spcBef>
              <a:spcAft>
                <a:spcPct val="0"/>
              </a:spcAft>
            </a:pPr>
            <a:r>
              <a:rPr lang="zh-CN" altLang="en-US" b="1" kern="0" noProof="0" dirty="0">
                <a:ln>
                  <a:noFill/>
                </a:ln>
                <a:solidFill>
                  <a:srgbClr val="588E32"/>
                </a:solidFill>
                <a:effectLst/>
                <a:uLnTx/>
                <a:uFillTx/>
                <a:latin typeface="微软雅黑" panose="020B0503020204020204" charset="-122"/>
                <a:ea typeface="微软雅黑" panose="020B0503020204020204" charset="-122"/>
                <a:cs typeface="微软雅黑" panose="020B0503020204020204" charset="-122"/>
                <a:sym typeface="+mn-ea"/>
              </a:rPr>
              <a:t>不同安置类型</a:t>
            </a:r>
            <a:r>
              <a:rPr lang="zh-CN" altLang="en-US" sz="1600" kern="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rPr>
              <a:t>退役军人差异大：</a:t>
            </a:r>
            <a:r>
              <a:rPr lang="zh-CN" altLang="en-US" sz="1600" b="1" kern="0" noProof="0" dirty="0">
                <a:ln>
                  <a:noFill/>
                </a:ln>
                <a:solidFill>
                  <a:srgbClr val="588E32"/>
                </a:solidFill>
                <a:effectLst/>
                <a:uLnTx/>
                <a:uFillTx/>
                <a:latin typeface="微软雅黑" panose="020B0503020204020204" charset="-122"/>
                <a:ea typeface="微软雅黑" panose="020B0503020204020204" charset="-122"/>
                <a:cs typeface="微软雅黑" panose="020B0503020204020204" charset="-122"/>
                <a:sym typeface="+mn-ea"/>
              </a:rPr>
              <a:t>自主就业士兵</a:t>
            </a:r>
            <a:r>
              <a:rPr lang="zh-CN" altLang="en-US" sz="1600" kern="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rPr>
              <a:t>缺口最大，</a:t>
            </a:r>
            <a:r>
              <a:rPr lang="zh-CN" altLang="en-US" sz="1600" kern="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rPr>
              <a:t>保障与普通人群</a:t>
            </a:r>
            <a:r>
              <a:rPr lang="zh-CN" altLang="en-US" sz="1600" b="1" kern="0" noProof="0" dirty="0">
                <a:ln>
                  <a:noFill/>
                </a:ln>
                <a:solidFill>
                  <a:srgbClr val="588E32"/>
                </a:solidFill>
                <a:effectLst/>
                <a:uLnTx/>
                <a:uFillTx/>
                <a:latin typeface="微软雅黑" panose="020B0503020204020204" charset="-122"/>
                <a:ea typeface="微软雅黑" panose="020B0503020204020204" charset="-122"/>
                <a:cs typeface="微软雅黑" panose="020B0503020204020204" charset="-122"/>
                <a:sym typeface="+mn-ea"/>
              </a:rPr>
              <a:t>无明显差异</a:t>
            </a:r>
            <a:r>
              <a:rPr lang="zh-CN" altLang="en-US" sz="1600" kern="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rPr>
              <a:t>，而军官则更侧重于</a:t>
            </a:r>
            <a:r>
              <a:rPr lang="zh-CN" altLang="en-US" sz="1600" b="1" kern="0" noProof="0" dirty="0">
                <a:ln>
                  <a:noFill/>
                </a:ln>
                <a:solidFill>
                  <a:srgbClr val="588E32"/>
                </a:solidFill>
                <a:effectLst/>
                <a:uLnTx/>
                <a:uFillTx/>
                <a:latin typeface="微软雅黑" panose="020B0503020204020204" charset="-122"/>
                <a:ea typeface="微软雅黑" panose="020B0503020204020204" charset="-122"/>
                <a:cs typeface="微软雅黑" panose="020B0503020204020204" charset="-122"/>
                <a:sym typeface="+mn-ea"/>
              </a:rPr>
              <a:t>健康管理服务</a:t>
            </a:r>
            <a:r>
              <a:rPr lang="zh-CN" altLang="en-US" sz="1600" kern="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rPr>
              <a:t>。</a:t>
            </a:r>
            <a:endParaRPr lang="zh-CN" altLang="en-US" sz="1600" kern="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endParaRPr>
          </a:p>
          <a:p>
            <a:pPr>
              <a:lnSpc>
                <a:spcPct val="130000"/>
              </a:lnSpc>
              <a:spcBef>
                <a:spcPct val="0"/>
              </a:spcBef>
              <a:spcAft>
                <a:spcPct val="0"/>
              </a:spcAft>
            </a:pPr>
            <a:endParaRPr lang="zh-CN" altLang="en-US" sz="1600" kern="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35" name="矩形 34"/>
          <p:cNvSpPr/>
          <p:nvPr>
            <p:custDataLst>
              <p:tags r:id="rId12"/>
            </p:custDataLst>
          </p:nvPr>
        </p:nvSpPr>
        <p:spPr>
          <a:xfrm>
            <a:off x="5015231" y="1812608"/>
            <a:ext cx="6208393" cy="580832"/>
          </a:xfrm>
          <a:prstGeom prst="rect">
            <a:avLst/>
          </a:prstGeom>
          <a:noFill/>
        </p:spPr>
        <p:txBody>
          <a:bodyPr wrap="square" lIns="0" tIns="0" rIns="0" bIns="36000" rtlCol="0" anchor="b">
            <a:noAutofit/>
          </a:bodyPr>
          <a:p>
            <a:pPr>
              <a:spcBef>
                <a:spcPct val="0"/>
              </a:spcBef>
              <a:spcAft>
                <a:spcPct val="0"/>
              </a:spcAft>
            </a:pPr>
            <a:r>
              <a:rPr lang="zh-CN" altLang="en-US" sz="2000" b="1" dirty="0">
                <a:solidFill>
                  <a:schemeClr val="tx1"/>
                </a:solidFill>
                <a:latin typeface="微软雅黑" panose="020B0503020204020204" charset="-122"/>
                <a:ea typeface="微软雅黑" panose="020B0503020204020204" charset="-122"/>
                <a:cs typeface="+mn-ea"/>
              </a:rPr>
              <a:t>制度缺口</a:t>
            </a:r>
            <a:endParaRPr lang="zh-CN" altLang="en-US" sz="2000" b="1" dirty="0">
              <a:solidFill>
                <a:schemeClr val="tx1"/>
              </a:solidFill>
              <a:latin typeface="微软雅黑" panose="020B0503020204020204" charset="-122"/>
              <a:ea typeface="微软雅黑" panose="020B0503020204020204" charset="-122"/>
              <a:cs typeface="+mn-ea"/>
            </a:endParaRPr>
          </a:p>
        </p:txBody>
      </p:sp>
      <p:sp>
        <p:nvSpPr>
          <p:cNvPr id="36" name="矩形 35"/>
          <p:cNvSpPr/>
          <p:nvPr>
            <p:custDataLst>
              <p:tags r:id="rId13"/>
            </p:custDataLst>
          </p:nvPr>
        </p:nvSpPr>
        <p:spPr>
          <a:xfrm>
            <a:off x="5015230" y="3994785"/>
            <a:ext cx="6208395" cy="393700"/>
          </a:xfrm>
          <a:prstGeom prst="rect">
            <a:avLst/>
          </a:prstGeom>
          <a:noFill/>
        </p:spPr>
        <p:txBody>
          <a:bodyPr wrap="square" lIns="0" tIns="0" rIns="0" bIns="0" rtlCol="0" anchor="t" anchorCtr="0">
            <a:noAutofit/>
          </a:bodyPr>
          <a:p>
            <a:pPr>
              <a:lnSpc>
                <a:spcPct val="130000"/>
              </a:lnSpc>
              <a:spcBef>
                <a:spcPct val="0"/>
              </a:spcBef>
              <a:spcAft>
                <a:spcPct val="0"/>
              </a:spcAft>
            </a:pPr>
            <a:r>
              <a:rPr lang="zh-CN" altLang="en-US" sz="1600" kern="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rPr>
              <a:t>退役军人群体中</a:t>
            </a:r>
            <a:r>
              <a:rPr lang="zh-CN" altLang="en-US" b="1" kern="0" noProof="0" dirty="0">
                <a:ln>
                  <a:noFill/>
                </a:ln>
                <a:solidFill>
                  <a:srgbClr val="588E32"/>
                </a:solidFill>
                <a:effectLst/>
                <a:uLnTx/>
                <a:uFillTx/>
                <a:latin typeface="微软雅黑" panose="020B0503020204020204" charset="-122"/>
                <a:ea typeface="微软雅黑" panose="020B0503020204020204" charset="-122"/>
                <a:cs typeface="微软雅黑" panose="020B0503020204020204" charset="-122"/>
                <a:sym typeface="+mn-ea"/>
              </a:rPr>
              <a:t>骨科、心理精神类疾病</a:t>
            </a:r>
            <a:r>
              <a:rPr lang="zh-CN" altLang="en-US" sz="1600" kern="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rPr>
              <a:t>等发病率</a:t>
            </a:r>
            <a:r>
              <a:rPr lang="zh-CN" altLang="en-US" sz="1600" b="1" kern="0" noProof="0" dirty="0">
                <a:ln>
                  <a:noFill/>
                </a:ln>
                <a:solidFill>
                  <a:srgbClr val="588E32"/>
                </a:solidFill>
                <a:effectLst/>
                <a:uLnTx/>
                <a:uFillTx/>
                <a:latin typeface="微软雅黑" panose="020B0503020204020204" charset="-122"/>
                <a:ea typeface="微软雅黑" panose="020B0503020204020204" charset="-122"/>
                <a:cs typeface="微软雅黑" panose="020B0503020204020204" charset="-122"/>
                <a:sym typeface="+mn-ea"/>
              </a:rPr>
              <a:t>显著高于</a:t>
            </a:r>
            <a:r>
              <a:rPr lang="zh-CN" altLang="en-US" sz="1600" kern="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rPr>
              <a:t>同龄普通人群，但这些病种在医保保障中普遍存在覆盖不足。</a:t>
            </a:r>
            <a:endParaRPr lang="zh-CN" altLang="en-US" sz="1600" kern="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endParaRPr>
          </a:p>
          <a:p>
            <a:pPr>
              <a:lnSpc>
                <a:spcPct val="130000"/>
              </a:lnSpc>
              <a:spcBef>
                <a:spcPct val="0"/>
              </a:spcBef>
              <a:spcAft>
                <a:spcPct val="0"/>
              </a:spcAft>
            </a:pPr>
            <a:r>
              <a:rPr lang="zh-CN" altLang="en-US" sz="1600" kern="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rPr>
              <a:t>其中，退役军人的</a:t>
            </a:r>
            <a:r>
              <a:rPr lang="en-US" altLang="zh-CN" sz="1600" kern="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rPr>
              <a:t>PTSD </a:t>
            </a:r>
            <a:r>
              <a:rPr lang="zh-CN" altLang="en-US" sz="1600" kern="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rPr>
              <a:t>症状发生率为</a:t>
            </a:r>
            <a:r>
              <a:rPr lang="en-US" altLang="zh-CN" sz="1600" kern="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rPr>
              <a:t> 13.7%</a:t>
            </a:r>
            <a:r>
              <a:rPr lang="zh-CN" altLang="en-US" sz="1600" kern="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rPr>
              <a:t>，明显</a:t>
            </a:r>
            <a:r>
              <a:rPr lang="zh-CN" altLang="en-US" sz="1600" b="1" kern="0" noProof="0" dirty="0">
                <a:ln>
                  <a:noFill/>
                </a:ln>
                <a:solidFill>
                  <a:srgbClr val="588E32"/>
                </a:solidFill>
                <a:effectLst/>
                <a:uLnTx/>
                <a:uFillTx/>
                <a:latin typeface="微软雅黑" panose="020B0503020204020204" charset="-122"/>
                <a:ea typeface="微软雅黑" panose="020B0503020204020204" charset="-122"/>
                <a:cs typeface="微软雅黑" panose="020B0503020204020204" charset="-122"/>
                <a:sym typeface="+mn-ea"/>
              </a:rPr>
              <a:t>高于</a:t>
            </a:r>
            <a:r>
              <a:rPr lang="zh-CN" altLang="en-US" sz="1600" kern="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rPr>
              <a:t>中国一般人群</a:t>
            </a:r>
            <a:r>
              <a:rPr lang="en-US" altLang="zh-CN" sz="1600" kern="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rPr>
              <a:t> PTSD </a:t>
            </a:r>
            <a:r>
              <a:rPr lang="zh-CN" altLang="en-US" sz="1600" kern="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rPr>
              <a:t>流行率（</a:t>
            </a:r>
            <a:r>
              <a:rPr lang="en-US" altLang="zh-CN" sz="1600" kern="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rPr>
              <a:t>3.9%</a:t>
            </a:r>
            <a:r>
              <a:rPr lang="zh-CN" altLang="en-US" sz="1600" kern="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rPr>
              <a:t>），目前却没有心理服务的报销机制。</a:t>
            </a:r>
            <a:endParaRPr lang="zh-CN" altLang="en-US" sz="1600" kern="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7" name="矩形 36"/>
          <p:cNvSpPr/>
          <p:nvPr>
            <p:custDataLst>
              <p:tags r:id="rId14"/>
            </p:custDataLst>
          </p:nvPr>
        </p:nvSpPr>
        <p:spPr>
          <a:xfrm>
            <a:off x="5015231" y="3396933"/>
            <a:ext cx="6208393" cy="580832"/>
          </a:xfrm>
          <a:prstGeom prst="rect">
            <a:avLst/>
          </a:prstGeom>
          <a:noFill/>
        </p:spPr>
        <p:txBody>
          <a:bodyPr wrap="square" lIns="0" tIns="0" rIns="0" bIns="36000" rtlCol="0" anchor="b">
            <a:noAutofit/>
          </a:bodyPr>
          <a:p>
            <a:pPr lvl="0" algn="l">
              <a:buClrTx/>
              <a:buSzTx/>
              <a:buFontTx/>
            </a:pPr>
            <a:r>
              <a:rPr lang="zh-CN" altLang="en-US" sz="2000" b="1" dirty="0">
                <a:solidFill>
                  <a:schemeClr val="tx1"/>
                </a:solidFill>
                <a:latin typeface="微软雅黑" panose="020B0503020204020204" charset="-122"/>
                <a:ea typeface="微软雅黑" panose="020B0503020204020204" charset="-122"/>
                <a:cs typeface="+mn-ea"/>
                <a:sym typeface="+mn-ea"/>
              </a:rPr>
              <a:t>重点疾病缺口</a:t>
            </a:r>
            <a:endParaRPr lang="zh-CN" altLang="en-US" sz="2000" b="1" dirty="0">
              <a:solidFill>
                <a:schemeClr val="tx1"/>
              </a:solidFill>
              <a:latin typeface="微软雅黑" panose="020B0503020204020204" charset="-122"/>
              <a:ea typeface="微软雅黑" panose="020B0503020204020204" charset="-122"/>
              <a:cs typeface="+mn-ea"/>
              <a:sym typeface="+mn-ea"/>
            </a:endParaRPr>
          </a:p>
        </p:txBody>
      </p:sp>
      <p:sp>
        <p:nvSpPr>
          <p:cNvPr id="38" name="任意多边形: 形状 26"/>
          <p:cNvSpPr/>
          <p:nvPr>
            <p:custDataLst>
              <p:tags r:id="rId15"/>
            </p:custDataLst>
          </p:nvPr>
        </p:nvSpPr>
        <p:spPr>
          <a:xfrm>
            <a:off x="968375" y="2085023"/>
            <a:ext cx="3172579" cy="4176000"/>
          </a:xfrm>
          <a:custGeom>
            <a:avLst/>
            <a:gdLst>
              <a:gd name="connsiteX0" fmla="*/ 1084579 w 3172579"/>
              <a:gd name="connsiteY0" fmla="*/ 0 h 4176000"/>
              <a:gd name="connsiteX1" fmla="*/ 3172579 w 3172579"/>
              <a:gd name="connsiteY1" fmla="*/ 2088000 h 4176000"/>
              <a:gd name="connsiteX2" fmla="*/ 1084579 w 3172579"/>
              <a:gd name="connsiteY2" fmla="*/ 4176000 h 4176000"/>
              <a:gd name="connsiteX3" fmla="*/ 89315 w 3172579"/>
              <a:gd name="connsiteY3" fmla="*/ 3923990 h 4176000"/>
              <a:gd name="connsiteX4" fmla="*/ 0 w 3172579"/>
              <a:gd name="connsiteY4" fmla="*/ 3869730 h 4176000"/>
              <a:gd name="connsiteX5" fmla="*/ 0 w 3172579"/>
              <a:gd name="connsiteY5" fmla="*/ 306270 h 4176000"/>
              <a:gd name="connsiteX6" fmla="*/ 89315 w 3172579"/>
              <a:gd name="connsiteY6" fmla="*/ 252010 h 4176000"/>
              <a:gd name="connsiteX7" fmla="*/ 1084579 w 3172579"/>
              <a:gd name="connsiteY7" fmla="*/ 0 h 417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72579" h="4176000">
                <a:moveTo>
                  <a:pt x="1084579" y="0"/>
                </a:moveTo>
                <a:cubicBezTo>
                  <a:pt x="2237750" y="0"/>
                  <a:pt x="3172579" y="934829"/>
                  <a:pt x="3172579" y="2088000"/>
                </a:cubicBezTo>
                <a:cubicBezTo>
                  <a:pt x="3172579" y="3241171"/>
                  <a:pt x="2237750" y="4176000"/>
                  <a:pt x="1084579" y="4176000"/>
                </a:cubicBezTo>
                <a:cubicBezTo>
                  <a:pt x="724213" y="4176000"/>
                  <a:pt x="385170" y="4084708"/>
                  <a:pt x="89315" y="3923990"/>
                </a:cubicBezTo>
                <a:lnTo>
                  <a:pt x="0" y="3869730"/>
                </a:lnTo>
                <a:lnTo>
                  <a:pt x="0" y="306270"/>
                </a:lnTo>
                <a:lnTo>
                  <a:pt x="89315" y="252010"/>
                </a:lnTo>
                <a:cubicBezTo>
                  <a:pt x="385170" y="91292"/>
                  <a:pt x="724213" y="0"/>
                  <a:pt x="1084579" y="0"/>
                </a:cubicBezTo>
                <a:close/>
              </a:path>
            </a:pathLst>
          </a:custGeom>
          <a:noFill/>
          <a:ln>
            <a:gradFill>
              <a:gsLst>
                <a:gs pos="100000">
                  <a:schemeClr val="tx1">
                    <a:lumMod val="50000"/>
                    <a:lumOff val="50000"/>
                    <a:alpha val="30000"/>
                  </a:schemeClr>
                </a:gs>
                <a:gs pos="15000">
                  <a:srgbClr val="FFFFFF">
                    <a:lumMod val="20000"/>
                    <a:lumOff val="80000"/>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latin typeface="微软雅黑" panose="020B0503020204020204" charset="-122"/>
              <a:ea typeface="微软雅黑" panose="020B0503020204020204" charset="-122"/>
              <a:sym typeface="+mn-ea"/>
            </a:endParaRPr>
          </a:p>
        </p:txBody>
      </p:sp>
      <p:sp>
        <p:nvSpPr>
          <p:cNvPr id="39" name="椭圆 38"/>
          <p:cNvSpPr/>
          <p:nvPr>
            <p:custDataLst>
              <p:tags r:id="rId16"/>
            </p:custDataLst>
          </p:nvPr>
        </p:nvSpPr>
        <p:spPr>
          <a:xfrm>
            <a:off x="3815716" y="3866198"/>
            <a:ext cx="607695" cy="607695"/>
          </a:xfrm>
          <a:prstGeom prst="ellipse">
            <a:avLst/>
          </a:prstGeom>
          <a:solidFill>
            <a:schemeClr val="accent2"/>
          </a:solidFill>
          <a:ln>
            <a:gradFill>
              <a:gsLst>
                <a:gs pos="37000">
                  <a:srgbClr val="FFFFFF"/>
                </a:gs>
                <a:gs pos="0">
                  <a:schemeClr val="accent2">
                    <a:lumMod val="20000"/>
                    <a:lumOff val="80000"/>
                    <a:alpha val="100000"/>
                  </a:schemeClr>
                </a:gs>
                <a:gs pos="100000">
                  <a:srgbClr val="FFFFFF"/>
                </a:gs>
                <a:gs pos="71000">
                  <a:schemeClr val="accent2">
                    <a:lumMod val="20000"/>
                    <a:lumOff val="80000"/>
                    <a:alpha val="100000"/>
                  </a:schemeClr>
                </a:gs>
              </a:gsLst>
              <a:lin ang="1578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sz="1400" b="1">
                <a:solidFill>
                  <a:srgbClr val="FFFFFF"/>
                </a:solidFill>
                <a:latin typeface="微软雅黑" panose="020B0503020204020204" charset="-122"/>
                <a:ea typeface="微软雅黑" panose="020B0503020204020204" charset="-122"/>
                <a:cs typeface="+mn-ea"/>
                <a:sym typeface="+mn-ea"/>
              </a:rPr>
              <a:t>02</a:t>
            </a:r>
            <a:endParaRPr lang="en-US" altLang="zh-CN" sz="1400" b="1">
              <a:solidFill>
                <a:srgbClr val="FFFFFF"/>
              </a:solidFill>
              <a:latin typeface="微软雅黑" panose="020B0503020204020204" charset="-122"/>
              <a:ea typeface="微软雅黑" panose="020B0503020204020204" charset="-122"/>
              <a:cs typeface="+mn-ea"/>
              <a:sym typeface="+mn-ea"/>
            </a:endParaRPr>
          </a:p>
        </p:txBody>
      </p:sp>
      <p:sp>
        <p:nvSpPr>
          <p:cNvPr id="40" name="椭圆 39"/>
          <p:cNvSpPr/>
          <p:nvPr>
            <p:custDataLst>
              <p:tags r:id="rId17"/>
            </p:custDataLst>
          </p:nvPr>
        </p:nvSpPr>
        <p:spPr>
          <a:xfrm>
            <a:off x="3253741" y="2411413"/>
            <a:ext cx="607695" cy="607695"/>
          </a:xfrm>
          <a:prstGeom prst="ellipse">
            <a:avLst/>
          </a:prstGeom>
          <a:solidFill>
            <a:schemeClr val="accent1"/>
          </a:solidFill>
          <a:ln>
            <a:gradFill>
              <a:gsLst>
                <a:gs pos="37000">
                  <a:srgbClr val="FFFFFF"/>
                </a:gs>
                <a:gs pos="0">
                  <a:schemeClr val="accent1">
                    <a:lumMod val="20000"/>
                    <a:lumOff val="80000"/>
                    <a:alpha val="100000"/>
                  </a:schemeClr>
                </a:gs>
                <a:gs pos="100000">
                  <a:srgbClr val="FFFFFF"/>
                </a:gs>
                <a:gs pos="71000">
                  <a:schemeClr val="accent1">
                    <a:lumMod val="20000"/>
                    <a:lumOff val="80000"/>
                    <a:alpha val="100000"/>
                  </a:schemeClr>
                </a:gs>
              </a:gsLst>
              <a:lin ang="1578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tIns="45720" bIns="45720" numCol="1" spcCol="0" rtlCol="0" fromWordArt="0" anchor="ctr" anchorCtr="0" forceAA="0" compatLnSpc="1">
            <a:noAutofit/>
          </a:bodyPr>
          <a:p>
            <a:pPr lvl="0" algn="ctr">
              <a:spcBef>
                <a:spcPct val="0"/>
              </a:spcBef>
              <a:spcAft>
                <a:spcPct val="0"/>
              </a:spcAft>
              <a:buClrTx/>
              <a:buSzTx/>
              <a:buFontTx/>
            </a:pPr>
            <a:r>
              <a:rPr lang="en-US" altLang="zh-CN" sz="1400" b="1">
                <a:solidFill>
                  <a:srgbClr val="FFFFFF"/>
                </a:solidFill>
                <a:latin typeface="微软雅黑" panose="020B0503020204020204" charset="-122"/>
                <a:ea typeface="微软雅黑" panose="020B0503020204020204" charset="-122"/>
                <a:cs typeface="+mn-ea"/>
                <a:sym typeface="+mn-ea"/>
              </a:rPr>
              <a:t>01</a:t>
            </a:r>
            <a:endParaRPr lang="en-US" altLang="zh-CN" sz="1400" b="1" dirty="0">
              <a:solidFill>
                <a:srgbClr val="FFFFFF"/>
              </a:solidFill>
              <a:latin typeface="微软雅黑" panose="020B0503020204020204" charset="-122"/>
              <a:ea typeface="微软雅黑" panose="020B0503020204020204" charset="-122"/>
              <a:cs typeface="+mn-ea"/>
              <a:sym typeface="+mn-ea"/>
            </a:endParaRPr>
          </a:p>
        </p:txBody>
      </p:sp>
      <p:sp>
        <p:nvSpPr>
          <p:cNvPr id="41" name="椭圆 40"/>
          <p:cNvSpPr/>
          <p:nvPr>
            <p:custDataLst>
              <p:tags r:id="rId18"/>
            </p:custDataLst>
          </p:nvPr>
        </p:nvSpPr>
        <p:spPr>
          <a:xfrm>
            <a:off x="3253741" y="5320348"/>
            <a:ext cx="607695" cy="607695"/>
          </a:xfrm>
          <a:prstGeom prst="ellipse">
            <a:avLst/>
          </a:prstGeom>
          <a:solidFill>
            <a:schemeClr val="accent1"/>
          </a:solidFill>
          <a:ln>
            <a:gradFill>
              <a:gsLst>
                <a:gs pos="37000">
                  <a:srgbClr val="FFFFFF"/>
                </a:gs>
                <a:gs pos="0">
                  <a:schemeClr val="accent1">
                    <a:lumMod val="20000"/>
                    <a:lumOff val="80000"/>
                    <a:alpha val="100000"/>
                  </a:schemeClr>
                </a:gs>
                <a:gs pos="100000">
                  <a:srgbClr val="FFFFFF"/>
                </a:gs>
                <a:gs pos="71000">
                  <a:schemeClr val="accent1">
                    <a:lumMod val="20000"/>
                    <a:lumOff val="80000"/>
                    <a:alpha val="100000"/>
                  </a:schemeClr>
                </a:gs>
              </a:gsLst>
              <a:lin ang="162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spcBef>
                <a:spcPct val="0"/>
              </a:spcBef>
              <a:spcAft>
                <a:spcPct val="0"/>
              </a:spcAft>
              <a:buClrTx/>
              <a:buSzTx/>
              <a:buFontTx/>
            </a:pPr>
            <a:r>
              <a:rPr lang="en-US" altLang="zh-CN" sz="1400" b="1" dirty="0">
                <a:solidFill>
                  <a:srgbClr val="FFFFFF"/>
                </a:solidFill>
                <a:latin typeface="微软雅黑" panose="020B0503020204020204" charset="-122"/>
                <a:ea typeface="微软雅黑" panose="020B0503020204020204" charset="-122"/>
                <a:cs typeface="+mn-ea"/>
                <a:sym typeface="+mn-ea"/>
              </a:rPr>
              <a:t>03</a:t>
            </a:r>
            <a:endParaRPr lang="en-US" altLang="zh-CN" sz="1400" b="1" dirty="0">
              <a:solidFill>
                <a:srgbClr val="FFFFFF"/>
              </a:solidFill>
              <a:latin typeface="微软雅黑" panose="020B0503020204020204" charset="-122"/>
              <a:ea typeface="微软雅黑" panose="020B0503020204020204" charset="-122"/>
              <a:cs typeface="+mn-ea"/>
              <a:sym typeface="+mn-ea"/>
            </a:endParaRPr>
          </a:p>
        </p:txBody>
      </p:sp>
      <p:sp>
        <p:nvSpPr>
          <p:cNvPr id="42" name="椭圆 41"/>
          <p:cNvSpPr/>
          <p:nvPr>
            <p:custDataLst>
              <p:tags r:id="rId19"/>
            </p:custDataLst>
          </p:nvPr>
        </p:nvSpPr>
        <p:spPr>
          <a:xfrm>
            <a:off x="759460" y="2726690"/>
            <a:ext cx="2745740" cy="2780030"/>
          </a:xfrm>
          <a:prstGeom prst="ellipse">
            <a:avLst/>
          </a:prstGeom>
          <a:gradFill>
            <a:gsLst>
              <a:gs pos="50000">
                <a:srgbClr val="30937B"/>
              </a:gs>
              <a:gs pos="0">
                <a:schemeClr val="accent3">
                  <a:lumMod val="25000"/>
                  <a:lumOff val="75000"/>
                </a:schemeClr>
              </a:gs>
              <a:gs pos="100000">
                <a:srgbClr val="2A7F6B"/>
              </a:gs>
            </a:gsLst>
            <a:path path="rect">
              <a:fillToRect l="100000" b="100000"/>
            </a:path>
            <a:tileRect t="-100000" r="-100000"/>
          </a:gradFill>
          <a:ln>
            <a:gradFill>
              <a:gsLst>
                <a:gs pos="37000">
                  <a:srgbClr val="FFFFFF"/>
                </a:gs>
                <a:gs pos="0">
                  <a:schemeClr val="accent1">
                    <a:lumMod val="45000"/>
                    <a:lumOff val="55000"/>
                    <a:alpha val="100000"/>
                  </a:schemeClr>
                </a:gs>
                <a:gs pos="100000">
                  <a:srgbClr val="FFFFFF"/>
                </a:gs>
                <a:gs pos="71000">
                  <a:schemeClr val="accent1">
                    <a:lumMod val="30000"/>
                    <a:lumOff val="70000"/>
                    <a:alpha val="100000"/>
                  </a:schemeClr>
                </a:gs>
              </a:gsLst>
              <a:lin ang="162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algn="ctr">
              <a:spcBef>
                <a:spcPct val="0"/>
              </a:spcBef>
              <a:spcAft>
                <a:spcPct val="0"/>
              </a:spcAft>
            </a:pPr>
            <a:r>
              <a:rPr lang="zh-CN" altLang="en-US" sz="3600" b="1" spc="150" dirty="0">
                <a:solidFill>
                  <a:srgbClr val="FFFFFF"/>
                </a:solidFill>
                <a:latin typeface="微软雅黑" panose="020B0503020204020204" charset="-122"/>
                <a:ea typeface="微软雅黑" panose="020B0503020204020204" charset="-122"/>
                <a:cs typeface="+mn-ea"/>
                <a:sym typeface="+mn-ea"/>
              </a:rPr>
              <a:t>缺口总结</a:t>
            </a:r>
            <a:endParaRPr lang="zh-CN" altLang="en-US" sz="3600" b="1" spc="150" dirty="0">
              <a:solidFill>
                <a:srgbClr val="FFFFFF"/>
              </a:solidFill>
              <a:latin typeface="微软雅黑" panose="020B0503020204020204" charset="-122"/>
              <a:ea typeface="微软雅黑" panose="020B0503020204020204" charset="-122"/>
              <a:cs typeface="+mn-ea"/>
              <a:sym typeface="+mn-ea"/>
            </a:endParaRPr>
          </a:p>
        </p:txBody>
      </p:sp>
      <p:sp>
        <p:nvSpPr>
          <p:cNvPr id="43" name="文本框 42"/>
          <p:cNvSpPr txBox="1"/>
          <p:nvPr/>
        </p:nvSpPr>
        <p:spPr>
          <a:xfrm>
            <a:off x="6938645" y="6294755"/>
            <a:ext cx="5078730" cy="229870"/>
          </a:xfrm>
          <a:prstGeom prst="rect">
            <a:avLst/>
          </a:prstGeom>
          <a:noFill/>
        </p:spPr>
        <p:txBody>
          <a:bodyPr wrap="square" rtlCol="0">
            <a:spAutoFit/>
          </a:bodyPr>
          <a:p>
            <a:r>
              <a:rPr lang="zh-CN" altLang="en-US" sz="900">
                <a:latin typeface="微软雅黑" panose="020B0503020204020204" charset="-122"/>
                <a:ea typeface="微软雅黑" panose="020B0503020204020204" charset="-122"/>
              </a:rPr>
              <a:t>数据</a:t>
            </a:r>
            <a:r>
              <a:rPr lang="zh-CN" altLang="en-US" sz="900">
                <a:latin typeface="微软雅黑" panose="020B0503020204020204" charset="-122"/>
                <a:ea typeface="微软雅黑" panose="020B0503020204020204" charset="-122"/>
              </a:rPr>
              <a:t>来源：《基于变量中心和个体中心分析我国退役人员创伤后应激障碍的症状特点及影响因素》</a:t>
            </a:r>
            <a:endParaRPr lang="zh-CN" altLang="en-US" sz="900">
              <a:latin typeface="微软雅黑" panose="020B0503020204020204" charset="-122"/>
              <a:ea typeface="微软雅黑" panose="020B0503020204020204" charset="-122"/>
            </a:endParaRPr>
          </a:p>
        </p:txBody>
      </p:sp>
      <p:grpSp>
        <p:nvGrpSpPr>
          <p:cNvPr id="8" name="组合 7"/>
          <p:cNvGrpSpPr/>
          <p:nvPr/>
        </p:nvGrpSpPr>
        <p:grpSpPr>
          <a:xfrm>
            <a:off x="-801446" y="0"/>
            <a:ext cx="13073260" cy="902312"/>
            <a:chOff x="-801446" y="0"/>
            <a:chExt cx="13073260" cy="902312"/>
          </a:xfrm>
        </p:grpSpPr>
        <p:sp>
          <p:nvSpPr>
            <p:cNvPr id="21" name="PA-任意多边形 900"/>
            <p:cNvSpPr/>
            <p:nvPr>
              <p:custDataLst>
                <p:tags r:id="rId20"/>
              </p:custDataLst>
            </p:nvPr>
          </p:nvSpPr>
          <p:spPr>
            <a:xfrm flipV="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91000">
                  <a:schemeClr val="accent2">
                    <a:lumMod val="75000"/>
                  </a:schemeClr>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22" name="PA-任意多边形 46"/>
            <p:cNvSpPr/>
            <p:nvPr>
              <p:custDataLst>
                <p:tags r:id="rId21"/>
              </p:custDataLst>
            </p:nvPr>
          </p:nvSpPr>
          <p:spPr>
            <a:xfrm>
              <a:off x="17585" y="140988"/>
              <a:ext cx="10477775" cy="713837"/>
            </a:xfrm>
            <a:custGeom>
              <a:avLst/>
              <a:gdLst>
                <a:gd name="connsiteX0" fmla="*/ 0 w 10477775"/>
                <a:gd name="connsiteY0" fmla="*/ 0 h 713837"/>
                <a:gd name="connsiteX1" fmla="*/ 9872819 w 10477775"/>
                <a:gd name="connsiteY1" fmla="*/ 0 h 713837"/>
                <a:gd name="connsiteX2" fmla="*/ 10477775 w 10477775"/>
                <a:gd name="connsiteY2" fmla="*/ 713837 h 713837"/>
                <a:gd name="connsiteX3" fmla="*/ 0 w 10477775"/>
                <a:gd name="connsiteY3" fmla="*/ 713837 h 713837"/>
                <a:gd name="connsiteX4" fmla="*/ 0 w 10477775"/>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775" h="713837">
                  <a:moveTo>
                    <a:pt x="0" y="0"/>
                  </a:moveTo>
                  <a:lnTo>
                    <a:pt x="9872819" y="0"/>
                  </a:lnTo>
                  <a:lnTo>
                    <a:pt x="10477775" y="713837"/>
                  </a:lnTo>
                  <a:lnTo>
                    <a:pt x="0" y="713837"/>
                  </a:lnTo>
                  <a:lnTo>
                    <a:pt x="0" y="0"/>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23" name="PA-任意多边形 50"/>
            <p:cNvSpPr/>
            <p:nvPr>
              <p:custDataLst>
                <p:tags r:id="rId22"/>
              </p:custDataLst>
            </p:nvPr>
          </p:nvSpPr>
          <p:spPr>
            <a:xfrm>
              <a:off x="79814" y="136543"/>
              <a:ext cx="12192000" cy="713837"/>
            </a:xfrm>
            <a:custGeom>
              <a:avLst/>
              <a:gdLst>
                <a:gd name="connsiteX0" fmla="*/ 0 w 12192000"/>
                <a:gd name="connsiteY0" fmla="*/ 0 h 713837"/>
                <a:gd name="connsiteX1" fmla="*/ 12192000 w 12192000"/>
                <a:gd name="connsiteY1" fmla="*/ 0 h 713837"/>
                <a:gd name="connsiteX2" fmla="*/ 12192000 w 12192000"/>
                <a:gd name="connsiteY2" fmla="*/ 713837 h 713837"/>
                <a:gd name="connsiteX3" fmla="*/ 0 w 12192000"/>
                <a:gd name="connsiteY3" fmla="*/ 713837 h 713837"/>
              </a:gdLst>
              <a:ahLst/>
              <a:cxnLst>
                <a:cxn ang="0">
                  <a:pos x="connsiteX0" y="connsiteY0"/>
                </a:cxn>
                <a:cxn ang="0">
                  <a:pos x="connsiteX1" y="connsiteY1"/>
                </a:cxn>
                <a:cxn ang="0">
                  <a:pos x="connsiteX2" y="connsiteY2"/>
                </a:cxn>
                <a:cxn ang="0">
                  <a:pos x="connsiteX3" y="connsiteY3"/>
                </a:cxn>
              </a:cxnLst>
              <a:rect l="l" t="t" r="r" b="b"/>
              <a:pathLst>
                <a:path w="12192000" h="713837">
                  <a:moveTo>
                    <a:pt x="0" y="0"/>
                  </a:moveTo>
                  <a:lnTo>
                    <a:pt x="12192000" y="0"/>
                  </a:lnTo>
                  <a:lnTo>
                    <a:pt x="12192000" y="713837"/>
                  </a:lnTo>
                  <a:lnTo>
                    <a:pt x="0" y="713837"/>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mn-cs"/>
              </a:endParaRPr>
            </a:p>
          </p:txBody>
        </p:sp>
        <p:sp>
          <p:nvSpPr>
            <p:cNvPr id="24" name="PA-文本框 24"/>
            <p:cNvSpPr txBox="1"/>
            <p:nvPr>
              <p:custDataLst>
                <p:tags r:id="rId23"/>
              </p:custDataLst>
            </p:nvPr>
          </p:nvSpPr>
          <p:spPr>
            <a:xfrm>
              <a:off x="1600150" y="236296"/>
              <a:ext cx="1605280" cy="521970"/>
            </a:xfrm>
            <a:prstGeom prst="rect">
              <a:avLst/>
            </a:prstGeom>
            <a:noFill/>
          </p:spPr>
          <p:txBody>
            <a:bodyPr wrap="none">
              <a:spAutoFit/>
            </a:bodyPr>
            <a:lstStyle>
              <a:defPPr>
                <a:defRPr lang="zh-CN"/>
              </a:defPPr>
              <a:lvl1pPr>
                <a:defRPr sz="2400" b="1">
                  <a:gradFill>
                    <a:gsLst>
                      <a:gs pos="100000">
                        <a:schemeClr val="accent1">
                          <a:lumMod val="50000"/>
                        </a:schemeClr>
                      </a:gs>
                      <a:gs pos="17000">
                        <a:schemeClr val="accent1">
                          <a:lumMod val="50000"/>
                        </a:schemeClr>
                      </a:gs>
                    </a:gsLst>
                    <a:path path="circle">
                      <a:fillToRect r="100000" b="100000"/>
                    </a:path>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gradFill>
                    <a:gsLst>
                      <a:gs pos="100000">
                        <a:srgbClr val="206252">
                          <a:lumMod val="50000"/>
                        </a:srgbClr>
                      </a:gs>
                      <a:gs pos="17000">
                        <a:srgbClr val="206252">
                          <a:lumMod val="75000"/>
                        </a:srgbClr>
                      </a:gs>
                    </a:gsLst>
                    <a:path path="circle">
                      <a:fillToRect r="100000" b="100000"/>
                    </a:path>
                  </a:gradFill>
                  <a:effectLst/>
                  <a:uLnTx/>
                  <a:uFillTx/>
                  <a:latin typeface="微软雅黑" panose="020B0503020204020204" charset="-122"/>
                  <a:ea typeface="微软雅黑" panose="020B0503020204020204" charset="-122"/>
                  <a:cs typeface="+mn-cs"/>
                  <a:sym typeface="阿里妈妈数黑体" pitchFamily="2" charset="-122"/>
                </a:rPr>
                <a:t>前期调研</a:t>
              </a:r>
              <a:endParaRPr kumimoji="0" lang="zh-CN" altLang="en-US" sz="2800" b="1" i="0" u="none" strike="noStrike" kern="1200" cap="none" spc="0" normalizeH="0" baseline="0" noProof="0" dirty="0">
                <a:ln>
                  <a:noFill/>
                </a:ln>
                <a:gradFill>
                  <a:gsLst>
                    <a:gs pos="100000">
                      <a:srgbClr val="206252">
                        <a:lumMod val="50000"/>
                      </a:srgbClr>
                    </a:gs>
                    <a:gs pos="17000">
                      <a:srgbClr val="206252">
                        <a:lumMod val="75000"/>
                      </a:srgbClr>
                    </a:gs>
                  </a:gsLst>
                  <a:path path="circle">
                    <a:fillToRect r="100000" b="100000"/>
                  </a:path>
                </a:gradFill>
                <a:effectLst/>
                <a:uLnTx/>
                <a:uFillTx/>
                <a:latin typeface="微软雅黑" panose="020B0503020204020204" charset="-122"/>
                <a:ea typeface="微软雅黑" panose="020B0503020204020204" charset="-122"/>
                <a:cs typeface="+mn-cs"/>
                <a:sym typeface="阿里妈妈数黑体" pitchFamily="2" charset="-122"/>
              </a:endParaRPr>
            </a:p>
          </p:txBody>
        </p:sp>
        <p:sp>
          <p:nvSpPr>
            <p:cNvPr id="25" name="PA-任意多边形 6"/>
            <p:cNvSpPr/>
            <p:nvPr>
              <p:custDataLst>
                <p:tags r:id="rId24"/>
              </p:custDataLst>
            </p:nvPr>
          </p:nvSpPr>
          <p:spPr>
            <a:xfrm>
              <a:off x="-52754" y="850261"/>
              <a:ext cx="12262339" cy="52051"/>
            </a:xfrm>
            <a:custGeom>
              <a:avLst/>
              <a:gdLst>
                <a:gd name="connsiteX0" fmla="*/ 0 w 4366736"/>
                <a:gd name="connsiteY0" fmla="*/ 0 h 64293"/>
                <a:gd name="connsiteX1" fmla="*/ 4366737 w 4366736"/>
                <a:gd name="connsiteY1" fmla="*/ 0 h 64293"/>
                <a:gd name="connsiteX2" fmla="*/ 4366737 w 4366736"/>
                <a:gd name="connsiteY2" fmla="*/ 64294 h 64293"/>
                <a:gd name="connsiteX3" fmla="*/ 0 w 4366736"/>
                <a:gd name="connsiteY3" fmla="*/ 64294 h 64293"/>
              </a:gdLst>
              <a:ahLst/>
              <a:cxnLst>
                <a:cxn ang="0">
                  <a:pos x="connsiteX0" y="connsiteY0"/>
                </a:cxn>
                <a:cxn ang="0">
                  <a:pos x="connsiteX1" y="connsiteY1"/>
                </a:cxn>
                <a:cxn ang="0">
                  <a:pos x="connsiteX2" y="connsiteY2"/>
                </a:cxn>
                <a:cxn ang="0">
                  <a:pos x="connsiteX3" y="connsiteY3"/>
                </a:cxn>
              </a:cxnLst>
              <a:rect l="l" t="t" r="r" b="b"/>
              <a:pathLst>
                <a:path w="4366736" h="64293">
                  <a:moveTo>
                    <a:pt x="0" y="0"/>
                  </a:moveTo>
                  <a:lnTo>
                    <a:pt x="4366737" y="0"/>
                  </a:lnTo>
                  <a:lnTo>
                    <a:pt x="4366737" y="64294"/>
                  </a:lnTo>
                  <a:lnTo>
                    <a:pt x="0" y="64294"/>
                  </a:lnTo>
                  <a:close/>
                </a:path>
              </a:pathLst>
            </a:custGeom>
            <a:gradFill flip="none" rotWithShape="1">
              <a:gsLst>
                <a:gs pos="100000">
                  <a:schemeClr val="accent1"/>
                </a:gs>
                <a:gs pos="12000">
                  <a:schemeClr val="accent1">
                    <a:lumMod val="20000"/>
                    <a:lumOff val="80000"/>
                  </a:schemeClr>
                </a:gs>
              </a:gsLst>
              <a:lin ang="0" scaled="0"/>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27" name="PA-任意多边形 899"/>
            <p:cNvSpPr/>
            <p:nvPr>
              <p:custDataLst>
                <p:tags r:id="rId25"/>
              </p:custDataLst>
            </p:nvPr>
          </p:nvSpPr>
          <p:spPr>
            <a:xfrm flipH="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55000">
                  <a:schemeClr val="accent1"/>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31" name="PA-文本框 26"/>
            <p:cNvSpPr txBox="1"/>
            <p:nvPr>
              <p:custDataLst>
                <p:tags r:id="rId26"/>
              </p:custDataLst>
            </p:nvPr>
          </p:nvSpPr>
          <p:spPr>
            <a:xfrm>
              <a:off x="6507233" y="328996"/>
              <a:ext cx="17830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noProof="0" dirty="0">
                  <a:ln>
                    <a:noFill/>
                  </a:ln>
                  <a:solidFill>
                    <a:srgbClr val="206252">
                      <a:lumMod val="50000"/>
                    </a:srgbClr>
                  </a:solidFill>
                  <a:effectLst/>
                  <a:uLnTx/>
                  <a:uFillTx/>
                  <a:latin typeface="微软雅黑" panose="020B0503020204020204" charset="-122"/>
                  <a:ea typeface="微软雅黑" panose="020B0503020204020204" charset="-122"/>
                  <a:sym typeface="OPPOSans M" panose="00020600040101010101" pitchFamily="18" charset="-122"/>
                </a:rPr>
                <a:t>调查设计与实施</a:t>
              </a:r>
              <a:endParaRPr kumimoji="0" lang="zh-CN" altLang="en-US" sz="180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sp>
          <p:nvSpPr>
            <p:cNvPr id="32" name="PA-文本框 26"/>
            <p:cNvSpPr txBox="1"/>
            <p:nvPr>
              <p:custDataLst>
                <p:tags r:id="rId27"/>
              </p:custDataLst>
            </p:nvPr>
          </p:nvSpPr>
          <p:spPr>
            <a:xfrm>
              <a:off x="8672698" y="313756"/>
              <a:ext cx="3098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cxnSp>
          <p:nvCxnSpPr>
            <p:cNvPr id="33" name="PA-直接连接符 18"/>
            <p:cNvCxnSpPr/>
            <p:nvPr>
              <p:custDataLst>
                <p:tags r:id="rId28"/>
              </p:custDataLst>
            </p:nvPr>
          </p:nvCxnSpPr>
          <p:spPr>
            <a:xfrm flipH="1">
              <a:off x="5253886"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44" name="PA-直接连接符 22"/>
            <p:cNvCxnSpPr/>
            <p:nvPr>
              <p:custDataLst>
                <p:tags r:id="rId29"/>
              </p:custDataLst>
            </p:nvPr>
          </p:nvCxnSpPr>
          <p:spPr>
            <a:xfrm flipH="1">
              <a:off x="6412243"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46" name="PA-直接连接符 23"/>
            <p:cNvCxnSpPr/>
            <p:nvPr>
              <p:custDataLst>
                <p:tags r:id="rId30"/>
              </p:custDataLst>
            </p:nvPr>
          </p:nvCxnSpPr>
          <p:spPr>
            <a:xfrm flipH="1">
              <a:off x="8264655" y="37265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51" name="PA-文本框 26"/>
            <p:cNvSpPr txBox="1"/>
            <p:nvPr>
              <p:custDataLst>
                <p:tags r:id="rId31"/>
              </p:custDataLst>
            </p:nvPr>
          </p:nvSpPr>
          <p:spPr>
            <a:xfrm>
              <a:off x="5410470" y="313956"/>
              <a:ext cx="10972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33692B"/>
                  </a:solidFill>
                  <a:effectLst/>
                  <a:uLnTx/>
                  <a:uFillTx/>
                  <a:latin typeface="微软雅黑" panose="020B0503020204020204" charset="-122"/>
                  <a:ea typeface="微软雅黑" panose="020B0503020204020204" charset="-122"/>
                  <a:cs typeface="+mn-cs"/>
                  <a:sym typeface="阿里妈妈数黑体" pitchFamily="2" charset="-122"/>
                </a:rPr>
                <a:t>前期调研</a:t>
              </a:r>
              <a:endParaRPr kumimoji="0" lang="zh-CN" altLang="en-US" sz="1800" b="1" i="0" u="none" strike="noStrike" kern="1200" cap="none" spc="0" normalizeH="0" baseline="0" noProof="0" dirty="0">
                <a:ln>
                  <a:noFill/>
                </a:ln>
                <a:solidFill>
                  <a:srgbClr val="33692B"/>
                </a:solidFill>
                <a:effectLst/>
                <a:uLnTx/>
                <a:uFillTx/>
                <a:latin typeface="微软雅黑" panose="020B0503020204020204" charset="-122"/>
                <a:ea typeface="微软雅黑" panose="020B0503020204020204" charset="-122"/>
                <a:cs typeface="+mn-cs"/>
                <a:sym typeface="阿里妈妈数黑体" pitchFamily="2" charset="-122"/>
              </a:endParaRPr>
            </a:p>
          </p:txBody>
        </p:sp>
        <p:sp>
          <p:nvSpPr>
            <p:cNvPr id="52" name="PA-图形 7"/>
            <p:cNvSpPr/>
            <p:nvPr>
              <p:custDataLst>
                <p:tags r:id="rId32"/>
              </p:custDataLst>
            </p:nvPr>
          </p:nvSpPr>
          <p:spPr>
            <a:xfrm>
              <a:off x="273980" y="148474"/>
              <a:ext cx="555983" cy="416889"/>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0">
                  <a:schemeClr val="bg1"/>
                </a:gs>
                <a:gs pos="87000">
                  <a:schemeClr val="accent1">
                    <a:lumMod val="20000"/>
                    <a:lumOff val="80000"/>
                  </a:schemeClr>
                </a:gs>
              </a:gsLst>
              <a:lin ang="2700000" scaled="0"/>
            </a:gradFill>
            <a:ln w="36909" cap="flat">
              <a:noFill/>
              <a:prstDash val="solid"/>
              <a:miter/>
            </a:ln>
            <a:effectLst>
              <a:outerShdw blurRad="50800" dist="38100" dir="5400000" algn="t" rotWithShape="0">
                <a:schemeClr val="accent1">
                  <a:alpha val="30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53" name="矩形 52"/>
          <p:cNvSpPr/>
          <p:nvPr/>
        </p:nvSpPr>
        <p:spPr>
          <a:xfrm>
            <a:off x="3629660" y="298450"/>
            <a:ext cx="2100580" cy="522605"/>
          </a:xfrm>
          <a:prstGeom prst="rect">
            <a:avLst/>
          </a:prstGeom>
          <a:noFill/>
          <a:ln>
            <a:noFill/>
          </a:ln>
        </p:spPr>
        <p:txBody>
          <a:bodyPr wrap="square" rtlCol="0" anchor="t">
            <a:noAutofit/>
          </a:bodyPr>
          <a:lstStyle/>
          <a:p>
            <a:pPr algn="ctr"/>
            <a:r>
              <a:rPr lang="zh-CN" altLang="en-US" dirty="0">
                <a:solidFill>
                  <a:schemeClr val="tx1"/>
                </a:solidFill>
                <a:effectLst/>
                <a:latin typeface="微软雅黑" panose="020B0503020204020204" charset="-122"/>
                <a:ea typeface="微软雅黑" panose="020B0503020204020204" charset="-122"/>
              </a:rPr>
              <a:t>研究背景</a:t>
            </a:r>
            <a:endParaRPr lang="zh-CN" altLang="en-US" dirty="0">
              <a:solidFill>
                <a:schemeClr val="tx1"/>
              </a:solidFill>
              <a:effectLst/>
              <a:latin typeface="微软雅黑" panose="020B0503020204020204" charset="-122"/>
              <a:ea typeface="微软雅黑" panose="020B0503020204020204" charset="-122"/>
            </a:endParaRPr>
          </a:p>
        </p:txBody>
      </p:sp>
      <p:sp>
        <p:nvSpPr>
          <p:cNvPr id="54" name="文本框 53"/>
          <p:cNvSpPr txBox="1"/>
          <p:nvPr/>
        </p:nvSpPr>
        <p:spPr>
          <a:xfrm>
            <a:off x="8453755" y="308610"/>
            <a:ext cx="1172210"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数据分析</a:t>
            </a:r>
            <a:endParaRPr lang="zh-CN" altLang="en-US">
              <a:latin typeface="微软雅黑" panose="020B0503020204020204" charset="-122"/>
              <a:ea typeface="微软雅黑" panose="020B0503020204020204" charset="-122"/>
            </a:endParaRPr>
          </a:p>
        </p:txBody>
      </p:sp>
      <p:sp>
        <p:nvSpPr>
          <p:cNvPr id="55" name="文本框 54"/>
          <p:cNvSpPr txBox="1"/>
          <p:nvPr/>
        </p:nvSpPr>
        <p:spPr>
          <a:xfrm>
            <a:off x="9709150" y="298450"/>
            <a:ext cx="124396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产品</a:t>
            </a:r>
            <a:r>
              <a:rPr lang="zh-CN" altLang="en-US">
                <a:latin typeface="微软雅黑" panose="020B0503020204020204" charset="-122"/>
                <a:ea typeface="微软雅黑" panose="020B0503020204020204" charset="-122"/>
              </a:rPr>
              <a:t>设计</a:t>
            </a:r>
            <a:endParaRPr lang="zh-CN" altLang="en-US">
              <a:latin typeface="微软雅黑" panose="020B0503020204020204" charset="-122"/>
              <a:ea typeface="微软雅黑" panose="020B0503020204020204" charset="-122"/>
            </a:endParaRPr>
          </a:p>
        </p:txBody>
      </p:sp>
      <p:sp>
        <p:nvSpPr>
          <p:cNvPr id="58" name="文本框 57"/>
          <p:cNvSpPr txBox="1"/>
          <p:nvPr/>
        </p:nvSpPr>
        <p:spPr>
          <a:xfrm>
            <a:off x="10953115" y="313690"/>
            <a:ext cx="136969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结论与建议</a:t>
            </a:r>
            <a:endParaRPr lang="zh-CN" altLang="en-US">
              <a:latin typeface="微软雅黑" panose="020B0503020204020204" charset="-122"/>
              <a:ea typeface="微软雅黑" panose="020B0503020204020204" charset="-122"/>
            </a:endParaRPr>
          </a:p>
        </p:txBody>
      </p:sp>
      <p:cxnSp>
        <p:nvCxnSpPr>
          <p:cNvPr id="59" name="PA-直接连接符 23"/>
          <p:cNvCxnSpPr/>
          <p:nvPr>
            <p:custDataLst>
              <p:tags r:id="rId33"/>
            </p:custDataLst>
          </p:nvPr>
        </p:nvCxnSpPr>
        <p:spPr>
          <a:xfrm flipH="1">
            <a:off x="9460995" y="3802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60" name="PA-直接连接符 23"/>
          <p:cNvCxnSpPr/>
          <p:nvPr>
            <p:custDataLst>
              <p:tags r:id="rId34"/>
            </p:custDataLst>
          </p:nvPr>
        </p:nvCxnSpPr>
        <p:spPr>
          <a:xfrm flipH="1">
            <a:off x="10733535" y="3802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61" name="矩形: 圆角 24"/>
          <p:cNvSpPr/>
          <p:nvPr/>
        </p:nvSpPr>
        <p:spPr>
          <a:xfrm>
            <a:off x="314325" y="961390"/>
            <a:ext cx="2631440" cy="534035"/>
          </a:xfrm>
          <a:prstGeom prst="roundRect">
            <a:avLst>
              <a:gd name="adj" fmla="val 29695"/>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   </a:t>
            </a:r>
            <a:r>
              <a:rPr kumimoji="0" lang="en-US" altLang="zh-CN" sz="2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2</a:t>
            </a:r>
            <a:r>
              <a:rPr lang="en-US" altLang="zh-CN" sz="2800" dirty="0">
                <a:solidFill>
                  <a:prstClr val="black"/>
                </a:solidFill>
                <a:latin typeface="微软雅黑" panose="020B0503020204020204" charset="-122"/>
                <a:ea typeface="微软雅黑" panose="020B0503020204020204" charset="-122"/>
                <a:cs typeface="微软雅黑" panose="020B0503020204020204" charset="-122"/>
                <a:sym typeface="微软雅黑" panose="020B0503020204020204" charset="-122"/>
              </a:rPr>
              <a:t>.1</a:t>
            </a:r>
            <a:r>
              <a:rPr lang="zh-CN" altLang="en-US" sz="2800" dirty="0">
                <a:solidFill>
                  <a:prstClr val="black"/>
                </a:solidFill>
                <a:latin typeface="微软雅黑" panose="020B0503020204020204" charset="-122"/>
                <a:ea typeface="微软雅黑" panose="020B0503020204020204" charset="-122"/>
                <a:cs typeface="微软雅黑" panose="020B0503020204020204" charset="-122"/>
                <a:sym typeface="微软雅黑" panose="020B0503020204020204" charset="-122"/>
              </a:rPr>
              <a:t>缺口总结</a:t>
            </a:r>
            <a:endParaRPr lang="zh-CN" altLang="en-US" sz="2800" dirty="0">
              <a:solidFill>
                <a:prstClr val="black"/>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63" name="图片 62" descr="箭头"/>
          <p:cNvPicPr>
            <a:picLocks noChangeAspect="1"/>
          </p:cNvPicPr>
          <p:nvPr>
            <p:custDataLst>
              <p:tags r:id="rId35"/>
            </p:custDataLst>
          </p:nvPr>
        </p:nvPicPr>
        <p:blipFill>
          <a:blip r:embed="rId36">
            <a:extLst>
              <a:ext uri="{96DAC541-7B7A-43D3-8B79-37D633B846F1}">
                <asvg:svgBlip xmlns:asvg="http://schemas.microsoft.com/office/drawing/2016/SVG/main" r:embed="rId37"/>
              </a:ext>
            </a:extLst>
          </a:blip>
          <a:stretch>
            <a:fillRect/>
          </a:stretch>
        </p:blipFill>
        <p:spPr>
          <a:xfrm flipH="1">
            <a:off x="365760" y="1035685"/>
            <a:ext cx="369570" cy="369570"/>
          </a:xfrm>
          <a:prstGeom prst="rect">
            <a:avLst/>
          </a:prstGeom>
        </p:spPr>
      </p:pic>
      <p:grpSp>
        <p:nvGrpSpPr>
          <p:cNvPr id="172" name="组合 171"/>
          <p:cNvGrpSpPr/>
          <p:nvPr/>
        </p:nvGrpSpPr>
        <p:grpSpPr>
          <a:xfrm>
            <a:off x="-674446" y="0"/>
            <a:ext cx="13073260" cy="902312"/>
            <a:chOff x="-801446" y="0"/>
            <a:chExt cx="13073260" cy="902312"/>
          </a:xfrm>
        </p:grpSpPr>
        <p:sp>
          <p:nvSpPr>
            <p:cNvPr id="173" name="PA-任意多边形 900"/>
            <p:cNvSpPr/>
            <p:nvPr>
              <p:custDataLst>
                <p:tags r:id="rId38"/>
              </p:custDataLst>
            </p:nvPr>
          </p:nvSpPr>
          <p:spPr>
            <a:xfrm flipV="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91000">
                  <a:schemeClr val="accent2">
                    <a:lumMod val="75000"/>
                  </a:schemeClr>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74" name="PA-任意多边形 46"/>
            <p:cNvSpPr/>
            <p:nvPr>
              <p:custDataLst>
                <p:tags r:id="rId39"/>
              </p:custDataLst>
            </p:nvPr>
          </p:nvSpPr>
          <p:spPr>
            <a:xfrm>
              <a:off x="17585" y="140988"/>
              <a:ext cx="10477775" cy="713837"/>
            </a:xfrm>
            <a:custGeom>
              <a:avLst/>
              <a:gdLst>
                <a:gd name="connsiteX0" fmla="*/ 0 w 10477775"/>
                <a:gd name="connsiteY0" fmla="*/ 0 h 713837"/>
                <a:gd name="connsiteX1" fmla="*/ 9872819 w 10477775"/>
                <a:gd name="connsiteY1" fmla="*/ 0 h 713837"/>
                <a:gd name="connsiteX2" fmla="*/ 10477775 w 10477775"/>
                <a:gd name="connsiteY2" fmla="*/ 713837 h 713837"/>
                <a:gd name="connsiteX3" fmla="*/ 0 w 10477775"/>
                <a:gd name="connsiteY3" fmla="*/ 713837 h 713837"/>
                <a:gd name="connsiteX4" fmla="*/ 0 w 10477775"/>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775" h="713837">
                  <a:moveTo>
                    <a:pt x="0" y="0"/>
                  </a:moveTo>
                  <a:lnTo>
                    <a:pt x="9872819" y="0"/>
                  </a:lnTo>
                  <a:lnTo>
                    <a:pt x="10477775" y="713837"/>
                  </a:lnTo>
                  <a:lnTo>
                    <a:pt x="0" y="713837"/>
                  </a:lnTo>
                  <a:lnTo>
                    <a:pt x="0" y="0"/>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75" name="PA-任意多边形 50"/>
            <p:cNvSpPr/>
            <p:nvPr>
              <p:custDataLst>
                <p:tags r:id="rId40"/>
              </p:custDataLst>
            </p:nvPr>
          </p:nvSpPr>
          <p:spPr>
            <a:xfrm>
              <a:off x="79814" y="136543"/>
              <a:ext cx="12192000" cy="713837"/>
            </a:xfrm>
            <a:custGeom>
              <a:avLst/>
              <a:gdLst>
                <a:gd name="connsiteX0" fmla="*/ 0 w 12192000"/>
                <a:gd name="connsiteY0" fmla="*/ 0 h 713837"/>
                <a:gd name="connsiteX1" fmla="*/ 12192000 w 12192000"/>
                <a:gd name="connsiteY1" fmla="*/ 0 h 713837"/>
                <a:gd name="connsiteX2" fmla="*/ 12192000 w 12192000"/>
                <a:gd name="connsiteY2" fmla="*/ 713837 h 713837"/>
                <a:gd name="connsiteX3" fmla="*/ 0 w 12192000"/>
                <a:gd name="connsiteY3" fmla="*/ 713837 h 713837"/>
              </a:gdLst>
              <a:ahLst/>
              <a:cxnLst>
                <a:cxn ang="0">
                  <a:pos x="connsiteX0" y="connsiteY0"/>
                </a:cxn>
                <a:cxn ang="0">
                  <a:pos x="connsiteX1" y="connsiteY1"/>
                </a:cxn>
                <a:cxn ang="0">
                  <a:pos x="connsiteX2" y="connsiteY2"/>
                </a:cxn>
                <a:cxn ang="0">
                  <a:pos x="connsiteX3" y="connsiteY3"/>
                </a:cxn>
              </a:cxnLst>
              <a:rect l="l" t="t" r="r" b="b"/>
              <a:pathLst>
                <a:path w="12192000" h="713837">
                  <a:moveTo>
                    <a:pt x="0" y="0"/>
                  </a:moveTo>
                  <a:lnTo>
                    <a:pt x="12192000" y="0"/>
                  </a:lnTo>
                  <a:lnTo>
                    <a:pt x="12192000" y="713837"/>
                  </a:lnTo>
                  <a:lnTo>
                    <a:pt x="0" y="713837"/>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mn-cs"/>
              </a:endParaRPr>
            </a:p>
          </p:txBody>
        </p:sp>
        <p:sp>
          <p:nvSpPr>
            <p:cNvPr id="176" name="PA-文本框 24"/>
            <p:cNvSpPr txBox="1"/>
            <p:nvPr>
              <p:custDataLst>
                <p:tags r:id="rId41"/>
              </p:custDataLst>
            </p:nvPr>
          </p:nvSpPr>
          <p:spPr>
            <a:xfrm>
              <a:off x="1600150" y="236296"/>
              <a:ext cx="1605280" cy="521970"/>
            </a:xfrm>
            <a:prstGeom prst="rect">
              <a:avLst/>
            </a:prstGeom>
            <a:noFill/>
          </p:spPr>
          <p:txBody>
            <a:bodyPr wrap="none">
              <a:spAutoFit/>
            </a:bodyPr>
            <a:lstStyle>
              <a:defPPr>
                <a:defRPr lang="zh-CN"/>
              </a:defPPr>
              <a:lvl1pPr>
                <a:defRPr sz="2400" b="1">
                  <a:gradFill>
                    <a:gsLst>
                      <a:gs pos="100000">
                        <a:schemeClr val="accent1">
                          <a:lumMod val="50000"/>
                        </a:schemeClr>
                      </a:gs>
                      <a:gs pos="17000">
                        <a:schemeClr val="accent1">
                          <a:lumMod val="50000"/>
                        </a:schemeClr>
                      </a:gs>
                    </a:gsLst>
                    <a:path path="circle">
                      <a:fillToRect r="100000" b="100000"/>
                    </a:path>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dirty="0">
                  <a:gradFill>
                    <a:gsLst>
                      <a:gs pos="100000">
                        <a:srgbClr val="206252">
                          <a:lumMod val="50000"/>
                        </a:srgbClr>
                      </a:gs>
                      <a:gs pos="17000">
                        <a:srgbClr val="206252">
                          <a:lumMod val="75000"/>
                        </a:srgbClr>
                      </a:gs>
                    </a:gsLst>
                    <a:path path="circle">
                      <a:fillToRect r="100000" b="100000"/>
                    </a:path>
                  </a:gradFill>
                  <a:latin typeface="微软雅黑" panose="020B0503020204020204" charset="-122"/>
                  <a:ea typeface="微软雅黑" panose="020B0503020204020204" charset="-122"/>
                  <a:sym typeface="阿里妈妈数黑体" pitchFamily="2" charset="-122"/>
                </a:rPr>
                <a:t>前期调研</a:t>
              </a:r>
              <a:endParaRPr lang="zh-CN" altLang="en-US" sz="2800" dirty="0">
                <a:gradFill>
                  <a:gsLst>
                    <a:gs pos="100000">
                      <a:srgbClr val="206252">
                        <a:lumMod val="50000"/>
                      </a:srgbClr>
                    </a:gs>
                    <a:gs pos="17000">
                      <a:srgbClr val="206252">
                        <a:lumMod val="75000"/>
                      </a:srgbClr>
                    </a:gs>
                  </a:gsLst>
                  <a:path path="circle">
                    <a:fillToRect r="100000" b="100000"/>
                  </a:path>
                </a:gradFill>
                <a:latin typeface="微软雅黑" panose="020B0503020204020204" charset="-122"/>
                <a:ea typeface="微软雅黑" panose="020B0503020204020204" charset="-122"/>
                <a:sym typeface="阿里妈妈数黑体" pitchFamily="2" charset="-122"/>
              </a:endParaRPr>
            </a:p>
          </p:txBody>
        </p:sp>
        <p:sp>
          <p:nvSpPr>
            <p:cNvPr id="177" name="PA-任意多边形 6"/>
            <p:cNvSpPr/>
            <p:nvPr>
              <p:custDataLst>
                <p:tags r:id="rId42"/>
              </p:custDataLst>
            </p:nvPr>
          </p:nvSpPr>
          <p:spPr>
            <a:xfrm>
              <a:off x="-52754" y="850261"/>
              <a:ext cx="12262339" cy="52051"/>
            </a:xfrm>
            <a:custGeom>
              <a:avLst/>
              <a:gdLst>
                <a:gd name="connsiteX0" fmla="*/ 0 w 4366736"/>
                <a:gd name="connsiteY0" fmla="*/ 0 h 64293"/>
                <a:gd name="connsiteX1" fmla="*/ 4366737 w 4366736"/>
                <a:gd name="connsiteY1" fmla="*/ 0 h 64293"/>
                <a:gd name="connsiteX2" fmla="*/ 4366737 w 4366736"/>
                <a:gd name="connsiteY2" fmla="*/ 64294 h 64293"/>
                <a:gd name="connsiteX3" fmla="*/ 0 w 4366736"/>
                <a:gd name="connsiteY3" fmla="*/ 64294 h 64293"/>
              </a:gdLst>
              <a:ahLst/>
              <a:cxnLst>
                <a:cxn ang="0">
                  <a:pos x="connsiteX0" y="connsiteY0"/>
                </a:cxn>
                <a:cxn ang="0">
                  <a:pos x="connsiteX1" y="connsiteY1"/>
                </a:cxn>
                <a:cxn ang="0">
                  <a:pos x="connsiteX2" y="connsiteY2"/>
                </a:cxn>
                <a:cxn ang="0">
                  <a:pos x="connsiteX3" y="connsiteY3"/>
                </a:cxn>
              </a:cxnLst>
              <a:rect l="l" t="t" r="r" b="b"/>
              <a:pathLst>
                <a:path w="4366736" h="64293">
                  <a:moveTo>
                    <a:pt x="0" y="0"/>
                  </a:moveTo>
                  <a:lnTo>
                    <a:pt x="4366737" y="0"/>
                  </a:lnTo>
                  <a:lnTo>
                    <a:pt x="4366737" y="64294"/>
                  </a:lnTo>
                  <a:lnTo>
                    <a:pt x="0" y="64294"/>
                  </a:lnTo>
                  <a:close/>
                </a:path>
              </a:pathLst>
            </a:custGeom>
            <a:gradFill flip="none" rotWithShape="1">
              <a:gsLst>
                <a:gs pos="100000">
                  <a:schemeClr val="accent1"/>
                </a:gs>
                <a:gs pos="12000">
                  <a:schemeClr val="accent1">
                    <a:lumMod val="20000"/>
                    <a:lumOff val="80000"/>
                  </a:schemeClr>
                </a:gs>
              </a:gsLst>
              <a:lin ang="0" scaled="0"/>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78" name="PA-任意多边形 899"/>
            <p:cNvSpPr/>
            <p:nvPr>
              <p:custDataLst>
                <p:tags r:id="rId43"/>
              </p:custDataLst>
            </p:nvPr>
          </p:nvSpPr>
          <p:spPr>
            <a:xfrm flipH="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55000">
                  <a:schemeClr val="accent1"/>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79" name="PA-文本框 26"/>
            <p:cNvSpPr txBox="1"/>
            <p:nvPr>
              <p:custDataLst>
                <p:tags r:id="rId44"/>
              </p:custDataLst>
            </p:nvPr>
          </p:nvSpPr>
          <p:spPr>
            <a:xfrm>
              <a:off x="6507233" y="309946"/>
              <a:ext cx="17830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noProof="0" dirty="0">
                  <a:ln>
                    <a:noFill/>
                  </a:ln>
                  <a:solidFill>
                    <a:srgbClr val="206252">
                      <a:lumMod val="50000"/>
                    </a:srgbClr>
                  </a:solidFill>
                  <a:effectLst/>
                  <a:uLnTx/>
                  <a:uFillTx/>
                  <a:latin typeface="微软雅黑" panose="020B0503020204020204" charset="-122"/>
                  <a:ea typeface="微软雅黑" panose="020B0503020204020204" charset="-122"/>
                  <a:sym typeface="OPPOSans M" panose="00020600040101010101" pitchFamily="18" charset="-122"/>
                </a:rPr>
                <a:t>调查设计与实施</a:t>
              </a:r>
              <a:endParaRPr kumimoji="0" lang="zh-CN" altLang="en-US" sz="180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sp>
          <p:nvSpPr>
            <p:cNvPr id="180" name="PA-文本框 26"/>
            <p:cNvSpPr txBox="1"/>
            <p:nvPr>
              <p:custDataLst>
                <p:tags r:id="rId45"/>
              </p:custDataLst>
            </p:nvPr>
          </p:nvSpPr>
          <p:spPr>
            <a:xfrm>
              <a:off x="8672698" y="313756"/>
              <a:ext cx="3098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cxnSp>
          <p:nvCxnSpPr>
            <p:cNvPr id="181" name="PA-直接连接符 18"/>
            <p:cNvCxnSpPr/>
            <p:nvPr>
              <p:custDataLst>
                <p:tags r:id="rId46"/>
              </p:custDataLst>
            </p:nvPr>
          </p:nvCxnSpPr>
          <p:spPr>
            <a:xfrm flipH="1">
              <a:off x="5253886"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182" name="PA-直接连接符 22"/>
            <p:cNvCxnSpPr/>
            <p:nvPr>
              <p:custDataLst>
                <p:tags r:id="rId47"/>
              </p:custDataLst>
            </p:nvPr>
          </p:nvCxnSpPr>
          <p:spPr>
            <a:xfrm flipH="1">
              <a:off x="6412243"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183" name="PA-文本框 26"/>
            <p:cNvSpPr txBox="1"/>
            <p:nvPr>
              <p:custDataLst>
                <p:tags r:id="rId48"/>
              </p:custDataLst>
            </p:nvPr>
          </p:nvSpPr>
          <p:spPr>
            <a:xfrm>
              <a:off x="5407930" y="313956"/>
              <a:ext cx="110236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a:defRPr/>
              </a:pPr>
              <a:r>
                <a:rPr lang="zh-CN" altLang="en-US" sz="1800" b="1" dirty="0">
                  <a:solidFill>
                    <a:srgbClr val="2D8A73"/>
                  </a:solidFill>
                  <a:latin typeface="微软雅黑" panose="020B0503020204020204" charset="-122"/>
                  <a:ea typeface="微软雅黑" panose="020B0503020204020204" charset="-122"/>
                  <a:sym typeface="阿里妈妈数黑体" pitchFamily="2" charset="-122"/>
                </a:rPr>
                <a:t>前期调研</a:t>
              </a:r>
              <a:endParaRPr lang="zh-CN" altLang="en-US" sz="1800" b="1" dirty="0">
                <a:solidFill>
                  <a:srgbClr val="2D8A73"/>
                </a:solidFill>
                <a:latin typeface="微软雅黑" panose="020B0503020204020204" charset="-122"/>
                <a:ea typeface="微软雅黑" panose="020B0503020204020204" charset="-122"/>
                <a:sym typeface="阿里妈妈数黑体" pitchFamily="2" charset="-122"/>
              </a:endParaRPr>
            </a:p>
          </p:txBody>
        </p:sp>
        <p:sp>
          <p:nvSpPr>
            <p:cNvPr id="184" name="PA-图形 7"/>
            <p:cNvSpPr/>
            <p:nvPr>
              <p:custDataLst>
                <p:tags r:id="rId49"/>
              </p:custDataLst>
            </p:nvPr>
          </p:nvSpPr>
          <p:spPr>
            <a:xfrm>
              <a:off x="273980" y="148474"/>
              <a:ext cx="555983" cy="416889"/>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0">
                  <a:schemeClr val="bg1"/>
                </a:gs>
                <a:gs pos="87000">
                  <a:schemeClr val="accent1">
                    <a:lumMod val="20000"/>
                    <a:lumOff val="80000"/>
                  </a:schemeClr>
                </a:gs>
              </a:gsLst>
              <a:lin ang="2700000" scaled="0"/>
            </a:gradFill>
            <a:ln w="36909" cap="flat">
              <a:noFill/>
              <a:prstDash val="solid"/>
              <a:miter/>
            </a:ln>
            <a:effectLst>
              <a:outerShdw blurRad="50800" dist="38100" dir="5400000" algn="t" rotWithShape="0">
                <a:schemeClr val="accent1">
                  <a:alpha val="30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cxnSp>
        <p:nvCxnSpPr>
          <p:cNvPr id="186" name="PA-直接连接符 23"/>
          <p:cNvCxnSpPr/>
          <p:nvPr>
            <p:custDataLst>
              <p:tags r:id="rId50"/>
            </p:custDataLst>
          </p:nvPr>
        </p:nvCxnSpPr>
        <p:spPr>
          <a:xfrm flipH="1">
            <a:off x="8337045" y="3675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187" name="PA-直接连接符 23"/>
          <p:cNvCxnSpPr/>
          <p:nvPr>
            <p:custDataLst>
              <p:tags r:id="rId51"/>
            </p:custDataLst>
          </p:nvPr>
        </p:nvCxnSpPr>
        <p:spPr>
          <a:xfrm flipH="1">
            <a:off x="9622285" y="33582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188" name="文本框 187"/>
          <p:cNvSpPr txBox="1"/>
          <p:nvPr/>
        </p:nvSpPr>
        <p:spPr>
          <a:xfrm>
            <a:off x="9886315" y="307340"/>
            <a:ext cx="136969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结论与建议</a:t>
            </a:r>
            <a:endParaRPr lang="zh-CN" altLang="en-US">
              <a:latin typeface="微软雅黑" panose="020B0503020204020204" charset="-122"/>
              <a:ea typeface="微软雅黑" panose="020B0503020204020204" charset="-122"/>
            </a:endParaRPr>
          </a:p>
        </p:txBody>
      </p:sp>
      <p:sp>
        <p:nvSpPr>
          <p:cNvPr id="189" name="文本框 188"/>
          <p:cNvSpPr txBox="1"/>
          <p:nvPr/>
        </p:nvSpPr>
        <p:spPr>
          <a:xfrm>
            <a:off x="8540750" y="311150"/>
            <a:ext cx="121221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产品设计</a:t>
            </a:r>
            <a:endParaRPr lang="zh-CN" altLang="en-US">
              <a:latin typeface="微软雅黑" panose="020B0503020204020204" charset="-122"/>
              <a:ea typeface="微软雅黑" panose="020B0503020204020204" charset="-122"/>
            </a:endParaRPr>
          </a:p>
        </p:txBody>
      </p:sp>
      <p:sp>
        <p:nvSpPr>
          <p:cNvPr id="185" name="矩形 184"/>
          <p:cNvSpPr/>
          <p:nvPr/>
        </p:nvSpPr>
        <p:spPr>
          <a:xfrm>
            <a:off x="3756660" y="298450"/>
            <a:ext cx="2100580" cy="522605"/>
          </a:xfrm>
          <a:prstGeom prst="rect">
            <a:avLst/>
          </a:prstGeom>
          <a:noFill/>
          <a:ln>
            <a:noFill/>
          </a:ln>
        </p:spPr>
        <p:txBody>
          <a:bodyPr wrap="square" rtlCol="0" anchor="t">
            <a:noAutofit/>
          </a:bodyPr>
          <a:lstStyle/>
          <a:p>
            <a:pPr algn="ctr">
              <a:defRPr/>
            </a:pPr>
            <a:r>
              <a:rPr lang="zh-CN" altLang="en-US" dirty="0">
                <a:solidFill>
                  <a:schemeClr val="tx1"/>
                </a:solidFill>
                <a:latin typeface="微软雅黑" panose="020B0503020204020204" charset="-122"/>
                <a:ea typeface="微软雅黑" panose="020B0503020204020204" charset="-122"/>
              </a:rPr>
              <a:t>研究背景</a:t>
            </a:r>
            <a:endParaRPr lang="zh-CN" altLang="en-US" dirty="0">
              <a:solidFill>
                <a:schemeClr val="tx1"/>
              </a:solidFill>
              <a:latin typeface="微软雅黑" panose="020B0503020204020204" charset="-122"/>
              <a:ea typeface="微软雅黑" panose="020B0503020204020204" charset="-122"/>
            </a:endParaRPr>
          </a:p>
        </p:txBody>
      </p:sp>
    </p:spTree>
    <p:custDataLst>
      <p:tags r:id="rId52"/>
    </p:custDataLst>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 name="图片 104"/>
          <p:cNvPicPr>
            <a:picLocks noChangeAspect="1"/>
          </p:cNvPicPr>
          <p:nvPr/>
        </p:nvPicPr>
        <p:blipFill>
          <a:blip r:embed="rId1"/>
          <a:srcRect l="1166" t="25263"/>
          <a:stretch>
            <a:fillRect/>
          </a:stretch>
        </p:blipFill>
        <p:spPr>
          <a:xfrm>
            <a:off x="1" y="1"/>
            <a:ext cx="12174415" cy="5125479"/>
          </a:xfrm>
          <a:custGeom>
            <a:avLst/>
            <a:gdLst>
              <a:gd name="connsiteX0" fmla="*/ 0 w 12174415"/>
              <a:gd name="connsiteY0" fmla="*/ 0 h 5125479"/>
              <a:gd name="connsiteX1" fmla="*/ 12174415 w 12174415"/>
              <a:gd name="connsiteY1" fmla="*/ 0 h 5125479"/>
              <a:gd name="connsiteX2" fmla="*/ 12174415 w 12174415"/>
              <a:gd name="connsiteY2" fmla="*/ 5125479 h 5125479"/>
              <a:gd name="connsiteX3" fmla="*/ 0 w 12174415"/>
              <a:gd name="connsiteY3" fmla="*/ 5125479 h 5125479"/>
            </a:gdLst>
            <a:ahLst/>
            <a:cxnLst>
              <a:cxn ang="0">
                <a:pos x="connsiteX0" y="connsiteY0"/>
              </a:cxn>
              <a:cxn ang="0">
                <a:pos x="connsiteX1" y="connsiteY1"/>
              </a:cxn>
              <a:cxn ang="0">
                <a:pos x="connsiteX2" y="connsiteY2"/>
              </a:cxn>
              <a:cxn ang="0">
                <a:pos x="connsiteX3" y="connsiteY3"/>
              </a:cxn>
            </a:cxnLst>
            <a:rect l="l" t="t" r="r" b="b"/>
            <a:pathLst>
              <a:path w="12174415" h="5125479">
                <a:moveTo>
                  <a:pt x="0" y="0"/>
                </a:moveTo>
                <a:lnTo>
                  <a:pt x="12174415" y="0"/>
                </a:lnTo>
                <a:lnTo>
                  <a:pt x="12174415" y="5125479"/>
                </a:lnTo>
                <a:lnTo>
                  <a:pt x="0" y="5125479"/>
                </a:lnTo>
                <a:close/>
              </a:path>
            </a:pathLst>
          </a:custGeom>
        </p:spPr>
      </p:pic>
      <p:pic>
        <p:nvPicPr>
          <p:cNvPr id="102" name="图片 101" descr="雪山上有瀑布&#10;&#10;AI 生成的内容可能不正确。"/>
          <p:cNvPicPr/>
          <p:nvPr/>
        </p:nvPicPr>
        <p:blipFill>
          <a:blip r:embed="rId2" cstate="email">
            <a:extLst>
              <a:ext uri="{BEBA8EAE-BF5A-486C-A8C5-ECC9F3942E4B}">
                <a14:imgProps xmlns:a14="http://schemas.microsoft.com/office/drawing/2010/main">
                  <a14:imgLayer r:embed="rId3">
                    <a14:imgEffect>
                      <a14:colorTemperature colorTemp="5900"/>
                    </a14:imgEffect>
                  </a14:imgLayer>
                </a14:imgProps>
              </a:ext>
            </a:extLst>
          </a:blip>
          <a:srcRect r="18" b="172"/>
          <a:stretch>
            <a:fillRect/>
          </a:stretch>
        </p:blipFill>
        <p:spPr>
          <a:xfrm>
            <a:off x="0" y="3911855"/>
            <a:ext cx="12192000" cy="2946145"/>
          </a:xfrm>
          <a:prstGeom prst="rect">
            <a:avLst/>
          </a:prstGeom>
        </p:spPr>
      </p:pic>
      <p:grpSp>
        <p:nvGrpSpPr>
          <p:cNvPr id="17" name="组合 16"/>
          <p:cNvGrpSpPr/>
          <p:nvPr/>
        </p:nvGrpSpPr>
        <p:grpSpPr>
          <a:xfrm>
            <a:off x="1483841" y="1578133"/>
            <a:ext cx="2145855" cy="4174261"/>
            <a:chOff x="2118393" y="1637957"/>
            <a:chExt cx="2145855" cy="4174261"/>
          </a:xfrm>
        </p:grpSpPr>
        <p:cxnSp>
          <p:nvCxnSpPr>
            <p:cNvPr id="7" name="直接连接符 6"/>
            <p:cNvCxnSpPr/>
            <p:nvPr/>
          </p:nvCxnSpPr>
          <p:spPr>
            <a:xfrm flipV="1">
              <a:off x="2218539" y="1837805"/>
              <a:ext cx="0" cy="3974413"/>
            </a:xfrm>
            <a:prstGeom prst="line">
              <a:avLst/>
            </a:prstGeom>
            <a:ln w="12700">
              <a:gradFill>
                <a:gsLst>
                  <a:gs pos="2000">
                    <a:schemeClr val="accent5">
                      <a:alpha val="0"/>
                    </a:schemeClr>
                  </a:gs>
                  <a:gs pos="100000">
                    <a:schemeClr val="accent5"/>
                  </a:gs>
                </a:gsLst>
                <a:lin ang="5400000" scaled="1"/>
              </a:gradFill>
            </a:ln>
          </p:spPr>
          <p:style>
            <a:lnRef idx="2">
              <a:schemeClr val="accent1"/>
            </a:lnRef>
            <a:fillRef idx="0">
              <a:schemeClr val="accent1"/>
            </a:fillRef>
            <a:effectRef idx="1">
              <a:schemeClr val="accent1"/>
            </a:effectRef>
            <a:fontRef idx="minor">
              <a:schemeClr val="tx1"/>
            </a:fontRef>
          </p:style>
        </p:cxnSp>
        <p:grpSp>
          <p:nvGrpSpPr>
            <p:cNvPr id="30" name="组合 29"/>
            <p:cNvGrpSpPr/>
            <p:nvPr/>
          </p:nvGrpSpPr>
          <p:grpSpPr>
            <a:xfrm>
              <a:off x="2272220" y="1755255"/>
              <a:ext cx="1992028" cy="2149695"/>
              <a:chOff x="5316536" y="8388396"/>
              <a:chExt cx="1992028" cy="2149695"/>
            </a:xfrm>
          </p:grpSpPr>
          <p:sp>
            <p:nvSpPr>
              <p:cNvPr id="8" name="文本框 7"/>
              <p:cNvSpPr txBox="1"/>
              <p:nvPr/>
            </p:nvSpPr>
            <p:spPr>
              <a:xfrm>
                <a:off x="5316536" y="8388396"/>
                <a:ext cx="1992028" cy="1004570"/>
              </a:xfrm>
              <a:prstGeom prst="rect">
                <a:avLst/>
              </a:prstGeom>
              <a:noFill/>
            </p:spPr>
            <p:txBody>
              <a:bodyPr wrap="square">
                <a:spAutoFit/>
              </a:body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en-US" altLang="zh-CN" sz="5400" b="1" i="0" u="none" strike="noStrike" kern="1200" cap="none" spc="0" normalizeH="0" baseline="0" noProof="0" dirty="0">
                    <a:ln>
                      <a:noFill/>
                    </a:ln>
                    <a:solidFill>
                      <a:srgbClr val="D8A862"/>
                    </a:solidFill>
                    <a:effectLst/>
                    <a:uLnTx/>
                    <a:uFillTx/>
                    <a:latin typeface="微软雅黑" panose="020B0503020204020204" charset="-122"/>
                    <a:ea typeface="微软雅黑" panose="020B0503020204020204" charset="-122"/>
                    <a:cs typeface="微软雅黑" panose="020B0503020204020204" charset="-122"/>
                  </a:rPr>
                  <a:t>4</a:t>
                </a:r>
                <a:r>
                  <a:rPr kumimoji="0" lang="zh-CN" altLang="en-US" sz="2800" b="1" i="0" u="none" strike="noStrike" kern="1200" cap="none" spc="0" normalizeH="0" baseline="0" noProof="0" dirty="0">
                    <a:ln>
                      <a:noFill/>
                    </a:ln>
                    <a:solidFill>
                      <a:srgbClr val="D8A862"/>
                    </a:solidFill>
                    <a:effectLst/>
                    <a:uLnTx/>
                    <a:uFillTx/>
                    <a:latin typeface="微软雅黑" panose="020B0503020204020204" charset="-122"/>
                    <a:ea typeface="微软雅黑" panose="020B0503020204020204" charset="-122"/>
                    <a:cs typeface="微软雅黑" panose="020B0503020204020204" charset="-122"/>
                  </a:rPr>
                  <a:t>个维度</a:t>
                </a:r>
                <a:endParaRPr kumimoji="0" lang="zh-CN" altLang="en-US" sz="2800" b="1" i="0" u="none" strike="noStrike" kern="1200" cap="none" spc="0" normalizeH="0" baseline="0" noProof="0" dirty="0">
                  <a:ln>
                    <a:noFill/>
                  </a:ln>
                  <a:solidFill>
                    <a:srgbClr val="D8A86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91" name="文本框 90"/>
              <p:cNvSpPr txBox="1"/>
              <p:nvPr/>
            </p:nvSpPr>
            <p:spPr>
              <a:xfrm>
                <a:off x="5358900" y="9368540"/>
                <a:ext cx="1639054" cy="116955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rPr>
                  <a:t>退役军人</a:t>
                </a:r>
                <a:endParaRPr kumimoji="0" lang="en-US" altLang="zh-CN" sz="14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rPr>
                  <a:t>商业保险公司</a:t>
                </a:r>
                <a:endParaRPr kumimoji="0" lang="zh-CN" altLang="en-US" sz="14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rPr>
                  <a:t>退役军人事务局</a:t>
                </a:r>
                <a:endParaRPr kumimoji="0" lang="en-US" altLang="zh-CN" sz="14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rPr>
                  <a:t>社区退役军人办事处</a:t>
                </a:r>
                <a:endParaRPr kumimoji="0" lang="zh-CN" altLang="en-US" sz="14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endParaRPr>
              </a:p>
            </p:txBody>
          </p:sp>
        </p:grpSp>
        <p:grpSp>
          <p:nvGrpSpPr>
            <p:cNvPr id="44" name="组合 43"/>
            <p:cNvGrpSpPr/>
            <p:nvPr/>
          </p:nvGrpSpPr>
          <p:grpSpPr>
            <a:xfrm>
              <a:off x="2118393" y="1637957"/>
              <a:ext cx="200292" cy="200292"/>
              <a:chOff x="7471930" y="7700530"/>
              <a:chExt cx="443738" cy="443738"/>
            </a:xfrm>
          </p:grpSpPr>
          <p:sp>
            <p:nvSpPr>
              <p:cNvPr id="45" name="椭圆 44"/>
              <p:cNvSpPr/>
              <p:nvPr/>
            </p:nvSpPr>
            <p:spPr>
              <a:xfrm>
                <a:off x="7471930" y="7700530"/>
                <a:ext cx="443738" cy="443738"/>
              </a:xfrm>
              <a:prstGeom prst="ellipse">
                <a:avLst/>
              </a:prstGeom>
              <a:gradFill flip="none" rotWithShape="1">
                <a:gsLst>
                  <a:gs pos="0">
                    <a:schemeClr val="accent5">
                      <a:alpha val="0"/>
                    </a:schemeClr>
                  </a:gs>
                  <a:gs pos="100000">
                    <a:schemeClr val="accent5">
                      <a:alpha val="48000"/>
                    </a:schemeClr>
                  </a:gs>
                </a:gsLst>
                <a:lin ang="8400000" scaled="0"/>
                <a:tileRect/>
              </a:gra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微软雅黑" panose="020B0503020204020204" charset="-122"/>
                  <a:ea typeface="微软雅黑" panose="020B0503020204020204" charset="-122"/>
                </a:endParaRPr>
              </a:p>
            </p:txBody>
          </p:sp>
          <p:sp>
            <p:nvSpPr>
              <p:cNvPr id="46" name="椭圆 45"/>
              <p:cNvSpPr/>
              <p:nvPr/>
            </p:nvSpPr>
            <p:spPr>
              <a:xfrm>
                <a:off x="7576375" y="7804975"/>
                <a:ext cx="234847" cy="234847"/>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微软雅黑" panose="020B0503020204020204" charset="-122"/>
                  <a:ea typeface="微软雅黑" panose="020B0503020204020204" charset="-122"/>
                </a:endParaRPr>
              </a:p>
            </p:txBody>
          </p:sp>
        </p:grpSp>
      </p:grpSp>
      <p:grpSp>
        <p:nvGrpSpPr>
          <p:cNvPr id="3" name="组合 2"/>
          <p:cNvGrpSpPr/>
          <p:nvPr/>
        </p:nvGrpSpPr>
        <p:grpSpPr>
          <a:xfrm>
            <a:off x="4095456" y="2045035"/>
            <a:ext cx="2045708" cy="2315830"/>
            <a:chOff x="3010996" y="3078815"/>
            <a:chExt cx="2045708" cy="2315830"/>
          </a:xfrm>
        </p:grpSpPr>
        <p:cxnSp>
          <p:nvCxnSpPr>
            <p:cNvPr id="38" name="直接连接符 37"/>
            <p:cNvCxnSpPr/>
            <p:nvPr/>
          </p:nvCxnSpPr>
          <p:spPr>
            <a:xfrm flipV="1">
              <a:off x="3111142" y="3277842"/>
              <a:ext cx="0" cy="2116803"/>
            </a:xfrm>
            <a:prstGeom prst="line">
              <a:avLst/>
            </a:prstGeom>
            <a:ln w="12700">
              <a:gradFill>
                <a:gsLst>
                  <a:gs pos="0">
                    <a:schemeClr val="accent5">
                      <a:alpha val="0"/>
                    </a:schemeClr>
                  </a:gs>
                  <a:gs pos="100000">
                    <a:schemeClr val="accent5"/>
                  </a:gs>
                </a:gsLst>
                <a:lin ang="5400000" scaled="1"/>
              </a:gradFill>
            </a:ln>
          </p:spPr>
          <p:style>
            <a:lnRef idx="2">
              <a:schemeClr val="accent1"/>
            </a:lnRef>
            <a:fillRef idx="0">
              <a:schemeClr val="accent1"/>
            </a:fillRef>
            <a:effectRef idx="1">
              <a:schemeClr val="accent1"/>
            </a:effectRef>
            <a:fontRef idx="minor">
              <a:schemeClr val="tx1"/>
            </a:fontRef>
          </p:style>
        </p:cxnSp>
        <p:grpSp>
          <p:nvGrpSpPr>
            <p:cNvPr id="31" name="组合 30"/>
            <p:cNvGrpSpPr/>
            <p:nvPr/>
          </p:nvGrpSpPr>
          <p:grpSpPr>
            <a:xfrm>
              <a:off x="3120189" y="3094338"/>
              <a:ext cx="1936515" cy="1395988"/>
              <a:chOff x="7203719" y="8388396"/>
              <a:chExt cx="1936515" cy="1395988"/>
            </a:xfrm>
          </p:grpSpPr>
          <p:sp>
            <p:nvSpPr>
              <p:cNvPr id="39" name="文本框 38"/>
              <p:cNvSpPr txBox="1"/>
              <p:nvPr/>
            </p:nvSpPr>
            <p:spPr>
              <a:xfrm>
                <a:off x="7251501" y="8388396"/>
                <a:ext cx="1888733" cy="1004570"/>
              </a:xfrm>
              <a:prstGeom prst="rect">
                <a:avLst/>
              </a:prstGeom>
              <a:noFill/>
            </p:spPr>
            <p:txBody>
              <a:bodyPr wrap="square">
                <a:spAutoFit/>
              </a:bodyPr>
              <a:lstStyle/>
              <a:p>
                <a:pPr marL="0" marR="0" lvl="0" indent="0" algn="l" defTabSz="914400" rtl="0" eaLnBrk="1" fontAlgn="auto" latinLnBrk="0" hangingPunct="1">
                  <a:lnSpc>
                    <a:spcPct val="110000"/>
                  </a:lnSpc>
                  <a:spcBef>
                    <a:spcPts val="0"/>
                  </a:spcBef>
                  <a:spcAft>
                    <a:spcPts val="0"/>
                  </a:spcAft>
                  <a:buClrTx/>
                  <a:buSzTx/>
                  <a:buFontTx/>
                  <a:buNone/>
                  <a:defRPr/>
                </a:pPr>
                <a:r>
                  <a:rPr lang="en-US" altLang="zh-CN" sz="5400" b="1" dirty="0">
                    <a:solidFill>
                      <a:srgbClr val="D8A862"/>
                    </a:solidFill>
                    <a:latin typeface="微软雅黑" panose="020B0503020204020204" charset="-122"/>
                    <a:ea typeface="微软雅黑" panose="020B0503020204020204" charset="-122"/>
                    <a:cs typeface="微软雅黑" panose="020B0503020204020204" charset="-122"/>
                  </a:rPr>
                  <a:t>6</a:t>
                </a:r>
                <a:r>
                  <a:rPr lang="zh-CN" altLang="en-US" sz="2800" b="1" dirty="0">
                    <a:solidFill>
                      <a:srgbClr val="D8A862"/>
                    </a:solidFill>
                    <a:latin typeface="微软雅黑" panose="020B0503020204020204" charset="-122"/>
                    <a:ea typeface="微软雅黑" panose="020B0503020204020204" charset="-122"/>
                    <a:cs typeface="微软雅黑" panose="020B0503020204020204" charset="-122"/>
                  </a:rPr>
                  <a:t>个版本</a:t>
                </a:r>
                <a:endParaRPr lang="zh-CN" altLang="en-US" sz="2800" b="1" dirty="0">
                  <a:solidFill>
                    <a:srgbClr val="D8A862"/>
                  </a:solidFill>
                  <a:latin typeface="微软雅黑" panose="020B0503020204020204" charset="-122"/>
                  <a:ea typeface="微软雅黑" panose="020B0503020204020204" charset="-122"/>
                  <a:cs typeface="微软雅黑" panose="020B0503020204020204" charset="-122"/>
                </a:endParaRPr>
              </a:p>
            </p:txBody>
          </p:sp>
          <p:sp>
            <p:nvSpPr>
              <p:cNvPr id="88" name="文本框 87"/>
              <p:cNvSpPr txBox="1"/>
              <p:nvPr/>
            </p:nvSpPr>
            <p:spPr>
              <a:xfrm>
                <a:off x="7203719" y="9261164"/>
                <a:ext cx="1639054"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rPr>
                  <a:t>针对采访者定制</a:t>
                </a:r>
                <a:endParaRPr kumimoji="0" lang="en-US" altLang="zh-CN" sz="14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rPr>
                  <a:t>差异化采访方案</a:t>
                </a:r>
                <a:endParaRPr kumimoji="0" lang="zh-CN" altLang="en-US" sz="14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endParaRPr>
              </a:p>
            </p:txBody>
          </p:sp>
        </p:grpSp>
        <p:grpSp>
          <p:nvGrpSpPr>
            <p:cNvPr id="47" name="组合 46"/>
            <p:cNvGrpSpPr/>
            <p:nvPr/>
          </p:nvGrpSpPr>
          <p:grpSpPr>
            <a:xfrm>
              <a:off x="3010996" y="3078815"/>
              <a:ext cx="200292" cy="200292"/>
              <a:chOff x="7471930" y="7700530"/>
              <a:chExt cx="443738" cy="443738"/>
            </a:xfrm>
          </p:grpSpPr>
          <p:sp>
            <p:nvSpPr>
              <p:cNvPr id="50" name="椭圆 49"/>
              <p:cNvSpPr/>
              <p:nvPr/>
            </p:nvSpPr>
            <p:spPr>
              <a:xfrm>
                <a:off x="7471930" y="7700530"/>
                <a:ext cx="443738" cy="443738"/>
              </a:xfrm>
              <a:prstGeom prst="ellipse">
                <a:avLst/>
              </a:prstGeom>
              <a:gradFill flip="none" rotWithShape="1">
                <a:gsLst>
                  <a:gs pos="0">
                    <a:schemeClr val="accent5">
                      <a:alpha val="0"/>
                    </a:schemeClr>
                  </a:gs>
                  <a:gs pos="100000">
                    <a:schemeClr val="accent5">
                      <a:alpha val="48000"/>
                    </a:schemeClr>
                  </a:gs>
                </a:gsLst>
                <a:lin ang="8400000" scaled="0"/>
                <a:tileRect/>
              </a:gra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微软雅黑" panose="020B0503020204020204" charset="-122"/>
                  <a:ea typeface="微软雅黑" panose="020B0503020204020204" charset="-122"/>
                </a:endParaRPr>
              </a:p>
            </p:txBody>
          </p:sp>
          <p:sp>
            <p:nvSpPr>
              <p:cNvPr id="51" name="椭圆 50"/>
              <p:cNvSpPr/>
              <p:nvPr/>
            </p:nvSpPr>
            <p:spPr>
              <a:xfrm>
                <a:off x="7576375" y="7804975"/>
                <a:ext cx="234847" cy="234847"/>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微软雅黑" panose="020B0503020204020204" charset="-122"/>
                  <a:ea typeface="微软雅黑" panose="020B0503020204020204" charset="-122"/>
                </a:endParaRPr>
              </a:p>
            </p:txBody>
          </p:sp>
        </p:grpSp>
      </p:grpSp>
      <p:grpSp>
        <p:nvGrpSpPr>
          <p:cNvPr id="16" name="组合 15"/>
          <p:cNvGrpSpPr/>
          <p:nvPr/>
        </p:nvGrpSpPr>
        <p:grpSpPr>
          <a:xfrm>
            <a:off x="6554291" y="1498566"/>
            <a:ext cx="4025146" cy="3322690"/>
            <a:chOff x="4656803" y="1193502"/>
            <a:chExt cx="4025146" cy="3322690"/>
          </a:xfrm>
        </p:grpSpPr>
        <p:grpSp>
          <p:nvGrpSpPr>
            <p:cNvPr id="32" name="组合 31"/>
            <p:cNvGrpSpPr/>
            <p:nvPr/>
          </p:nvGrpSpPr>
          <p:grpSpPr>
            <a:xfrm>
              <a:off x="4785862" y="1319676"/>
              <a:ext cx="3896087" cy="2154090"/>
              <a:chOff x="9242470" y="8388396"/>
              <a:chExt cx="3896087" cy="2154090"/>
            </a:xfrm>
          </p:grpSpPr>
          <p:sp>
            <p:nvSpPr>
              <p:cNvPr id="49" name="文本框 48"/>
              <p:cNvSpPr txBox="1"/>
              <p:nvPr/>
            </p:nvSpPr>
            <p:spPr>
              <a:xfrm>
                <a:off x="9265548" y="8388396"/>
                <a:ext cx="3873009" cy="1004570"/>
              </a:xfrm>
              <a:prstGeom prst="rect">
                <a:avLst/>
              </a:prstGeom>
              <a:noFill/>
            </p:spPr>
            <p:txBody>
              <a:bodyPr wrap="square">
                <a:spAutoFit/>
              </a:bodyPr>
              <a:lstStyle/>
              <a:p>
                <a:pPr marL="0" marR="0" lvl="0" indent="0" algn="l" defTabSz="914400" rtl="0" eaLnBrk="1" fontAlgn="auto" latinLnBrk="0" hangingPunct="1">
                  <a:lnSpc>
                    <a:spcPct val="110000"/>
                  </a:lnSpc>
                  <a:spcBef>
                    <a:spcPts val="0"/>
                  </a:spcBef>
                  <a:spcAft>
                    <a:spcPts val="0"/>
                  </a:spcAft>
                  <a:buClrTx/>
                  <a:buSzTx/>
                  <a:buFontTx/>
                  <a:buNone/>
                  <a:defRPr/>
                </a:pPr>
                <a:r>
                  <a:rPr lang="en-US" altLang="zh-CN" sz="5400" b="1" dirty="0">
                    <a:solidFill>
                      <a:srgbClr val="D8A862"/>
                    </a:solidFill>
                    <a:latin typeface="微软雅黑" panose="020B0503020204020204" charset="-122"/>
                    <a:ea typeface="微软雅黑" panose="020B0503020204020204" charset="-122"/>
                    <a:cs typeface="微软雅黑" panose="020B0503020204020204" charset="-122"/>
                  </a:rPr>
                  <a:t>20+</a:t>
                </a:r>
                <a:r>
                  <a:rPr lang="zh-CN" altLang="en-US" sz="2800" b="1" dirty="0">
                    <a:solidFill>
                      <a:srgbClr val="D8A862"/>
                    </a:solidFill>
                    <a:latin typeface="微软雅黑" panose="020B0503020204020204" charset="-122"/>
                    <a:ea typeface="微软雅黑" panose="020B0503020204020204" charset="-122"/>
                    <a:cs typeface="微软雅黑" panose="020B0503020204020204" charset="-122"/>
                  </a:rPr>
                  <a:t>采访者</a:t>
                </a:r>
                <a:endParaRPr lang="zh-CN" altLang="en-US" sz="2800" b="1" dirty="0">
                  <a:solidFill>
                    <a:srgbClr val="D8A862"/>
                  </a:solidFill>
                  <a:latin typeface="微软雅黑" panose="020B0503020204020204" charset="-122"/>
                  <a:ea typeface="微软雅黑" panose="020B0503020204020204" charset="-122"/>
                  <a:cs typeface="微软雅黑" panose="020B0503020204020204" charset="-122"/>
                </a:endParaRPr>
              </a:p>
            </p:txBody>
          </p:sp>
          <p:sp>
            <p:nvSpPr>
              <p:cNvPr id="85" name="文本框 84"/>
              <p:cNvSpPr txBox="1"/>
              <p:nvPr/>
            </p:nvSpPr>
            <p:spPr>
              <a:xfrm>
                <a:off x="9242470" y="9372935"/>
                <a:ext cx="1639054" cy="1169551"/>
              </a:xfrm>
              <a:prstGeom prst="rect">
                <a:avLst/>
              </a:prstGeom>
              <a:noFill/>
            </p:spPr>
            <p:txBody>
              <a:bodyPr wrap="square">
                <a:spAutoFit/>
              </a:bodyPr>
              <a:lstStyle/>
              <a:p>
                <a:pPr lvl="0">
                  <a:defRPr/>
                </a:pPr>
                <a:r>
                  <a:rPr lang="zh-CN" altLang="en-US" sz="1400" b="1" dirty="0">
                    <a:solidFill>
                      <a:schemeClr val="accent1"/>
                    </a:solidFill>
                    <a:latin typeface="微软雅黑" panose="020B0503020204020204" charset="-122"/>
                    <a:ea typeface="微软雅黑" panose="020B0503020204020204" charset="-122"/>
                    <a:cs typeface="微软雅黑" panose="020B0503020204020204" charset="-122"/>
                  </a:rPr>
                  <a:t>事务局工作人员</a:t>
                </a:r>
                <a:endParaRPr lang="zh-CN" altLang="en-US" sz="1400" b="1" dirty="0">
                  <a:solidFill>
                    <a:schemeClr val="accent1"/>
                  </a:solidFill>
                  <a:latin typeface="微软雅黑" panose="020B0503020204020204" charset="-122"/>
                  <a:ea typeface="微软雅黑" panose="020B0503020204020204" charset="-122"/>
                  <a:cs typeface="微软雅黑" panose="020B0503020204020204" charset="-122"/>
                </a:endParaRPr>
              </a:p>
              <a:p>
                <a:pPr lvl="0">
                  <a:defRPr/>
                </a:pPr>
                <a:r>
                  <a:rPr lang="zh-CN" altLang="en-US" sz="1400" b="1" dirty="0">
                    <a:solidFill>
                      <a:schemeClr val="accent1"/>
                    </a:solidFill>
                    <a:latin typeface="微软雅黑" panose="020B0503020204020204" charset="-122"/>
                    <a:ea typeface="微软雅黑" panose="020B0503020204020204" charset="-122"/>
                    <a:cs typeface="微软雅黑" panose="020B0503020204020204" charset="-122"/>
                  </a:rPr>
                  <a:t>社区办事处站长</a:t>
                </a:r>
                <a:endParaRPr lang="zh-CN" altLang="en-US" sz="1400" b="1" dirty="0">
                  <a:solidFill>
                    <a:schemeClr val="accent1"/>
                  </a:solidFill>
                  <a:latin typeface="微软雅黑" panose="020B0503020204020204" charset="-122"/>
                  <a:ea typeface="微软雅黑" panose="020B0503020204020204" charset="-122"/>
                  <a:cs typeface="微软雅黑" panose="020B0503020204020204" charset="-122"/>
                </a:endParaRPr>
              </a:p>
              <a:p>
                <a:pPr lvl="0">
                  <a:defRPr/>
                </a:pPr>
                <a:r>
                  <a:rPr lang="zh-CN" altLang="en-US" sz="1400" b="1" dirty="0">
                    <a:solidFill>
                      <a:schemeClr val="accent1"/>
                    </a:solidFill>
                    <a:latin typeface="微软雅黑" panose="020B0503020204020204" charset="-122"/>
                    <a:ea typeface="微软雅黑" panose="020B0503020204020204" charset="-122"/>
                    <a:cs typeface="微软雅黑" panose="020B0503020204020204" charset="-122"/>
                  </a:rPr>
                  <a:t>退役军人</a:t>
                </a:r>
                <a:endParaRPr lang="zh-CN" altLang="en-US" sz="1400" b="1" dirty="0">
                  <a:solidFill>
                    <a:schemeClr val="accent1"/>
                  </a:solidFill>
                  <a:latin typeface="微软雅黑" panose="020B0503020204020204" charset="-122"/>
                  <a:ea typeface="微软雅黑" panose="020B0503020204020204" charset="-122"/>
                  <a:cs typeface="微软雅黑" panose="020B0503020204020204" charset="-122"/>
                </a:endParaRPr>
              </a:p>
              <a:p>
                <a:pPr lvl="0">
                  <a:defRPr/>
                </a:pPr>
                <a:r>
                  <a:rPr lang="zh-CN" altLang="en-US" sz="1400" b="1" dirty="0">
                    <a:solidFill>
                      <a:schemeClr val="accent1"/>
                    </a:solidFill>
                    <a:latin typeface="微软雅黑" panose="020B0503020204020204" charset="-122"/>
                    <a:ea typeface="微软雅黑" panose="020B0503020204020204" charset="-122"/>
                    <a:cs typeface="微软雅黑" panose="020B0503020204020204" charset="-122"/>
                  </a:rPr>
                  <a:t>军人家属</a:t>
                </a:r>
                <a:endParaRPr lang="en-US" altLang="zh-CN" sz="1400" b="1" dirty="0">
                  <a:solidFill>
                    <a:schemeClr val="accent1"/>
                  </a:solidFill>
                  <a:latin typeface="微软雅黑" panose="020B0503020204020204" charset="-122"/>
                  <a:ea typeface="微软雅黑" panose="020B0503020204020204" charset="-122"/>
                  <a:cs typeface="微软雅黑" panose="020B0503020204020204" charset="-122"/>
                </a:endParaRPr>
              </a:p>
              <a:p>
                <a:pPr lvl="0">
                  <a:defRPr/>
                </a:pPr>
                <a:r>
                  <a:rPr lang="en-US" altLang="zh-CN" sz="1400" b="1" dirty="0">
                    <a:solidFill>
                      <a:schemeClr val="accent1"/>
                    </a:solidFill>
                    <a:latin typeface="微软雅黑" panose="020B0503020204020204" charset="-122"/>
                    <a:ea typeface="微软雅黑" panose="020B0503020204020204" charset="-122"/>
                    <a:cs typeface="微软雅黑" panose="020B0503020204020204" charset="-122"/>
                  </a:rPr>
                  <a:t>……</a:t>
                </a:r>
                <a:endParaRPr lang="zh-CN" altLang="en-US" sz="1400" b="1" dirty="0">
                  <a:solidFill>
                    <a:schemeClr val="accent1"/>
                  </a:solidFill>
                  <a:latin typeface="微软雅黑" panose="020B0503020204020204" charset="-122"/>
                  <a:ea typeface="微软雅黑" panose="020B0503020204020204" charset="-122"/>
                  <a:cs typeface="微软雅黑" panose="020B0503020204020204" charset="-122"/>
                </a:endParaRPr>
              </a:p>
            </p:txBody>
          </p:sp>
        </p:grpSp>
        <p:grpSp>
          <p:nvGrpSpPr>
            <p:cNvPr id="60" name="组合 59"/>
            <p:cNvGrpSpPr/>
            <p:nvPr/>
          </p:nvGrpSpPr>
          <p:grpSpPr>
            <a:xfrm>
              <a:off x="4656803" y="1193502"/>
              <a:ext cx="200292" cy="3322690"/>
              <a:chOff x="4136214" y="2610286"/>
              <a:chExt cx="200292" cy="3322690"/>
            </a:xfrm>
          </p:grpSpPr>
          <p:cxnSp>
            <p:nvCxnSpPr>
              <p:cNvPr id="52" name="直接连接符 51"/>
              <p:cNvCxnSpPr/>
              <p:nvPr/>
            </p:nvCxnSpPr>
            <p:spPr>
              <a:xfrm flipV="1">
                <a:off x="4236360" y="2809313"/>
                <a:ext cx="0" cy="3123663"/>
              </a:xfrm>
              <a:prstGeom prst="line">
                <a:avLst/>
              </a:prstGeom>
              <a:ln w="12700">
                <a:gradFill>
                  <a:gsLst>
                    <a:gs pos="0">
                      <a:schemeClr val="accent5">
                        <a:alpha val="0"/>
                      </a:schemeClr>
                    </a:gs>
                    <a:gs pos="100000">
                      <a:schemeClr val="accent5"/>
                    </a:gs>
                  </a:gsLst>
                  <a:lin ang="5400000" scaled="1"/>
                </a:gradFill>
              </a:ln>
            </p:spPr>
            <p:style>
              <a:lnRef idx="2">
                <a:schemeClr val="accent1"/>
              </a:lnRef>
              <a:fillRef idx="0">
                <a:schemeClr val="accent1"/>
              </a:fillRef>
              <a:effectRef idx="1">
                <a:schemeClr val="accent1"/>
              </a:effectRef>
              <a:fontRef idx="minor">
                <a:schemeClr val="tx1"/>
              </a:fontRef>
            </p:style>
          </p:cxnSp>
          <p:grpSp>
            <p:nvGrpSpPr>
              <p:cNvPr id="55" name="组合 54"/>
              <p:cNvGrpSpPr/>
              <p:nvPr/>
            </p:nvGrpSpPr>
            <p:grpSpPr>
              <a:xfrm>
                <a:off x="4136214" y="2610286"/>
                <a:ext cx="200292" cy="200292"/>
                <a:chOff x="7471930" y="7700530"/>
                <a:chExt cx="443738" cy="443738"/>
              </a:xfrm>
            </p:grpSpPr>
            <p:sp>
              <p:nvSpPr>
                <p:cNvPr id="56" name="椭圆 55"/>
                <p:cNvSpPr/>
                <p:nvPr/>
              </p:nvSpPr>
              <p:spPr>
                <a:xfrm>
                  <a:off x="7471930" y="7700530"/>
                  <a:ext cx="443738" cy="443738"/>
                </a:xfrm>
                <a:prstGeom prst="ellipse">
                  <a:avLst/>
                </a:prstGeom>
                <a:gradFill flip="none" rotWithShape="1">
                  <a:gsLst>
                    <a:gs pos="0">
                      <a:schemeClr val="accent5">
                        <a:alpha val="0"/>
                      </a:schemeClr>
                    </a:gs>
                    <a:gs pos="100000">
                      <a:schemeClr val="accent5">
                        <a:alpha val="48000"/>
                      </a:schemeClr>
                    </a:gs>
                  </a:gsLst>
                  <a:lin ang="8400000" scaled="0"/>
                  <a:tileRect/>
                </a:gra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微软雅黑" panose="020B0503020204020204" charset="-122"/>
                    <a:ea typeface="微软雅黑" panose="020B0503020204020204" charset="-122"/>
                  </a:endParaRPr>
                </a:p>
              </p:txBody>
            </p:sp>
            <p:sp>
              <p:nvSpPr>
                <p:cNvPr id="59" name="椭圆 58"/>
                <p:cNvSpPr/>
                <p:nvPr/>
              </p:nvSpPr>
              <p:spPr>
                <a:xfrm>
                  <a:off x="7576375" y="7804975"/>
                  <a:ext cx="234847" cy="234847"/>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微软雅黑" panose="020B0503020204020204" charset="-122"/>
                    <a:ea typeface="微软雅黑" panose="020B0503020204020204" charset="-122"/>
                  </a:endParaRPr>
                </a:p>
              </p:txBody>
            </p:sp>
          </p:grpSp>
        </p:grpSp>
      </p:grpSp>
      <p:grpSp>
        <p:nvGrpSpPr>
          <p:cNvPr id="10" name="组合 9"/>
          <p:cNvGrpSpPr/>
          <p:nvPr/>
        </p:nvGrpSpPr>
        <p:grpSpPr>
          <a:xfrm>
            <a:off x="9301751" y="2007274"/>
            <a:ext cx="2559618" cy="1868943"/>
            <a:chOff x="5766071" y="2611765"/>
            <a:chExt cx="2559618" cy="1868943"/>
          </a:xfrm>
        </p:grpSpPr>
        <p:grpSp>
          <p:nvGrpSpPr>
            <p:cNvPr id="35" name="组合 34"/>
            <p:cNvGrpSpPr/>
            <p:nvPr/>
          </p:nvGrpSpPr>
          <p:grpSpPr>
            <a:xfrm>
              <a:off x="5884693" y="2732393"/>
              <a:ext cx="2440996" cy="1328643"/>
              <a:chOff x="11177381" y="8388396"/>
              <a:chExt cx="2440996" cy="1328643"/>
            </a:xfrm>
          </p:grpSpPr>
          <p:sp>
            <p:nvSpPr>
              <p:cNvPr id="54" name="文本框 53"/>
              <p:cNvSpPr txBox="1"/>
              <p:nvPr/>
            </p:nvSpPr>
            <p:spPr>
              <a:xfrm>
                <a:off x="11206788" y="8388396"/>
                <a:ext cx="2411589" cy="1004570"/>
              </a:xfrm>
              <a:prstGeom prst="rect">
                <a:avLst/>
              </a:prstGeom>
              <a:noFill/>
            </p:spPr>
            <p:txBody>
              <a:bodyPr wrap="square">
                <a:spAutoFit/>
              </a:bodyPr>
              <a:lstStyle>
                <a:defPPr>
                  <a:defRPr lang="en-US"/>
                </a:defPPr>
                <a:lvl1pPr marR="0" lvl="0" indent="0" fontAlgn="auto">
                  <a:lnSpc>
                    <a:spcPct val="110000"/>
                  </a:lnSpc>
                  <a:spcBef>
                    <a:spcPts val="0"/>
                  </a:spcBef>
                  <a:spcAft>
                    <a:spcPts val="0"/>
                  </a:spcAft>
                  <a:buClrTx/>
                  <a:buSzTx/>
                  <a:buFontTx/>
                  <a:buNone/>
                  <a:defRPr kumimoji="0" sz="1400" b="0" i="0" u="none" strike="noStrike" cap="none" spc="0" normalizeH="0" baseline="0">
                    <a:ln>
                      <a:noFill/>
                    </a:ln>
                    <a:solidFill>
                      <a:schemeClr val="accent5"/>
                    </a:solidFill>
                    <a:effectLst/>
                    <a:uLnTx/>
                    <a:uFillTx/>
                    <a:latin typeface="+mj-ea"/>
                    <a:ea typeface="+mj-ea"/>
                  </a:defRPr>
                </a:lvl1pPr>
              </a:lstStyle>
              <a:p>
                <a:pPr marL="0" marR="0" lvl="0" indent="0" algn="l" defTabSz="914400" rtl="0" eaLnBrk="1" fontAlgn="auto" latinLnBrk="0" hangingPunct="1">
                  <a:lnSpc>
                    <a:spcPct val="110000"/>
                  </a:lnSpc>
                  <a:spcBef>
                    <a:spcPts val="0"/>
                  </a:spcBef>
                  <a:spcAft>
                    <a:spcPts val="0"/>
                  </a:spcAft>
                  <a:buClrTx/>
                  <a:buSzTx/>
                  <a:buFontTx/>
                  <a:buNone/>
                  <a:defRPr/>
                </a:pPr>
                <a:r>
                  <a:rPr lang="en-US" altLang="zh-CN" sz="5400" b="1" dirty="0">
                    <a:solidFill>
                      <a:srgbClr val="D8A862"/>
                    </a:solidFill>
                    <a:latin typeface="微软雅黑" panose="020B0503020204020204" charset="-122"/>
                    <a:ea typeface="微软雅黑" panose="020B0503020204020204" charset="-122"/>
                    <a:cs typeface="微软雅黑" panose="020B0503020204020204" charset="-122"/>
                  </a:rPr>
                  <a:t>80+</a:t>
                </a:r>
                <a:r>
                  <a:rPr lang="zh-CN" altLang="en-US" sz="2800" b="1" dirty="0">
                    <a:solidFill>
                      <a:srgbClr val="D8A862"/>
                    </a:solidFill>
                    <a:latin typeface="微软雅黑" panose="020B0503020204020204" charset="-122"/>
                    <a:ea typeface="微软雅黑" panose="020B0503020204020204" charset="-122"/>
                    <a:cs typeface="微软雅黑" panose="020B0503020204020204" charset="-122"/>
                  </a:rPr>
                  <a:t>小时</a:t>
                </a:r>
                <a:endParaRPr lang="zh-CN" altLang="en-US" sz="2800" b="1" dirty="0">
                  <a:solidFill>
                    <a:srgbClr val="D8A862"/>
                  </a:solidFill>
                  <a:latin typeface="微软雅黑" panose="020B0503020204020204" charset="-122"/>
                  <a:ea typeface="微软雅黑" panose="020B0503020204020204" charset="-122"/>
                  <a:cs typeface="微软雅黑" panose="020B0503020204020204" charset="-122"/>
                </a:endParaRPr>
              </a:p>
            </p:txBody>
          </p:sp>
          <p:sp>
            <p:nvSpPr>
              <p:cNvPr id="82" name="文本框 81"/>
              <p:cNvSpPr txBox="1"/>
              <p:nvPr/>
            </p:nvSpPr>
            <p:spPr>
              <a:xfrm>
                <a:off x="11177381" y="9193819"/>
                <a:ext cx="1639054"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rPr>
                  <a:t>访谈及信息处理</a:t>
                </a:r>
                <a:endParaRPr kumimoji="0" lang="en-US" altLang="zh-CN" sz="14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rPr>
                  <a:t>总时长</a:t>
                </a:r>
                <a:endParaRPr kumimoji="0" lang="zh-CN" altLang="en-US" sz="14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endParaRPr>
              </a:p>
            </p:txBody>
          </p:sp>
        </p:grpSp>
        <p:grpSp>
          <p:nvGrpSpPr>
            <p:cNvPr id="63" name="组合 62"/>
            <p:cNvGrpSpPr/>
            <p:nvPr/>
          </p:nvGrpSpPr>
          <p:grpSpPr>
            <a:xfrm>
              <a:off x="5766071" y="2611765"/>
              <a:ext cx="200292" cy="1868943"/>
              <a:chOff x="4136214" y="2610286"/>
              <a:chExt cx="200292" cy="1868943"/>
            </a:xfrm>
          </p:grpSpPr>
          <p:cxnSp>
            <p:nvCxnSpPr>
              <p:cNvPr id="64" name="直接连接符 63"/>
              <p:cNvCxnSpPr/>
              <p:nvPr/>
            </p:nvCxnSpPr>
            <p:spPr>
              <a:xfrm flipV="1">
                <a:off x="4236360" y="2809313"/>
                <a:ext cx="0" cy="1669916"/>
              </a:xfrm>
              <a:prstGeom prst="line">
                <a:avLst/>
              </a:prstGeom>
              <a:ln w="12700">
                <a:gradFill>
                  <a:gsLst>
                    <a:gs pos="0">
                      <a:schemeClr val="accent5">
                        <a:alpha val="0"/>
                      </a:schemeClr>
                    </a:gs>
                    <a:gs pos="100000">
                      <a:schemeClr val="accent5"/>
                    </a:gs>
                  </a:gsLst>
                  <a:lin ang="5400000" scaled="1"/>
                </a:gradFill>
              </a:ln>
            </p:spPr>
            <p:style>
              <a:lnRef idx="2">
                <a:schemeClr val="accent1"/>
              </a:lnRef>
              <a:fillRef idx="0">
                <a:schemeClr val="accent1"/>
              </a:fillRef>
              <a:effectRef idx="1">
                <a:schemeClr val="accent1"/>
              </a:effectRef>
              <a:fontRef idx="minor">
                <a:schemeClr val="tx1"/>
              </a:fontRef>
            </p:style>
          </p:cxnSp>
          <p:grpSp>
            <p:nvGrpSpPr>
              <p:cNvPr id="65" name="组合 64"/>
              <p:cNvGrpSpPr/>
              <p:nvPr/>
            </p:nvGrpSpPr>
            <p:grpSpPr>
              <a:xfrm>
                <a:off x="4136214" y="2610286"/>
                <a:ext cx="200292" cy="200292"/>
                <a:chOff x="7471930" y="7700530"/>
                <a:chExt cx="443738" cy="443738"/>
              </a:xfrm>
            </p:grpSpPr>
            <p:sp>
              <p:nvSpPr>
                <p:cNvPr id="68" name="椭圆 67"/>
                <p:cNvSpPr/>
                <p:nvPr/>
              </p:nvSpPr>
              <p:spPr>
                <a:xfrm>
                  <a:off x="7471930" y="7700530"/>
                  <a:ext cx="443738" cy="443738"/>
                </a:xfrm>
                <a:prstGeom prst="ellipse">
                  <a:avLst/>
                </a:prstGeom>
                <a:gradFill flip="none" rotWithShape="1">
                  <a:gsLst>
                    <a:gs pos="0">
                      <a:schemeClr val="accent5">
                        <a:alpha val="0"/>
                      </a:schemeClr>
                    </a:gs>
                    <a:gs pos="100000">
                      <a:schemeClr val="accent5">
                        <a:alpha val="48000"/>
                      </a:schemeClr>
                    </a:gs>
                  </a:gsLst>
                  <a:lin ang="8400000" scaled="0"/>
                  <a:tileRect/>
                </a:gra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微软雅黑" panose="020B0503020204020204" charset="-122"/>
                    <a:ea typeface="微软雅黑" panose="020B0503020204020204" charset="-122"/>
                  </a:endParaRPr>
                </a:p>
              </p:txBody>
            </p:sp>
            <p:sp>
              <p:nvSpPr>
                <p:cNvPr id="69" name="椭圆 68"/>
                <p:cNvSpPr/>
                <p:nvPr/>
              </p:nvSpPr>
              <p:spPr>
                <a:xfrm>
                  <a:off x="7576375" y="7804975"/>
                  <a:ext cx="234847" cy="234847"/>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微软雅黑" panose="020B0503020204020204" charset="-122"/>
                    <a:ea typeface="微软雅黑" panose="020B0503020204020204" charset="-122"/>
                  </a:endParaRPr>
                </a:p>
              </p:txBody>
            </p:sp>
          </p:grpSp>
        </p:grpSp>
      </p:grpSp>
      <p:sp>
        <p:nvSpPr>
          <p:cNvPr id="22" name="图形 17"/>
          <p:cNvSpPr/>
          <p:nvPr/>
        </p:nvSpPr>
        <p:spPr>
          <a:xfrm>
            <a:off x="0" y="3897378"/>
            <a:ext cx="12192000" cy="2962621"/>
          </a:xfrm>
          <a:custGeom>
            <a:avLst/>
            <a:gdLst>
              <a:gd name="connsiteX0" fmla="*/ 0 w 9143713"/>
              <a:gd name="connsiteY0" fmla="*/ 1103948 h 2221896"/>
              <a:gd name="connsiteX1" fmla="*/ 39815 w 9143713"/>
              <a:gd name="connsiteY1" fmla="*/ 1110806 h 2221896"/>
              <a:gd name="connsiteX2" fmla="*/ 79915 w 9143713"/>
              <a:gd name="connsiteY2" fmla="*/ 1149572 h 2221896"/>
              <a:gd name="connsiteX3" fmla="*/ 147447 w 9143713"/>
              <a:gd name="connsiteY3" fmla="*/ 1193768 h 2221896"/>
              <a:gd name="connsiteX4" fmla="*/ 185261 w 9143713"/>
              <a:gd name="connsiteY4" fmla="*/ 1191959 h 2221896"/>
              <a:gd name="connsiteX5" fmla="*/ 225838 w 9143713"/>
              <a:gd name="connsiteY5" fmla="*/ 1206532 h 2221896"/>
              <a:gd name="connsiteX6" fmla="*/ 273749 w 9143713"/>
              <a:gd name="connsiteY6" fmla="*/ 1203770 h 2221896"/>
              <a:gd name="connsiteX7" fmla="*/ 348044 w 9143713"/>
              <a:gd name="connsiteY7" fmla="*/ 1278065 h 2221896"/>
              <a:gd name="connsiteX8" fmla="*/ 416433 w 9143713"/>
              <a:gd name="connsiteY8" fmla="*/ 1269397 h 2221896"/>
              <a:gd name="connsiteX9" fmla="*/ 464344 w 9143713"/>
              <a:gd name="connsiteY9" fmla="*/ 1260729 h 2221896"/>
              <a:gd name="connsiteX10" fmla="*/ 500348 w 9143713"/>
              <a:gd name="connsiteY10" fmla="*/ 1237488 h 2221896"/>
              <a:gd name="connsiteX11" fmla="*/ 544163 w 9143713"/>
              <a:gd name="connsiteY11" fmla="*/ 1253871 h 2221896"/>
              <a:gd name="connsiteX12" fmla="*/ 603885 w 9143713"/>
              <a:gd name="connsiteY12" fmla="*/ 1252919 h 2221896"/>
              <a:gd name="connsiteX13" fmla="*/ 641318 w 9143713"/>
              <a:gd name="connsiteY13" fmla="*/ 1241965 h 2221896"/>
              <a:gd name="connsiteX14" fmla="*/ 689610 w 9143713"/>
              <a:gd name="connsiteY14" fmla="*/ 1255681 h 2221896"/>
              <a:gd name="connsiteX15" fmla="*/ 724281 w 9143713"/>
              <a:gd name="connsiteY15" fmla="*/ 1248823 h 2221896"/>
              <a:gd name="connsiteX16" fmla="*/ 757523 w 9143713"/>
              <a:gd name="connsiteY16" fmla="*/ 1273493 h 2221896"/>
              <a:gd name="connsiteX17" fmla="*/ 810863 w 9143713"/>
              <a:gd name="connsiteY17" fmla="*/ 1271207 h 2221896"/>
              <a:gd name="connsiteX18" fmla="*/ 842296 w 9143713"/>
              <a:gd name="connsiteY18" fmla="*/ 1257491 h 2221896"/>
              <a:gd name="connsiteX19" fmla="*/ 896112 w 9143713"/>
              <a:gd name="connsiteY19" fmla="*/ 1274350 h 2221896"/>
              <a:gd name="connsiteX20" fmla="*/ 912971 w 9143713"/>
              <a:gd name="connsiteY20" fmla="*/ 1316736 h 2221896"/>
              <a:gd name="connsiteX21" fmla="*/ 992791 w 9143713"/>
              <a:gd name="connsiteY21" fmla="*/ 1301687 h 2221896"/>
              <a:gd name="connsiteX22" fmla="*/ 1044321 w 9143713"/>
              <a:gd name="connsiteY22" fmla="*/ 1324927 h 2221896"/>
              <a:gd name="connsiteX23" fmla="*/ 1130046 w 9143713"/>
              <a:gd name="connsiteY23" fmla="*/ 1380077 h 2221896"/>
              <a:gd name="connsiteX24" fmla="*/ 1189292 w 9143713"/>
              <a:gd name="connsiteY24" fmla="*/ 1376458 h 2221896"/>
              <a:gd name="connsiteX25" fmla="*/ 1224820 w 9143713"/>
              <a:gd name="connsiteY25" fmla="*/ 1357313 h 2221896"/>
              <a:gd name="connsiteX26" fmla="*/ 1279970 w 9143713"/>
              <a:gd name="connsiteY26" fmla="*/ 1360075 h 2221896"/>
              <a:gd name="connsiteX27" fmla="*/ 1461421 w 9143713"/>
              <a:gd name="connsiteY27" fmla="*/ 1248823 h 2221896"/>
              <a:gd name="connsiteX28" fmla="*/ 1591818 w 9143713"/>
              <a:gd name="connsiteY28" fmla="*/ 1239202 h 2221896"/>
              <a:gd name="connsiteX29" fmla="*/ 1698974 w 9143713"/>
              <a:gd name="connsiteY29" fmla="*/ 1256062 h 2221896"/>
              <a:gd name="connsiteX30" fmla="*/ 1791081 w 9143713"/>
              <a:gd name="connsiteY30" fmla="*/ 1240060 h 2221896"/>
              <a:gd name="connsiteX31" fmla="*/ 1894618 w 9143713"/>
              <a:gd name="connsiteY31" fmla="*/ 1178052 h 2221896"/>
              <a:gd name="connsiteX32" fmla="*/ 1961674 w 9143713"/>
              <a:gd name="connsiteY32" fmla="*/ 1113282 h 2221896"/>
              <a:gd name="connsiteX33" fmla="*/ 2013680 w 9143713"/>
              <a:gd name="connsiteY33" fmla="*/ 1063085 h 2221896"/>
              <a:gd name="connsiteX34" fmla="*/ 2096167 w 9143713"/>
              <a:gd name="connsiteY34" fmla="*/ 1040702 h 2221896"/>
              <a:gd name="connsiteX35" fmla="*/ 2184178 w 9143713"/>
              <a:gd name="connsiteY35" fmla="*/ 1081278 h 2221896"/>
              <a:gd name="connsiteX36" fmla="*/ 2230660 w 9143713"/>
              <a:gd name="connsiteY36" fmla="*/ 1022890 h 2221896"/>
              <a:gd name="connsiteX37" fmla="*/ 2327815 w 9143713"/>
              <a:gd name="connsiteY37" fmla="*/ 1035177 h 2221896"/>
              <a:gd name="connsiteX38" fmla="*/ 2419922 w 9143713"/>
              <a:gd name="connsiteY38" fmla="*/ 1029748 h 2221896"/>
              <a:gd name="connsiteX39" fmla="*/ 2444972 w 9143713"/>
              <a:gd name="connsiteY39" fmla="*/ 1046607 h 2221896"/>
              <a:gd name="connsiteX40" fmla="*/ 2547080 w 9143713"/>
              <a:gd name="connsiteY40" fmla="*/ 1016984 h 2221896"/>
              <a:gd name="connsiteX41" fmla="*/ 2923223 w 9143713"/>
              <a:gd name="connsiteY41" fmla="*/ 918972 h 2221896"/>
              <a:gd name="connsiteX42" fmla="*/ 2986183 w 9143713"/>
              <a:gd name="connsiteY42" fmla="*/ 883634 h 2221896"/>
              <a:gd name="connsiteX43" fmla="*/ 3147251 w 9143713"/>
              <a:gd name="connsiteY43" fmla="*/ 795433 h 2221896"/>
              <a:gd name="connsiteX44" fmla="*/ 3280982 w 9143713"/>
              <a:gd name="connsiteY44" fmla="*/ 730949 h 2221896"/>
              <a:gd name="connsiteX45" fmla="*/ 3448145 w 9143713"/>
              <a:gd name="connsiteY45" fmla="*/ 631889 h 2221896"/>
              <a:gd name="connsiteX46" fmla="*/ 3522345 w 9143713"/>
              <a:gd name="connsiteY46" fmla="*/ 582073 h 2221896"/>
              <a:gd name="connsiteX47" fmla="*/ 3565493 w 9143713"/>
              <a:gd name="connsiteY47" fmla="*/ 550450 h 2221896"/>
              <a:gd name="connsiteX48" fmla="*/ 3653028 w 9143713"/>
              <a:gd name="connsiteY48" fmla="*/ 495109 h 2221896"/>
              <a:gd name="connsiteX49" fmla="*/ 3690080 w 9143713"/>
              <a:gd name="connsiteY49" fmla="*/ 452533 h 2221896"/>
              <a:gd name="connsiteX50" fmla="*/ 3742373 w 9143713"/>
              <a:gd name="connsiteY50" fmla="*/ 446437 h 2221896"/>
              <a:gd name="connsiteX51" fmla="*/ 3769709 w 9143713"/>
              <a:gd name="connsiteY51" fmla="*/ 442817 h 2221896"/>
              <a:gd name="connsiteX52" fmla="*/ 3848767 w 9143713"/>
              <a:gd name="connsiteY52" fmla="*/ 520637 h 2221896"/>
              <a:gd name="connsiteX53" fmla="*/ 3938778 w 9143713"/>
              <a:gd name="connsiteY53" fmla="*/ 574167 h 2221896"/>
              <a:gd name="connsiteX54" fmla="*/ 4046982 w 9143713"/>
              <a:gd name="connsiteY54" fmla="*/ 579596 h 2221896"/>
              <a:gd name="connsiteX55" fmla="*/ 4097465 w 9143713"/>
              <a:gd name="connsiteY55" fmla="*/ 541877 h 2221896"/>
              <a:gd name="connsiteX56" fmla="*/ 4235482 w 9143713"/>
              <a:gd name="connsiteY56" fmla="*/ 613029 h 2221896"/>
              <a:gd name="connsiteX57" fmla="*/ 4359498 w 9143713"/>
              <a:gd name="connsiteY57" fmla="*/ 676847 h 2221896"/>
              <a:gd name="connsiteX58" fmla="*/ 4478655 w 9143713"/>
              <a:gd name="connsiteY58" fmla="*/ 718185 h 2221896"/>
              <a:gd name="connsiteX59" fmla="*/ 4528471 w 9143713"/>
              <a:gd name="connsiteY59" fmla="*/ 711518 h 2221896"/>
              <a:gd name="connsiteX60" fmla="*/ 4644581 w 9143713"/>
              <a:gd name="connsiteY60" fmla="*/ 775335 h 2221896"/>
              <a:gd name="connsiteX61" fmla="*/ 4791742 w 9143713"/>
              <a:gd name="connsiteY61" fmla="*/ 754094 h 2221896"/>
              <a:gd name="connsiteX62" fmla="*/ 4936427 w 9143713"/>
              <a:gd name="connsiteY62" fmla="*/ 879920 h 2221896"/>
              <a:gd name="connsiteX63" fmla="*/ 5090255 w 9143713"/>
              <a:gd name="connsiteY63" fmla="*/ 913924 h 2221896"/>
              <a:gd name="connsiteX64" fmla="*/ 5191792 w 9143713"/>
              <a:gd name="connsiteY64" fmla="*/ 913352 h 2221896"/>
              <a:gd name="connsiteX65" fmla="*/ 5345620 w 9143713"/>
              <a:gd name="connsiteY65" fmla="*/ 963168 h 2221896"/>
              <a:gd name="connsiteX66" fmla="*/ 5604034 w 9143713"/>
              <a:gd name="connsiteY66" fmla="*/ 797147 h 2221896"/>
              <a:gd name="connsiteX67" fmla="*/ 5767578 w 9143713"/>
              <a:gd name="connsiteY67" fmla="*/ 722376 h 2221896"/>
              <a:gd name="connsiteX68" fmla="*/ 5877021 w 9143713"/>
              <a:gd name="connsiteY68" fmla="*/ 774097 h 2221896"/>
              <a:gd name="connsiteX69" fmla="*/ 5929884 w 9143713"/>
              <a:gd name="connsiteY69" fmla="*/ 730282 h 2221896"/>
              <a:gd name="connsiteX70" fmla="*/ 6018657 w 9143713"/>
              <a:gd name="connsiteY70" fmla="*/ 812959 h 2221896"/>
              <a:gd name="connsiteX71" fmla="*/ 6095905 w 9143713"/>
              <a:gd name="connsiteY71" fmla="*/ 814769 h 2221896"/>
              <a:gd name="connsiteX72" fmla="*/ 6818186 w 9143713"/>
              <a:gd name="connsiteY72" fmla="*/ 211646 h 2221896"/>
              <a:gd name="connsiteX73" fmla="*/ 6958584 w 9143713"/>
              <a:gd name="connsiteY73" fmla="*/ 249936 h 2221896"/>
              <a:gd name="connsiteX74" fmla="*/ 7153751 w 9143713"/>
              <a:gd name="connsiteY74" fmla="*/ 410432 h 2221896"/>
              <a:gd name="connsiteX75" fmla="*/ 7212140 w 9143713"/>
              <a:gd name="connsiteY75" fmla="*/ 423196 h 2221896"/>
              <a:gd name="connsiteX76" fmla="*/ 7281482 w 9143713"/>
              <a:gd name="connsiteY76" fmla="*/ 357569 h 2221896"/>
              <a:gd name="connsiteX77" fmla="*/ 7400068 w 9143713"/>
              <a:gd name="connsiteY77" fmla="*/ 465201 h 2221896"/>
              <a:gd name="connsiteX78" fmla="*/ 7744778 w 9143713"/>
              <a:gd name="connsiteY78" fmla="*/ 149638 h 2221896"/>
              <a:gd name="connsiteX79" fmla="*/ 7866983 w 9143713"/>
              <a:gd name="connsiteY79" fmla="*/ 135065 h 2221896"/>
              <a:gd name="connsiteX80" fmla="*/ 7954518 w 9143713"/>
              <a:gd name="connsiteY80" fmla="*/ 74867 h 2221896"/>
              <a:gd name="connsiteX81" fmla="*/ 8011097 w 9143713"/>
              <a:gd name="connsiteY81" fmla="*/ 52959 h 2221896"/>
              <a:gd name="connsiteX82" fmla="*/ 8116919 w 9143713"/>
              <a:gd name="connsiteY82" fmla="*/ 180594 h 2221896"/>
              <a:gd name="connsiteX83" fmla="*/ 8255508 w 9143713"/>
              <a:gd name="connsiteY83" fmla="*/ 60198 h 2221896"/>
              <a:gd name="connsiteX84" fmla="*/ 8352187 w 9143713"/>
              <a:gd name="connsiteY84" fmla="*/ 0 h 2221896"/>
              <a:gd name="connsiteX85" fmla="*/ 8423339 w 9143713"/>
              <a:gd name="connsiteY85" fmla="*/ 111252 h 2221896"/>
              <a:gd name="connsiteX86" fmla="*/ 8550973 w 9143713"/>
              <a:gd name="connsiteY86" fmla="*/ 109442 h 2221896"/>
              <a:gd name="connsiteX87" fmla="*/ 8751570 w 9143713"/>
              <a:gd name="connsiteY87" fmla="*/ 390334 h 2221896"/>
              <a:gd name="connsiteX88" fmla="*/ 9099899 w 9143713"/>
              <a:gd name="connsiteY88" fmla="*/ 662083 h 2221896"/>
              <a:gd name="connsiteX89" fmla="*/ 9143714 w 9143713"/>
              <a:gd name="connsiteY89" fmla="*/ 703993 h 2221896"/>
              <a:gd name="connsiteX90" fmla="*/ 9143714 w 9143713"/>
              <a:gd name="connsiteY90" fmla="*/ 2221897 h 2221896"/>
              <a:gd name="connsiteX91" fmla="*/ 0 w 9143713"/>
              <a:gd name="connsiteY91" fmla="*/ 2221897 h 2221896"/>
              <a:gd name="connsiteX92" fmla="*/ 0 w 9143713"/>
              <a:gd name="connsiteY92" fmla="*/ 1103376 h 2221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9143713" h="2221896">
                <a:moveTo>
                  <a:pt x="0" y="1103948"/>
                </a:moveTo>
                <a:lnTo>
                  <a:pt x="39815" y="1110806"/>
                </a:lnTo>
                <a:lnTo>
                  <a:pt x="79915" y="1149572"/>
                </a:lnTo>
                <a:lnTo>
                  <a:pt x="147447" y="1193768"/>
                </a:lnTo>
                <a:lnTo>
                  <a:pt x="185261" y="1191959"/>
                </a:lnTo>
                <a:lnTo>
                  <a:pt x="225838" y="1206532"/>
                </a:lnTo>
                <a:lnTo>
                  <a:pt x="273749" y="1203770"/>
                </a:lnTo>
                <a:lnTo>
                  <a:pt x="348044" y="1278065"/>
                </a:lnTo>
                <a:lnTo>
                  <a:pt x="416433" y="1269397"/>
                </a:lnTo>
                <a:lnTo>
                  <a:pt x="464344" y="1260729"/>
                </a:lnTo>
                <a:lnTo>
                  <a:pt x="500348" y="1237488"/>
                </a:lnTo>
                <a:lnTo>
                  <a:pt x="544163" y="1253871"/>
                </a:lnTo>
                <a:lnTo>
                  <a:pt x="603885" y="1252919"/>
                </a:lnTo>
                <a:lnTo>
                  <a:pt x="641318" y="1241965"/>
                </a:lnTo>
                <a:lnTo>
                  <a:pt x="689610" y="1255681"/>
                </a:lnTo>
                <a:lnTo>
                  <a:pt x="724281" y="1248823"/>
                </a:lnTo>
                <a:cubicBezTo>
                  <a:pt x="724281" y="1248823"/>
                  <a:pt x="756190" y="1272540"/>
                  <a:pt x="757523" y="1273493"/>
                </a:cubicBezTo>
                <a:cubicBezTo>
                  <a:pt x="758857" y="1274445"/>
                  <a:pt x="810863" y="1269873"/>
                  <a:pt x="810863" y="1271207"/>
                </a:cubicBezTo>
                <a:cubicBezTo>
                  <a:pt x="810863" y="1272540"/>
                  <a:pt x="842296" y="1257491"/>
                  <a:pt x="842296" y="1257491"/>
                </a:cubicBezTo>
                <a:lnTo>
                  <a:pt x="896112" y="1274350"/>
                </a:lnTo>
                <a:lnTo>
                  <a:pt x="912971" y="1316736"/>
                </a:lnTo>
                <a:lnTo>
                  <a:pt x="992791" y="1301687"/>
                </a:lnTo>
                <a:lnTo>
                  <a:pt x="1044321" y="1324927"/>
                </a:lnTo>
                <a:lnTo>
                  <a:pt x="1130046" y="1380077"/>
                </a:lnTo>
                <a:lnTo>
                  <a:pt x="1189292" y="1376458"/>
                </a:lnTo>
                <a:lnTo>
                  <a:pt x="1224820" y="1357313"/>
                </a:lnTo>
                <a:lnTo>
                  <a:pt x="1279970" y="1360075"/>
                </a:lnTo>
                <a:lnTo>
                  <a:pt x="1461421" y="1248823"/>
                </a:lnTo>
                <a:lnTo>
                  <a:pt x="1591818" y="1239202"/>
                </a:lnTo>
                <a:lnTo>
                  <a:pt x="1698974" y="1256062"/>
                </a:lnTo>
                <a:lnTo>
                  <a:pt x="1791081" y="1240060"/>
                </a:lnTo>
                <a:lnTo>
                  <a:pt x="1894618" y="1178052"/>
                </a:lnTo>
                <a:lnTo>
                  <a:pt x="1961674" y="1113282"/>
                </a:lnTo>
                <a:lnTo>
                  <a:pt x="2013680" y="1063085"/>
                </a:lnTo>
                <a:lnTo>
                  <a:pt x="2096167" y="1040702"/>
                </a:lnTo>
                <a:lnTo>
                  <a:pt x="2184178" y="1081278"/>
                </a:lnTo>
                <a:lnTo>
                  <a:pt x="2230660" y="1022890"/>
                </a:lnTo>
                <a:lnTo>
                  <a:pt x="2327815" y="1035177"/>
                </a:lnTo>
                <a:lnTo>
                  <a:pt x="2419922" y="1029748"/>
                </a:lnTo>
                <a:cubicBezTo>
                  <a:pt x="2419922" y="1029748"/>
                  <a:pt x="2440020" y="1043464"/>
                  <a:pt x="2444972" y="1046607"/>
                </a:cubicBezTo>
                <a:cubicBezTo>
                  <a:pt x="2449925" y="1049750"/>
                  <a:pt x="2547080" y="1016984"/>
                  <a:pt x="2547080" y="1016984"/>
                </a:cubicBezTo>
                <a:lnTo>
                  <a:pt x="2923223" y="918972"/>
                </a:lnTo>
                <a:lnTo>
                  <a:pt x="2986183" y="883634"/>
                </a:lnTo>
                <a:lnTo>
                  <a:pt x="3147251" y="795433"/>
                </a:lnTo>
                <a:lnTo>
                  <a:pt x="3280982" y="730949"/>
                </a:lnTo>
                <a:lnTo>
                  <a:pt x="3448145" y="631889"/>
                </a:lnTo>
                <a:lnTo>
                  <a:pt x="3522345" y="582073"/>
                </a:lnTo>
                <a:cubicBezTo>
                  <a:pt x="3522345" y="582073"/>
                  <a:pt x="3564255" y="552260"/>
                  <a:pt x="3565493" y="550450"/>
                </a:cubicBezTo>
                <a:cubicBezTo>
                  <a:pt x="3566732" y="548640"/>
                  <a:pt x="3653028" y="495109"/>
                  <a:pt x="3653028" y="495109"/>
                </a:cubicBezTo>
                <a:lnTo>
                  <a:pt x="3690080" y="452533"/>
                </a:lnTo>
                <a:lnTo>
                  <a:pt x="3742373" y="446437"/>
                </a:lnTo>
                <a:lnTo>
                  <a:pt x="3769709" y="442817"/>
                </a:lnTo>
                <a:lnTo>
                  <a:pt x="3848767" y="520637"/>
                </a:lnTo>
                <a:cubicBezTo>
                  <a:pt x="3848767" y="520637"/>
                  <a:pt x="3936968" y="574167"/>
                  <a:pt x="3938778" y="574167"/>
                </a:cubicBezTo>
                <a:cubicBezTo>
                  <a:pt x="3940588" y="574167"/>
                  <a:pt x="4046982" y="579596"/>
                  <a:pt x="4046982" y="579596"/>
                </a:cubicBezTo>
                <a:lnTo>
                  <a:pt x="4097465" y="541877"/>
                </a:lnTo>
                <a:lnTo>
                  <a:pt x="4235482" y="613029"/>
                </a:lnTo>
                <a:lnTo>
                  <a:pt x="4359498" y="676847"/>
                </a:lnTo>
                <a:lnTo>
                  <a:pt x="4478655" y="718185"/>
                </a:lnTo>
                <a:cubicBezTo>
                  <a:pt x="4478655" y="718185"/>
                  <a:pt x="4528471" y="707231"/>
                  <a:pt x="4528471" y="711518"/>
                </a:cubicBezTo>
                <a:cubicBezTo>
                  <a:pt x="4528471" y="715804"/>
                  <a:pt x="4644581" y="775335"/>
                  <a:pt x="4644581" y="775335"/>
                </a:cubicBezTo>
                <a:lnTo>
                  <a:pt x="4791742" y="754094"/>
                </a:lnTo>
                <a:lnTo>
                  <a:pt x="4936427" y="879920"/>
                </a:lnTo>
                <a:cubicBezTo>
                  <a:pt x="4936427" y="879920"/>
                  <a:pt x="5076254" y="910304"/>
                  <a:pt x="5090255" y="913924"/>
                </a:cubicBezTo>
                <a:cubicBezTo>
                  <a:pt x="5104257" y="917543"/>
                  <a:pt x="5191792" y="913352"/>
                  <a:pt x="5191792" y="913352"/>
                </a:cubicBezTo>
                <a:cubicBezTo>
                  <a:pt x="5191792" y="913352"/>
                  <a:pt x="5334096" y="963835"/>
                  <a:pt x="5345620" y="963168"/>
                </a:cubicBezTo>
                <a:cubicBezTo>
                  <a:pt x="5357146" y="962501"/>
                  <a:pt x="5604034" y="797147"/>
                  <a:pt x="5604034" y="797147"/>
                </a:cubicBezTo>
                <a:lnTo>
                  <a:pt x="5767578" y="722376"/>
                </a:lnTo>
                <a:lnTo>
                  <a:pt x="5877021" y="774097"/>
                </a:lnTo>
                <a:lnTo>
                  <a:pt x="5929884" y="730282"/>
                </a:lnTo>
                <a:lnTo>
                  <a:pt x="6018657" y="812959"/>
                </a:lnTo>
                <a:lnTo>
                  <a:pt x="6095905" y="814769"/>
                </a:lnTo>
                <a:lnTo>
                  <a:pt x="6818186" y="211646"/>
                </a:lnTo>
                <a:lnTo>
                  <a:pt x="6958584" y="249936"/>
                </a:lnTo>
                <a:lnTo>
                  <a:pt x="7153751" y="410432"/>
                </a:lnTo>
                <a:lnTo>
                  <a:pt x="7212140" y="423196"/>
                </a:lnTo>
                <a:lnTo>
                  <a:pt x="7281482" y="357569"/>
                </a:lnTo>
                <a:lnTo>
                  <a:pt x="7400068" y="465201"/>
                </a:lnTo>
                <a:lnTo>
                  <a:pt x="7744778" y="149638"/>
                </a:lnTo>
                <a:lnTo>
                  <a:pt x="7866983" y="135065"/>
                </a:lnTo>
                <a:lnTo>
                  <a:pt x="7954518" y="74867"/>
                </a:lnTo>
                <a:lnTo>
                  <a:pt x="8011097" y="52959"/>
                </a:lnTo>
                <a:lnTo>
                  <a:pt x="8116919" y="180594"/>
                </a:lnTo>
                <a:lnTo>
                  <a:pt x="8255508" y="60198"/>
                </a:lnTo>
                <a:lnTo>
                  <a:pt x="8352187" y="0"/>
                </a:lnTo>
                <a:cubicBezTo>
                  <a:pt x="8352187" y="0"/>
                  <a:pt x="8414195" y="109442"/>
                  <a:pt x="8423339" y="111252"/>
                </a:cubicBezTo>
                <a:cubicBezTo>
                  <a:pt x="8432482" y="113062"/>
                  <a:pt x="8550973" y="109442"/>
                  <a:pt x="8550973" y="109442"/>
                </a:cubicBezTo>
                <a:lnTo>
                  <a:pt x="8751570" y="390334"/>
                </a:lnTo>
                <a:lnTo>
                  <a:pt x="9099899" y="662083"/>
                </a:lnTo>
                <a:lnTo>
                  <a:pt x="9143714" y="703993"/>
                </a:lnTo>
                <a:lnTo>
                  <a:pt x="9143714" y="2221897"/>
                </a:lnTo>
                <a:lnTo>
                  <a:pt x="0" y="2221897"/>
                </a:lnTo>
                <a:lnTo>
                  <a:pt x="0" y="1103376"/>
                </a:lnTo>
                <a:close/>
              </a:path>
            </a:pathLst>
          </a:custGeom>
          <a:gradFill>
            <a:gsLst>
              <a:gs pos="76000">
                <a:schemeClr val="accent1">
                  <a:alpha val="92000"/>
                </a:schemeClr>
              </a:gs>
              <a:gs pos="0">
                <a:schemeClr val="accent1">
                  <a:alpha val="47000"/>
                </a:schemeClr>
              </a:gs>
            </a:gsLst>
            <a:lin ang="450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latin typeface="微软雅黑" panose="020B0503020204020204" charset="-122"/>
              <a:ea typeface="微软雅黑" panose="020B0503020204020204" charset="-122"/>
            </a:endParaRPr>
          </a:p>
        </p:txBody>
      </p:sp>
      <p:sp>
        <p:nvSpPr>
          <p:cNvPr id="23" name="图形 17"/>
          <p:cNvSpPr/>
          <p:nvPr/>
        </p:nvSpPr>
        <p:spPr>
          <a:xfrm>
            <a:off x="0" y="3897378"/>
            <a:ext cx="12192002" cy="1840161"/>
          </a:xfrm>
          <a:custGeom>
            <a:avLst/>
            <a:gdLst>
              <a:gd name="connsiteX0" fmla="*/ 0 w 9143713"/>
              <a:gd name="connsiteY0" fmla="*/ 1103948 h 2221896"/>
              <a:gd name="connsiteX1" fmla="*/ 39815 w 9143713"/>
              <a:gd name="connsiteY1" fmla="*/ 1110806 h 2221896"/>
              <a:gd name="connsiteX2" fmla="*/ 79915 w 9143713"/>
              <a:gd name="connsiteY2" fmla="*/ 1149572 h 2221896"/>
              <a:gd name="connsiteX3" fmla="*/ 147447 w 9143713"/>
              <a:gd name="connsiteY3" fmla="*/ 1193768 h 2221896"/>
              <a:gd name="connsiteX4" fmla="*/ 185261 w 9143713"/>
              <a:gd name="connsiteY4" fmla="*/ 1191959 h 2221896"/>
              <a:gd name="connsiteX5" fmla="*/ 225838 w 9143713"/>
              <a:gd name="connsiteY5" fmla="*/ 1206532 h 2221896"/>
              <a:gd name="connsiteX6" fmla="*/ 273749 w 9143713"/>
              <a:gd name="connsiteY6" fmla="*/ 1203770 h 2221896"/>
              <a:gd name="connsiteX7" fmla="*/ 348044 w 9143713"/>
              <a:gd name="connsiteY7" fmla="*/ 1278065 h 2221896"/>
              <a:gd name="connsiteX8" fmla="*/ 416433 w 9143713"/>
              <a:gd name="connsiteY8" fmla="*/ 1269397 h 2221896"/>
              <a:gd name="connsiteX9" fmla="*/ 464344 w 9143713"/>
              <a:gd name="connsiteY9" fmla="*/ 1260729 h 2221896"/>
              <a:gd name="connsiteX10" fmla="*/ 500348 w 9143713"/>
              <a:gd name="connsiteY10" fmla="*/ 1237488 h 2221896"/>
              <a:gd name="connsiteX11" fmla="*/ 544163 w 9143713"/>
              <a:gd name="connsiteY11" fmla="*/ 1253871 h 2221896"/>
              <a:gd name="connsiteX12" fmla="*/ 603885 w 9143713"/>
              <a:gd name="connsiteY12" fmla="*/ 1252919 h 2221896"/>
              <a:gd name="connsiteX13" fmla="*/ 641318 w 9143713"/>
              <a:gd name="connsiteY13" fmla="*/ 1241965 h 2221896"/>
              <a:gd name="connsiteX14" fmla="*/ 689610 w 9143713"/>
              <a:gd name="connsiteY14" fmla="*/ 1255681 h 2221896"/>
              <a:gd name="connsiteX15" fmla="*/ 724281 w 9143713"/>
              <a:gd name="connsiteY15" fmla="*/ 1248823 h 2221896"/>
              <a:gd name="connsiteX16" fmla="*/ 757523 w 9143713"/>
              <a:gd name="connsiteY16" fmla="*/ 1273493 h 2221896"/>
              <a:gd name="connsiteX17" fmla="*/ 810863 w 9143713"/>
              <a:gd name="connsiteY17" fmla="*/ 1271207 h 2221896"/>
              <a:gd name="connsiteX18" fmla="*/ 842296 w 9143713"/>
              <a:gd name="connsiteY18" fmla="*/ 1257491 h 2221896"/>
              <a:gd name="connsiteX19" fmla="*/ 896112 w 9143713"/>
              <a:gd name="connsiteY19" fmla="*/ 1274350 h 2221896"/>
              <a:gd name="connsiteX20" fmla="*/ 912971 w 9143713"/>
              <a:gd name="connsiteY20" fmla="*/ 1316736 h 2221896"/>
              <a:gd name="connsiteX21" fmla="*/ 992791 w 9143713"/>
              <a:gd name="connsiteY21" fmla="*/ 1301687 h 2221896"/>
              <a:gd name="connsiteX22" fmla="*/ 1044321 w 9143713"/>
              <a:gd name="connsiteY22" fmla="*/ 1324927 h 2221896"/>
              <a:gd name="connsiteX23" fmla="*/ 1130046 w 9143713"/>
              <a:gd name="connsiteY23" fmla="*/ 1380077 h 2221896"/>
              <a:gd name="connsiteX24" fmla="*/ 1189292 w 9143713"/>
              <a:gd name="connsiteY24" fmla="*/ 1376458 h 2221896"/>
              <a:gd name="connsiteX25" fmla="*/ 1224820 w 9143713"/>
              <a:gd name="connsiteY25" fmla="*/ 1357313 h 2221896"/>
              <a:gd name="connsiteX26" fmla="*/ 1279970 w 9143713"/>
              <a:gd name="connsiteY26" fmla="*/ 1360075 h 2221896"/>
              <a:gd name="connsiteX27" fmla="*/ 1461421 w 9143713"/>
              <a:gd name="connsiteY27" fmla="*/ 1248823 h 2221896"/>
              <a:gd name="connsiteX28" fmla="*/ 1591818 w 9143713"/>
              <a:gd name="connsiteY28" fmla="*/ 1239202 h 2221896"/>
              <a:gd name="connsiteX29" fmla="*/ 1698974 w 9143713"/>
              <a:gd name="connsiteY29" fmla="*/ 1256062 h 2221896"/>
              <a:gd name="connsiteX30" fmla="*/ 1791081 w 9143713"/>
              <a:gd name="connsiteY30" fmla="*/ 1240060 h 2221896"/>
              <a:gd name="connsiteX31" fmla="*/ 1894618 w 9143713"/>
              <a:gd name="connsiteY31" fmla="*/ 1178052 h 2221896"/>
              <a:gd name="connsiteX32" fmla="*/ 1961674 w 9143713"/>
              <a:gd name="connsiteY32" fmla="*/ 1113282 h 2221896"/>
              <a:gd name="connsiteX33" fmla="*/ 2013680 w 9143713"/>
              <a:gd name="connsiteY33" fmla="*/ 1063085 h 2221896"/>
              <a:gd name="connsiteX34" fmla="*/ 2096167 w 9143713"/>
              <a:gd name="connsiteY34" fmla="*/ 1040702 h 2221896"/>
              <a:gd name="connsiteX35" fmla="*/ 2184178 w 9143713"/>
              <a:gd name="connsiteY35" fmla="*/ 1081278 h 2221896"/>
              <a:gd name="connsiteX36" fmla="*/ 2230660 w 9143713"/>
              <a:gd name="connsiteY36" fmla="*/ 1022890 h 2221896"/>
              <a:gd name="connsiteX37" fmla="*/ 2327815 w 9143713"/>
              <a:gd name="connsiteY37" fmla="*/ 1035177 h 2221896"/>
              <a:gd name="connsiteX38" fmla="*/ 2419922 w 9143713"/>
              <a:gd name="connsiteY38" fmla="*/ 1029748 h 2221896"/>
              <a:gd name="connsiteX39" fmla="*/ 2444972 w 9143713"/>
              <a:gd name="connsiteY39" fmla="*/ 1046607 h 2221896"/>
              <a:gd name="connsiteX40" fmla="*/ 2547080 w 9143713"/>
              <a:gd name="connsiteY40" fmla="*/ 1016984 h 2221896"/>
              <a:gd name="connsiteX41" fmla="*/ 2923223 w 9143713"/>
              <a:gd name="connsiteY41" fmla="*/ 918972 h 2221896"/>
              <a:gd name="connsiteX42" fmla="*/ 2986183 w 9143713"/>
              <a:gd name="connsiteY42" fmla="*/ 883634 h 2221896"/>
              <a:gd name="connsiteX43" fmla="*/ 3147251 w 9143713"/>
              <a:gd name="connsiteY43" fmla="*/ 795433 h 2221896"/>
              <a:gd name="connsiteX44" fmla="*/ 3280982 w 9143713"/>
              <a:gd name="connsiteY44" fmla="*/ 730949 h 2221896"/>
              <a:gd name="connsiteX45" fmla="*/ 3448145 w 9143713"/>
              <a:gd name="connsiteY45" fmla="*/ 631889 h 2221896"/>
              <a:gd name="connsiteX46" fmla="*/ 3522345 w 9143713"/>
              <a:gd name="connsiteY46" fmla="*/ 582073 h 2221896"/>
              <a:gd name="connsiteX47" fmla="*/ 3565493 w 9143713"/>
              <a:gd name="connsiteY47" fmla="*/ 550450 h 2221896"/>
              <a:gd name="connsiteX48" fmla="*/ 3653028 w 9143713"/>
              <a:gd name="connsiteY48" fmla="*/ 495109 h 2221896"/>
              <a:gd name="connsiteX49" fmla="*/ 3690080 w 9143713"/>
              <a:gd name="connsiteY49" fmla="*/ 452533 h 2221896"/>
              <a:gd name="connsiteX50" fmla="*/ 3742373 w 9143713"/>
              <a:gd name="connsiteY50" fmla="*/ 446437 h 2221896"/>
              <a:gd name="connsiteX51" fmla="*/ 3769709 w 9143713"/>
              <a:gd name="connsiteY51" fmla="*/ 442817 h 2221896"/>
              <a:gd name="connsiteX52" fmla="*/ 3848767 w 9143713"/>
              <a:gd name="connsiteY52" fmla="*/ 520637 h 2221896"/>
              <a:gd name="connsiteX53" fmla="*/ 3938778 w 9143713"/>
              <a:gd name="connsiteY53" fmla="*/ 574167 h 2221896"/>
              <a:gd name="connsiteX54" fmla="*/ 4046982 w 9143713"/>
              <a:gd name="connsiteY54" fmla="*/ 579596 h 2221896"/>
              <a:gd name="connsiteX55" fmla="*/ 4097465 w 9143713"/>
              <a:gd name="connsiteY55" fmla="*/ 541877 h 2221896"/>
              <a:gd name="connsiteX56" fmla="*/ 4235482 w 9143713"/>
              <a:gd name="connsiteY56" fmla="*/ 613029 h 2221896"/>
              <a:gd name="connsiteX57" fmla="*/ 4359498 w 9143713"/>
              <a:gd name="connsiteY57" fmla="*/ 676847 h 2221896"/>
              <a:gd name="connsiteX58" fmla="*/ 4478655 w 9143713"/>
              <a:gd name="connsiteY58" fmla="*/ 718185 h 2221896"/>
              <a:gd name="connsiteX59" fmla="*/ 4528471 w 9143713"/>
              <a:gd name="connsiteY59" fmla="*/ 711518 h 2221896"/>
              <a:gd name="connsiteX60" fmla="*/ 4644581 w 9143713"/>
              <a:gd name="connsiteY60" fmla="*/ 775335 h 2221896"/>
              <a:gd name="connsiteX61" fmla="*/ 4791742 w 9143713"/>
              <a:gd name="connsiteY61" fmla="*/ 754094 h 2221896"/>
              <a:gd name="connsiteX62" fmla="*/ 4936427 w 9143713"/>
              <a:gd name="connsiteY62" fmla="*/ 879920 h 2221896"/>
              <a:gd name="connsiteX63" fmla="*/ 5090255 w 9143713"/>
              <a:gd name="connsiteY63" fmla="*/ 913924 h 2221896"/>
              <a:gd name="connsiteX64" fmla="*/ 5191792 w 9143713"/>
              <a:gd name="connsiteY64" fmla="*/ 913352 h 2221896"/>
              <a:gd name="connsiteX65" fmla="*/ 5345620 w 9143713"/>
              <a:gd name="connsiteY65" fmla="*/ 963168 h 2221896"/>
              <a:gd name="connsiteX66" fmla="*/ 5604034 w 9143713"/>
              <a:gd name="connsiteY66" fmla="*/ 797147 h 2221896"/>
              <a:gd name="connsiteX67" fmla="*/ 5767578 w 9143713"/>
              <a:gd name="connsiteY67" fmla="*/ 722376 h 2221896"/>
              <a:gd name="connsiteX68" fmla="*/ 5877021 w 9143713"/>
              <a:gd name="connsiteY68" fmla="*/ 774097 h 2221896"/>
              <a:gd name="connsiteX69" fmla="*/ 5929884 w 9143713"/>
              <a:gd name="connsiteY69" fmla="*/ 730282 h 2221896"/>
              <a:gd name="connsiteX70" fmla="*/ 6018657 w 9143713"/>
              <a:gd name="connsiteY70" fmla="*/ 812959 h 2221896"/>
              <a:gd name="connsiteX71" fmla="*/ 6095905 w 9143713"/>
              <a:gd name="connsiteY71" fmla="*/ 814769 h 2221896"/>
              <a:gd name="connsiteX72" fmla="*/ 6818186 w 9143713"/>
              <a:gd name="connsiteY72" fmla="*/ 211646 h 2221896"/>
              <a:gd name="connsiteX73" fmla="*/ 6958584 w 9143713"/>
              <a:gd name="connsiteY73" fmla="*/ 249936 h 2221896"/>
              <a:gd name="connsiteX74" fmla="*/ 7153751 w 9143713"/>
              <a:gd name="connsiteY74" fmla="*/ 410432 h 2221896"/>
              <a:gd name="connsiteX75" fmla="*/ 7212140 w 9143713"/>
              <a:gd name="connsiteY75" fmla="*/ 423196 h 2221896"/>
              <a:gd name="connsiteX76" fmla="*/ 7281482 w 9143713"/>
              <a:gd name="connsiteY76" fmla="*/ 357569 h 2221896"/>
              <a:gd name="connsiteX77" fmla="*/ 7400068 w 9143713"/>
              <a:gd name="connsiteY77" fmla="*/ 465201 h 2221896"/>
              <a:gd name="connsiteX78" fmla="*/ 7744778 w 9143713"/>
              <a:gd name="connsiteY78" fmla="*/ 149638 h 2221896"/>
              <a:gd name="connsiteX79" fmla="*/ 7866983 w 9143713"/>
              <a:gd name="connsiteY79" fmla="*/ 135065 h 2221896"/>
              <a:gd name="connsiteX80" fmla="*/ 7954518 w 9143713"/>
              <a:gd name="connsiteY80" fmla="*/ 74867 h 2221896"/>
              <a:gd name="connsiteX81" fmla="*/ 8011097 w 9143713"/>
              <a:gd name="connsiteY81" fmla="*/ 52959 h 2221896"/>
              <a:gd name="connsiteX82" fmla="*/ 8116919 w 9143713"/>
              <a:gd name="connsiteY82" fmla="*/ 180594 h 2221896"/>
              <a:gd name="connsiteX83" fmla="*/ 8255508 w 9143713"/>
              <a:gd name="connsiteY83" fmla="*/ 60198 h 2221896"/>
              <a:gd name="connsiteX84" fmla="*/ 8352187 w 9143713"/>
              <a:gd name="connsiteY84" fmla="*/ 0 h 2221896"/>
              <a:gd name="connsiteX85" fmla="*/ 8423339 w 9143713"/>
              <a:gd name="connsiteY85" fmla="*/ 111252 h 2221896"/>
              <a:gd name="connsiteX86" fmla="*/ 8550973 w 9143713"/>
              <a:gd name="connsiteY86" fmla="*/ 109442 h 2221896"/>
              <a:gd name="connsiteX87" fmla="*/ 8751570 w 9143713"/>
              <a:gd name="connsiteY87" fmla="*/ 390334 h 2221896"/>
              <a:gd name="connsiteX88" fmla="*/ 9099899 w 9143713"/>
              <a:gd name="connsiteY88" fmla="*/ 662083 h 2221896"/>
              <a:gd name="connsiteX89" fmla="*/ 9143714 w 9143713"/>
              <a:gd name="connsiteY89" fmla="*/ 703993 h 2221896"/>
              <a:gd name="connsiteX90" fmla="*/ 9143714 w 9143713"/>
              <a:gd name="connsiteY90" fmla="*/ 2221897 h 2221896"/>
              <a:gd name="connsiteX91" fmla="*/ 0 w 9143713"/>
              <a:gd name="connsiteY91" fmla="*/ 2221897 h 2221896"/>
              <a:gd name="connsiteX92" fmla="*/ 0 w 9143713"/>
              <a:gd name="connsiteY92" fmla="*/ 1103376 h 2221896"/>
              <a:gd name="connsiteX0-1" fmla="*/ 9143714 w 9212292"/>
              <a:gd name="connsiteY0-2" fmla="*/ 2221897 h 2290475"/>
              <a:gd name="connsiteX1-3" fmla="*/ 0 w 9212292"/>
              <a:gd name="connsiteY1-4" fmla="*/ 2221897 h 2290475"/>
              <a:gd name="connsiteX2-5" fmla="*/ 0 w 9212292"/>
              <a:gd name="connsiteY2-6" fmla="*/ 1103376 h 2290475"/>
              <a:gd name="connsiteX3-7" fmla="*/ 0 w 9212292"/>
              <a:gd name="connsiteY3-8" fmla="*/ 1103948 h 2290475"/>
              <a:gd name="connsiteX4-9" fmla="*/ 39815 w 9212292"/>
              <a:gd name="connsiteY4-10" fmla="*/ 1110806 h 2290475"/>
              <a:gd name="connsiteX5-11" fmla="*/ 79915 w 9212292"/>
              <a:gd name="connsiteY5-12" fmla="*/ 1149572 h 2290475"/>
              <a:gd name="connsiteX6-13" fmla="*/ 147447 w 9212292"/>
              <a:gd name="connsiteY6-14" fmla="*/ 1193768 h 2290475"/>
              <a:gd name="connsiteX7-15" fmla="*/ 185261 w 9212292"/>
              <a:gd name="connsiteY7-16" fmla="*/ 1191959 h 2290475"/>
              <a:gd name="connsiteX8-17" fmla="*/ 225838 w 9212292"/>
              <a:gd name="connsiteY8-18" fmla="*/ 1206532 h 2290475"/>
              <a:gd name="connsiteX9-19" fmla="*/ 273749 w 9212292"/>
              <a:gd name="connsiteY9-20" fmla="*/ 1203770 h 2290475"/>
              <a:gd name="connsiteX10-21" fmla="*/ 348044 w 9212292"/>
              <a:gd name="connsiteY10-22" fmla="*/ 1278065 h 2290475"/>
              <a:gd name="connsiteX11-23" fmla="*/ 416433 w 9212292"/>
              <a:gd name="connsiteY11-24" fmla="*/ 1269397 h 2290475"/>
              <a:gd name="connsiteX12-25" fmla="*/ 464344 w 9212292"/>
              <a:gd name="connsiteY12-26" fmla="*/ 1260729 h 2290475"/>
              <a:gd name="connsiteX13-27" fmla="*/ 500348 w 9212292"/>
              <a:gd name="connsiteY13-28" fmla="*/ 1237488 h 2290475"/>
              <a:gd name="connsiteX14-29" fmla="*/ 544163 w 9212292"/>
              <a:gd name="connsiteY14-30" fmla="*/ 1253871 h 2290475"/>
              <a:gd name="connsiteX15-31" fmla="*/ 603885 w 9212292"/>
              <a:gd name="connsiteY15-32" fmla="*/ 1252919 h 2290475"/>
              <a:gd name="connsiteX16-33" fmla="*/ 641318 w 9212292"/>
              <a:gd name="connsiteY16-34" fmla="*/ 1241965 h 2290475"/>
              <a:gd name="connsiteX17-35" fmla="*/ 689610 w 9212292"/>
              <a:gd name="connsiteY17-36" fmla="*/ 1255681 h 2290475"/>
              <a:gd name="connsiteX18-37" fmla="*/ 724281 w 9212292"/>
              <a:gd name="connsiteY18-38" fmla="*/ 1248823 h 2290475"/>
              <a:gd name="connsiteX19-39" fmla="*/ 757523 w 9212292"/>
              <a:gd name="connsiteY19-40" fmla="*/ 1273493 h 2290475"/>
              <a:gd name="connsiteX20-41" fmla="*/ 810863 w 9212292"/>
              <a:gd name="connsiteY20-42" fmla="*/ 1271207 h 2290475"/>
              <a:gd name="connsiteX21-43" fmla="*/ 842296 w 9212292"/>
              <a:gd name="connsiteY21-44" fmla="*/ 1257491 h 2290475"/>
              <a:gd name="connsiteX22-45" fmla="*/ 896112 w 9212292"/>
              <a:gd name="connsiteY22-46" fmla="*/ 1274350 h 2290475"/>
              <a:gd name="connsiteX23-47" fmla="*/ 912971 w 9212292"/>
              <a:gd name="connsiteY23-48" fmla="*/ 1316736 h 2290475"/>
              <a:gd name="connsiteX24-49" fmla="*/ 992791 w 9212292"/>
              <a:gd name="connsiteY24-50" fmla="*/ 1301687 h 2290475"/>
              <a:gd name="connsiteX25-51" fmla="*/ 1044321 w 9212292"/>
              <a:gd name="connsiteY25-52" fmla="*/ 1324927 h 2290475"/>
              <a:gd name="connsiteX26-53" fmla="*/ 1130046 w 9212292"/>
              <a:gd name="connsiteY26-54" fmla="*/ 1380077 h 2290475"/>
              <a:gd name="connsiteX27-55" fmla="*/ 1189292 w 9212292"/>
              <a:gd name="connsiteY27-56" fmla="*/ 1376458 h 2290475"/>
              <a:gd name="connsiteX28-57" fmla="*/ 1224820 w 9212292"/>
              <a:gd name="connsiteY28-58" fmla="*/ 1357313 h 2290475"/>
              <a:gd name="connsiteX29-59" fmla="*/ 1279970 w 9212292"/>
              <a:gd name="connsiteY29-60" fmla="*/ 1360075 h 2290475"/>
              <a:gd name="connsiteX30-61" fmla="*/ 1461421 w 9212292"/>
              <a:gd name="connsiteY30-62" fmla="*/ 1248823 h 2290475"/>
              <a:gd name="connsiteX31-63" fmla="*/ 1591818 w 9212292"/>
              <a:gd name="connsiteY31-64" fmla="*/ 1239202 h 2290475"/>
              <a:gd name="connsiteX32-65" fmla="*/ 1698974 w 9212292"/>
              <a:gd name="connsiteY32-66" fmla="*/ 1256062 h 2290475"/>
              <a:gd name="connsiteX33-67" fmla="*/ 1791081 w 9212292"/>
              <a:gd name="connsiteY33-68" fmla="*/ 1240060 h 2290475"/>
              <a:gd name="connsiteX34-69" fmla="*/ 1894618 w 9212292"/>
              <a:gd name="connsiteY34-70" fmla="*/ 1178052 h 2290475"/>
              <a:gd name="connsiteX35-71" fmla="*/ 1961674 w 9212292"/>
              <a:gd name="connsiteY35-72" fmla="*/ 1113282 h 2290475"/>
              <a:gd name="connsiteX36-73" fmla="*/ 2013680 w 9212292"/>
              <a:gd name="connsiteY36-74" fmla="*/ 1063085 h 2290475"/>
              <a:gd name="connsiteX37-75" fmla="*/ 2096167 w 9212292"/>
              <a:gd name="connsiteY37-76" fmla="*/ 1040702 h 2290475"/>
              <a:gd name="connsiteX38-77" fmla="*/ 2184178 w 9212292"/>
              <a:gd name="connsiteY38-78" fmla="*/ 1081278 h 2290475"/>
              <a:gd name="connsiteX39-79" fmla="*/ 2230660 w 9212292"/>
              <a:gd name="connsiteY39-80" fmla="*/ 1022890 h 2290475"/>
              <a:gd name="connsiteX40-81" fmla="*/ 2327815 w 9212292"/>
              <a:gd name="connsiteY40-82" fmla="*/ 1035177 h 2290475"/>
              <a:gd name="connsiteX41-83" fmla="*/ 2419922 w 9212292"/>
              <a:gd name="connsiteY41-84" fmla="*/ 1029748 h 2290475"/>
              <a:gd name="connsiteX42-85" fmla="*/ 2444972 w 9212292"/>
              <a:gd name="connsiteY42-86" fmla="*/ 1046607 h 2290475"/>
              <a:gd name="connsiteX43-87" fmla="*/ 2547080 w 9212292"/>
              <a:gd name="connsiteY43-88" fmla="*/ 1016984 h 2290475"/>
              <a:gd name="connsiteX44-89" fmla="*/ 2923223 w 9212292"/>
              <a:gd name="connsiteY44-90" fmla="*/ 918972 h 2290475"/>
              <a:gd name="connsiteX45-91" fmla="*/ 2986183 w 9212292"/>
              <a:gd name="connsiteY45-92" fmla="*/ 883634 h 2290475"/>
              <a:gd name="connsiteX46-93" fmla="*/ 3147251 w 9212292"/>
              <a:gd name="connsiteY46-94" fmla="*/ 795433 h 2290475"/>
              <a:gd name="connsiteX47-95" fmla="*/ 3280982 w 9212292"/>
              <a:gd name="connsiteY47-96" fmla="*/ 730949 h 2290475"/>
              <a:gd name="connsiteX48-97" fmla="*/ 3448145 w 9212292"/>
              <a:gd name="connsiteY48-98" fmla="*/ 631889 h 2290475"/>
              <a:gd name="connsiteX49-99" fmla="*/ 3522345 w 9212292"/>
              <a:gd name="connsiteY49-100" fmla="*/ 582073 h 2290475"/>
              <a:gd name="connsiteX50-101" fmla="*/ 3565493 w 9212292"/>
              <a:gd name="connsiteY50-102" fmla="*/ 550450 h 2290475"/>
              <a:gd name="connsiteX51-103" fmla="*/ 3653028 w 9212292"/>
              <a:gd name="connsiteY51-104" fmla="*/ 495109 h 2290475"/>
              <a:gd name="connsiteX52-105" fmla="*/ 3690080 w 9212292"/>
              <a:gd name="connsiteY52-106" fmla="*/ 452533 h 2290475"/>
              <a:gd name="connsiteX53-107" fmla="*/ 3742373 w 9212292"/>
              <a:gd name="connsiteY53-108" fmla="*/ 446437 h 2290475"/>
              <a:gd name="connsiteX54-109" fmla="*/ 3769709 w 9212292"/>
              <a:gd name="connsiteY54-110" fmla="*/ 442817 h 2290475"/>
              <a:gd name="connsiteX55-111" fmla="*/ 3848767 w 9212292"/>
              <a:gd name="connsiteY55-112" fmla="*/ 520637 h 2290475"/>
              <a:gd name="connsiteX56-113" fmla="*/ 3938778 w 9212292"/>
              <a:gd name="connsiteY56-114" fmla="*/ 574167 h 2290475"/>
              <a:gd name="connsiteX57-115" fmla="*/ 4046982 w 9212292"/>
              <a:gd name="connsiteY57-116" fmla="*/ 579596 h 2290475"/>
              <a:gd name="connsiteX58-117" fmla="*/ 4097465 w 9212292"/>
              <a:gd name="connsiteY58-118" fmla="*/ 541877 h 2290475"/>
              <a:gd name="connsiteX59-119" fmla="*/ 4235482 w 9212292"/>
              <a:gd name="connsiteY59-120" fmla="*/ 613029 h 2290475"/>
              <a:gd name="connsiteX60-121" fmla="*/ 4359498 w 9212292"/>
              <a:gd name="connsiteY60-122" fmla="*/ 676847 h 2290475"/>
              <a:gd name="connsiteX61-123" fmla="*/ 4478655 w 9212292"/>
              <a:gd name="connsiteY61-124" fmla="*/ 718185 h 2290475"/>
              <a:gd name="connsiteX62-125" fmla="*/ 4528471 w 9212292"/>
              <a:gd name="connsiteY62-126" fmla="*/ 711518 h 2290475"/>
              <a:gd name="connsiteX63-127" fmla="*/ 4644581 w 9212292"/>
              <a:gd name="connsiteY63-128" fmla="*/ 775335 h 2290475"/>
              <a:gd name="connsiteX64-129" fmla="*/ 4791742 w 9212292"/>
              <a:gd name="connsiteY64-130" fmla="*/ 754094 h 2290475"/>
              <a:gd name="connsiteX65-131" fmla="*/ 4936427 w 9212292"/>
              <a:gd name="connsiteY65-132" fmla="*/ 879920 h 2290475"/>
              <a:gd name="connsiteX66-133" fmla="*/ 5090255 w 9212292"/>
              <a:gd name="connsiteY66-134" fmla="*/ 913924 h 2290475"/>
              <a:gd name="connsiteX67-135" fmla="*/ 5191792 w 9212292"/>
              <a:gd name="connsiteY67-136" fmla="*/ 913352 h 2290475"/>
              <a:gd name="connsiteX68-137" fmla="*/ 5345620 w 9212292"/>
              <a:gd name="connsiteY68-138" fmla="*/ 963168 h 2290475"/>
              <a:gd name="connsiteX69-139" fmla="*/ 5604034 w 9212292"/>
              <a:gd name="connsiteY69-140" fmla="*/ 797147 h 2290475"/>
              <a:gd name="connsiteX70-141" fmla="*/ 5767578 w 9212292"/>
              <a:gd name="connsiteY70-142" fmla="*/ 722376 h 2290475"/>
              <a:gd name="connsiteX71-143" fmla="*/ 5877021 w 9212292"/>
              <a:gd name="connsiteY71-144" fmla="*/ 774097 h 2290475"/>
              <a:gd name="connsiteX72-145" fmla="*/ 5929884 w 9212292"/>
              <a:gd name="connsiteY72-146" fmla="*/ 730282 h 2290475"/>
              <a:gd name="connsiteX73-147" fmla="*/ 6018657 w 9212292"/>
              <a:gd name="connsiteY73-148" fmla="*/ 812959 h 2290475"/>
              <a:gd name="connsiteX74-149" fmla="*/ 6095905 w 9212292"/>
              <a:gd name="connsiteY74-150" fmla="*/ 814769 h 2290475"/>
              <a:gd name="connsiteX75-151" fmla="*/ 6818186 w 9212292"/>
              <a:gd name="connsiteY75-152" fmla="*/ 211646 h 2290475"/>
              <a:gd name="connsiteX76-153" fmla="*/ 6958584 w 9212292"/>
              <a:gd name="connsiteY76-154" fmla="*/ 249936 h 2290475"/>
              <a:gd name="connsiteX77-155" fmla="*/ 7153751 w 9212292"/>
              <a:gd name="connsiteY77-156" fmla="*/ 410432 h 2290475"/>
              <a:gd name="connsiteX78-157" fmla="*/ 7212140 w 9212292"/>
              <a:gd name="connsiteY78-158" fmla="*/ 423196 h 2290475"/>
              <a:gd name="connsiteX79-159" fmla="*/ 7281482 w 9212292"/>
              <a:gd name="connsiteY79-160" fmla="*/ 357569 h 2290475"/>
              <a:gd name="connsiteX80-161" fmla="*/ 7400068 w 9212292"/>
              <a:gd name="connsiteY80-162" fmla="*/ 465201 h 2290475"/>
              <a:gd name="connsiteX81-163" fmla="*/ 7744778 w 9212292"/>
              <a:gd name="connsiteY81-164" fmla="*/ 149638 h 2290475"/>
              <a:gd name="connsiteX82-165" fmla="*/ 7866983 w 9212292"/>
              <a:gd name="connsiteY82-166" fmla="*/ 135065 h 2290475"/>
              <a:gd name="connsiteX83-167" fmla="*/ 7954518 w 9212292"/>
              <a:gd name="connsiteY83-168" fmla="*/ 74867 h 2290475"/>
              <a:gd name="connsiteX84-169" fmla="*/ 8011097 w 9212292"/>
              <a:gd name="connsiteY84-170" fmla="*/ 52959 h 2290475"/>
              <a:gd name="connsiteX85-171" fmla="*/ 8116919 w 9212292"/>
              <a:gd name="connsiteY85-172" fmla="*/ 180594 h 2290475"/>
              <a:gd name="connsiteX86-173" fmla="*/ 8255508 w 9212292"/>
              <a:gd name="connsiteY86-174" fmla="*/ 60198 h 2290475"/>
              <a:gd name="connsiteX87-175" fmla="*/ 8352187 w 9212292"/>
              <a:gd name="connsiteY87-176" fmla="*/ 0 h 2290475"/>
              <a:gd name="connsiteX88-177" fmla="*/ 8423339 w 9212292"/>
              <a:gd name="connsiteY88-178" fmla="*/ 111252 h 2290475"/>
              <a:gd name="connsiteX89-179" fmla="*/ 8550973 w 9212292"/>
              <a:gd name="connsiteY89-180" fmla="*/ 109442 h 2290475"/>
              <a:gd name="connsiteX90-181" fmla="*/ 8751570 w 9212292"/>
              <a:gd name="connsiteY90-182" fmla="*/ 390334 h 2290475"/>
              <a:gd name="connsiteX91-183" fmla="*/ 9099899 w 9212292"/>
              <a:gd name="connsiteY91-184" fmla="*/ 662083 h 2290475"/>
              <a:gd name="connsiteX92-185" fmla="*/ 9143714 w 9212292"/>
              <a:gd name="connsiteY92-186" fmla="*/ 703993 h 2290475"/>
              <a:gd name="connsiteX93" fmla="*/ 9212292 w 9212292"/>
              <a:gd name="connsiteY93" fmla="*/ 2290475 h 2290475"/>
              <a:gd name="connsiteX0-187" fmla="*/ 9143714 w 9143714"/>
              <a:gd name="connsiteY0-188" fmla="*/ 2221897 h 2221897"/>
              <a:gd name="connsiteX1-189" fmla="*/ 0 w 9143714"/>
              <a:gd name="connsiteY1-190" fmla="*/ 2221897 h 2221897"/>
              <a:gd name="connsiteX2-191" fmla="*/ 0 w 9143714"/>
              <a:gd name="connsiteY2-192" fmla="*/ 1103376 h 2221897"/>
              <a:gd name="connsiteX3-193" fmla="*/ 0 w 9143714"/>
              <a:gd name="connsiteY3-194" fmla="*/ 1103948 h 2221897"/>
              <a:gd name="connsiteX4-195" fmla="*/ 39815 w 9143714"/>
              <a:gd name="connsiteY4-196" fmla="*/ 1110806 h 2221897"/>
              <a:gd name="connsiteX5-197" fmla="*/ 79915 w 9143714"/>
              <a:gd name="connsiteY5-198" fmla="*/ 1149572 h 2221897"/>
              <a:gd name="connsiteX6-199" fmla="*/ 147447 w 9143714"/>
              <a:gd name="connsiteY6-200" fmla="*/ 1193768 h 2221897"/>
              <a:gd name="connsiteX7-201" fmla="*/ 185261 w 9143714"/>
              <a:gd name="connsiteY7-202" fmla="*/ 1191959 h 2221897"/>
              <a:gd name="connsiteX8-203" fmla="*/ 225838 w 9143714"/>
              <a:gd name="connsiteY8-204" fmla="*/ 1206532 h 2221897"/>
              <a:gd name="connsiteX9-205" fmla="*/ 273749 w 9143714"/>
              <a:gd name="connsiteY9-206" fmla="*/ 1203770 h 2221897"/>
              <a:gd name="connsiteX10-207" fmla="*/ 348044 w 9143714"/>
              <a:gd name="connsiteY10-208" fmla="*/ 1278065 h 2221897"/>
              <a:gd name="connsiteX11-209" fmla="*/ 416433 w 9143714"/>
              <a:gd name="connsiteY11-210" fmla="*/ 1269397 h 2221897"/>
              <a:gd name="connsiteX12-211" fmla="*/ 464344 w 9143714"/>
              <a:gd name="connsiteY12-212" fmla="*/ 1260729 h 2221897"/>
              <a:gd name="connsiteX13-213" fmla="*/ 500348 w 9143714"/>
              <a:gd name="connsiteY13-214" fmla="*/ 1237488 h 2221897"/>
              <a:gd name="connsiteX14-215" fmla="*/ 544163 w 9143714"/>
              <a:gd name="connsiteY14-216" fmla="*/ 1253871 h 2221897"/>
              <a:gd name="connsiteX15-217" fmla="*/ 603885 w 9143714"/>
              <a:gd name="connsiteY15-218" fmla="*/ 1252919 h 2221897"/>
              <a:gd name="connsiteX16-219" fmla="*/ 641318 w 9143714"/>
              <a:gd name="connsiteY16-220" fmla="*/ 1241965 h 2221897"/>
              <a:gd name="connsiteX17-221" fmla="*/ 689610 w 9143714"/>
              <a:gd name="connsiteY17-222" fmla="*/ 1255681 h 2221897"/>
              <a:gd name="connsiteX18-223" fmla="*/ 724281 w 9143714"/>
              <a:gd name="connsiteY18-224" fmla="*/ 1248823 h 2221897"/>
              <a:gd name="connsiteX19-225" fmla="*/ 757523 w 9143714"/>
              <a:gd name="connsiteY19-226" fmla="*/ 1273493 h 2221897"/>
              <a:gd name="connsiteX20-227" fmla="*/ 810863 w 9143714"/>
              <a:gd name="connsiteY20-228" fmla="*/ 1271207 h 2221897"/>
              <a:gd name="connsiteX21-229" fmla="*/ 842296 w 9143714"/>
              <a:gd name="connsiteY21-230" fmla="*/ 1257491 h 2221897"/>
              <a:gd name="connsiteX22-231" fmla="*/ 896112 w 9143714"/>
              <a:gd name="connsiteY22-232" fmla="*/ 1274350 h 2221897"/>
              <a:gd name="connsiteX23-233" fmla="*/ 912971 w 9143714"/>
              <a:gd name="connsiteY23-234" fmla="*/ 1316736 h 2221897"/>
              <a:gd name="connsiteX24-235" fmla="*/ 992791 w 9143714"/>
              <a:gd name="connsiteY24-236" fmla="*/ 1301687 h 2221897"/>
              <a:gd name="connsiteX25-237" fmla="*/ 1044321 w 9143714"/>
              <a:gd name="connsiteY25-238" fmla="*/ 1324927 h 2221897"/>
              <a:gd name="connsiteX26-239" fmla="*/ 1130046 w 9143714"/>
              <a:gd name="connsiteY26-240" fmla="*/ 1380077 h 2221897"/>
              <a:gd name="connsiteX27-241" fmla="*/ 1189292 w 9143714"/>
              <a:gd name="connsiteY27-242" fmla="*/ 1376458 h 2221897"/>
              <a:gd name="connsiteX28-243" fmla="*/ 1224820 w 9143714"/>
              <a:gd name="connsiteY28-244" fmla="*/ 1357313 h 2221897"/>
              <a:gd name="connsiteX29-245" fmla="*/ 1279970 w 9143714"/>
              <a:gd name="connsiteY29-246" fmla="*/ 1360075 h 2221897"/>
              <a:gd name="connsiteX30-247" fmla="*/ 1461421 w 9143714"/>
              <a:gd name="connsiteY30-248" fmla="*/ 1248823 h 2221897"/>
              <a:gd name="connsiteX31-249" fmla="*/ 1591818 w 9143714"/>
              <a:gd name="connsiteY31-250" fmla="*/ 1239202 h 2221897"/>
              <a:gd name="connsiteX32-251" fmla="*/ 1698974 w 9143714"/>
              <a:gd name="connsiteY32-252" fmla="*/ 1256062 h 2221897"/>
              <a:gd name="connsiteX33-253" fmla="*/ 1791081 w 9143714"/>
              <a:gd name="connsiteY33-254" fmla="*/ 1240060 h 2221897"/>
              <a:gd name="connsiteX34-255" fmla="*/ 1894618 w 9143714"/>
              <a:gd name="connsiteY34-256" fmla="*/ 1178052 h 2221897"/>
              <a:gd name="connsiteX35-257" fmla="*/ 1961674 w 9143714"/>
              <a:gd name="connsiteY35-258" fmla="*/ 1113282 h 2221897"/>
              <a:gd name="connsiteX36-259" fmla="*/ 2013680 w 9143714"/>
              <a:gd name="connsiteY36-260" fmla="*/ 1063085 h 2221897"/>
              <a:gd name="connsiteX37-261" fmla="*/ 2096167 w 9143714"/>
              <a:gd name="connsiteY37-262" fmla="*/ 1040702 h 2221897"/>
              <a:gd name="connsiteX38-263" fmla="*/ 2184178 w 9143714"/>
              <a:gd name="connsiteY38-264" fmla="*/ 1081278 h 2221897"/>
              <a:gd name="connsiteX39-265" fmla="*/ 2230660 w 9143714"/>
              <a:gd name="connsiteY39-266" fmla="*/ 1022890 h 2221897"/>
              <a:gd name="connsiteX40-267" fmla="*/ 2327815 w 9143714"/>
              <a:gd name="connsiteY40-268" fmla="*/ 1035177 h 2221897"/>
              <a:gd name="connsiteX41-269" fmla="*/ 2419922 w 9143714"/>
              <a:gd name="connsiteY41-270" fmla="*/ 1029748 h 2221897"/>
              <a:gd name="connsiteX42-271" fmla="*/ 2444972 w 9143714"/>
              <a:gd name="connsiteY42-272" fmla="*/ 1046607 h 2221897"/>
              <a:gd name="connsiteX43-273" fmla="*/ 2547080 w 9143714"/>
              <a:gd name="connsiteY43-274" fmla="*/ 1016984 h 2221897"/>
              <a:gd name="connsiteX44-275" fmla="*/ 2923223 w 9143714"/>
              <a:gd name="connsiteY44-276" fmla="*/ 918972 h 2221897"/>
              <a:gd name="connsiteX45-277" fmla="*/ 2986183 w 9143714"/>
              <a:gd name="connsiteY45-278" fmla="*/ 883634 h 2221897"/>
              <a:gd name="connsiteX46-279" fmla="*/ 3147251 w 9143714"/>
              <a:gd name="connsiteY46-280" fmla="*/ 795433 h 2221897"/>
              <a:gd name="connsiteX47-281" fmla="*/ 3280982 w 9143714"/>
              <a:gd name="connsiteY47-282" fmla="*/ 730949 h 2221897"/>
              <a:gd name="connsiteX48-283" fmla="*/ 3448145 w 9143714"/>
              <a:gd name="connsiteY48-284" fmla="*/ 631889 h 2221897"/>
              <a:gd name="connsiteX49-285" fmla="*/ 3522345 w 9143714"/>
              <a:gd name="connsiteY49-286" fmla="*/ 582073 h 2221897"/>
              <a:gd name="connsiteX50-287" fmla="*/ 3565493 w 9143714"/>
              <a:gd name="connsiteY50-288" fmla="*/ 550450 h 2221897"/>
              <a:gd name="connsiteX51-289" fmla="*/ 3653028 w 9143714"/>
              <a:gd name="connsiteY51-290" fmla="*/ 495109 h 2221897"/>
              <a:gd name="connsiteX52-291" fmla="*/ 3690080 w 9143714"/>
              <a:gd name="connsiteY52-292" fmla="*/ 452533 h 2221897"/>
              <a:gd name="connsiteX53-293" fmla="*/ 3742373 w 9143714"/>
              <a:gd name="connsiteY53-294" fmla="*/ 446437 h 2221897"/>
              <a:gd name="connsiteX54-295" fmla="*/ 3769709 w 9143714"/>
              <a:gd name="connsiteY54-296" fmla="*/ 442817 h 2221897"/>
              <a:gd name="connsiteX55-297" fmla="*/ 3848767 w 9143714"/>
              <a:gd name="connsiteY55-298" fmla="*/ 520637 h 2221897"/>
              <a:gd name="connsiteX56-299" fmla="*/ 3938778 w 9143714"/>
              <a:gd name="connsiteY56-300" fmla="*/ 574167 h 2221897"/>
              <a:gd name="connsiteX57-301" fmla="*/ 4046982 w 9143714"/>
              <a:gd name="connsiteY57-302" fmla="*/ 579596 h 2221897"/>
              <a:gd name="connsiteX58-303" fmla="*/ 4097465 w 9143714"/>
              <a:gd name="connsiteY58-304" fmla="*/ 541877 h 2221897"/>
              <a:gd name="connsiteX59-305" fmla="*/ 4235482 w 9143714"/>
              <a:gd name="connsiteY59-306" fmla="*/ 613029 h 2221897"/>
              <a:gd name="connsiteX60-307" fmla="*/ 4359498 w 9143714"/>
              <a:gd name="connsiteY60-308" fmla="*/ 676847 h 2221897"/>
              <a:gd name="connsiteX61-309" fmla="*/ 4478655 w 9143714"/>
              <a:gd name="connsiteY61-310" fmla="*/ 718185 h 2221897"/>
              <a:gd name="connsiteX62-311" fmla="*/ 4528471 w 9143714"/>
              <a:gd name="connsiteY62-312" fmla="*/ 711518 h 2221897"/>
              <a:gd name="connsiteX63-313" fmla="*/ 4644581 w 9143714"/>
              <a:gd name="connsiteY63-314" fmla="*/ 775335 h 2221897"/>
              <a:gd name="connsiteX64-315" fmla="*/ 4791742 w 9143714"/>
              <a:gd name="connsiteY64-316" fmla="*/ 754094 h 2221897"/>
              <a:gd name="connsiteX65-317" fmla="*/ 4936427 w 9143714"/>
              <a:gd name="connsiteY65-318" fmla="*/ 879920 h 2221897"/>
              <a:gd name="connsiteX66-319" fmla="*/ 5090255 w 9143714"/>
              <a:gd name="connsiteY66-320" fmla="*/ 913924 h 2221897"/>
              <a:gd name="connsiteX67-321" fmla="*/ 5191792 w 9143714"/>
              <a:gd name="connsiteY67-322" fmla="*/ 913352 h 2221897"/>
              <a:gd name="connsiteX68-323" fmla="*/ 5345620 w 9143714"/>
              <a:gd name="connsiteY68-324" fmla="*/ 963168 h 2221897"/>
              <a:gd name="connsiteX69-325" fmla="*/ 5604034 w 9143714"/>
              <a:gd name="connsiteY69-326" fmla="*/ 797147 h 2221897"/>
              <a:gd name="connsiteX70-327" fmla="*/ 5767578 w 9143714"/>
              <a:gd name="connsiteY70-328" fmla="*/ 722376 h 2221897"/>
              <a:gd name="connsiteX71-329" fmla="*/ 5877021 w 9143714"/>
              <a:gd name="connsiteY71-330" fmla="*/ 774097 h 2221897"/>
              <a:gd name="connsiteX72-331" fmla="*/ 5929884 w 9143714"/>
              <a:gd name="connsiteY72-332" fmla="*/ 730282 h 2221897"/>
              <a:gd name="connsiteX73-333" fmla="*/ 6018657 w 9143714"/>
              <a:gd name="connsiteY73-334" fmla="*/ 812959 h 2221897"/>
              <a:gd name="connsiteX74-335" fmla="*/ 6095905 w 9143714"/>
              <a:gd name="connsiteY74-336" fmla="*/ 814769 h 2221897"/>
              <a:gd name="connsiteX75-337" fmla="*/ 6818186 w 9143714"/>
              <a:gd name="connsiteY75-338" fmla="*/ 211646 h 2221897"/>
              <a:gd name="connsiteX76-339" fmla="*/ 6958584 w 9143714"/>
              <a:gd name="connsiteY76-340" fmla="*/ 249936 h 2221897"/>
              <a:gd name="connsiteX77-341" fmla="*/ 7153751 w 9143714"/>
              <a:gd name="connsiteY77-342" fmla="*/ 410432 h 2221897"/>
              <a:gd name="connsiteX78-343" fmla="*/ 7212140 w 9143714"/>
              <a:gd name="connsiteY78-344" fmla="*/ 423196 h 2221897"/>
              <a:gd name="connsiteX79-345" fmla="*/ 7281482 w 9143714"/>
              <a:gd name="connsiteY79-346" fmla="*/ 357569 h 2221897"/>
              <a:gd name="connsiteX80-347" fmla="*/ 7400068 w 9143714"/>
              <a:gd name="connsiteY80-348" fmla="*/ 465201 h 2221897"/>
              <a:gd name="connsiteX81-349" fmla="*/ 7744778 w 9143714"/>
              <a:gd name="connsiteY81-350" fmla="*/ 149638 h 2221897"/>
              <a:gd name="connsiteX82-351" fmla="*/ 7866983 w 9143714"/>
              <a:gd name="connsiteY82-352" fmla="*/ 135065 h 2221897"/>
              <a:gd name="connsiteX83-353" fmla="*/ 7954518 w 9143714"/>
              <a:gd name="connsiteY83-354" fmla="*/ 74867 h 2221897"/>
              <a:gd name="connsiteX84-355" fmla="*/ 8011097 w 9143714"/>
              <a:gd name="connsiteY84-356" fmla="*/ 52959 h 2221897"/>
              <a:gd name="connsiteX85-357" fmla="*/ 8116919 w 9143714"/>
              <a:gd name="connsiteY85-358" fmla="*/ 180594 h 2221897"/>
              <a:gd name="connsiteX86-359" fmla="*/ 8255508 w 9143714"/>
              <a:gd name="connsiteY86-360" fmla="*/ 60198 h 2221897"/>
              <a:gd name="connsiteX87-361" fmla="*/ 8352187 w 9143714"/>
              <a:gd name="connsiteY87-362" fmla="*/ 0 h 2221897"/>
              <a:gd name="connsiteX88-363" fmla="*/ 8423339 w 9143714"/>
              <a:gd name="connsiteY88-364" fmla="*/ 111252 h 2221897"/>
              <a:gd name="connsiteX89-365" fmla="*/ 8550973 w 9143714"/>
              <a:gd name="connsiteY89-366" fmla="*/ 109442 h 2221897"/>
              <a:gd name="connsiteX90-367" fmla="*/ 8751570 w 9143714"/>
              <a:gd name="connsiteY90-368" fmla="*/ 390334 h 2221897"/>
              <a:gd name="connsiteX91-369" fmla="*/ 9099899 w 9143714"/>
              <a:gd name="connsiteY91-370" fmla="*/ 662083 h 2221897"/>
              <a:gd name="connsiteX92-371" fmla="*/ 9143714 w 9143714"/>
              <a:gd name="connsiteY92-372" fmla="*/ 703993 h 2221897"/>
              <a:gd name="connsiteX0-373" fmla="*/ 0 w 9143714"/>
              <a:gd name="connsiteY0-374" fmla="*/ 2221897 h 2221897"/>
              <a:gd name="connsiteX1-375" fmla="*/ 0 w 9143714"/>
              <a:gd name="connsiteY1-376" fmla="*/ 1103376 h 2221897"/>
              <a:gd name="connsiteX2-377" fmla="*/ 0 w 9143714"/>
              <a:gd name="connsiteY2-378" fmla="*/ 1103948 h 2221897"/>
              <a:gd name="connsiteX3-379" fmla="*/ 39815 w 9143714"/>
              <a:gd name="connsiteY3-380" fmla="*/ 1110806 h 2221897"/>
              <a:gd name="connsiteX4-381" fmla="*/ 79915 w 9143714"/>
              <a:gd name="connsiteY4-382" fmla="*/ 1149572 h 2221897"/>
              <a:gd name="connsiteX5-383" fmla="*/ 147447 w 9143714"/>
              <a:gd name="connsiteY5-384" fmla="*/ 1193768 h 2221897"/>
              <a:gd name="connsiteX6-385" fmla="*/ 185261 w 9143714"/>
              <a:gd name="connsiteY6-386" fmla="*/ 1191959 h 2221897"/>
              <a:gd name="connsiteX7-387" fmla="*/ 225838 w 9143714"/>
              <a:gd name="connsiteY7-388" fmla="*/ 1206532 h 2221897"/>
              <a:gd name="connsiteX8-389" fmla="*/ 273749 w 9143714"/>
              <a:gd name="connsiteY8-390" fmla="*/ 1203770 h 2221897"/>
              <a:gd name="connsiteX9-391" fmla="*/ 348044 w 9143714"/>
              <a:gd name="connsiteY9-392" fmla="*/ 1278065 h 2221897"/>
              <a:gd name="connsiteX10-393" fmla="*/ 416433 w 9143714"/>
              <a:gd name="connsiteY10-394" fmla="*/ 1269397 h 2221897"/>
              <a:gd name="connsiteX11-395" fmla="*/ 464344 w 9143714"/>
              <a:gd name="connsiteY11-396" fmla="*/ 1260729 h 2221897"/>
              <a:gd name="connsiteX12-397" fmla="*/ 500348 w 9143714"/>
              <a:gd name="connsiteY12-398" fmla="*/ 1237488 h 2221897"/>
              <a:gd name="connsiteX13-399" fmla="*/ 544163 w 9143714"/>
              <a:gd name="connsiteY13-400" fmla="*/ 1253871 h 2221897"/>
              <a:gd name="connsiteX14-401" fmla="*/ 603885 w 9143714"/>
              <a:gd name="connsiteY14-402" fmla="*/ 1252919 h 2221897"/>
              <a:gd name="connsiteX15-403" fmla="*/ 641318 w 9143714"/>
              <a:gd name="connsiteY15-404" fmla="*/ 1241965 h 2221897"/>
              <a:gd name="connsiteX16-405" fmla="*/ 689610 w 9143714"/>
              <a:gd name="connsiteY16-406" fmla="*/ 1255681 h 2221897"/>
              <a:gd name="connsiteX17-407" fmla="*/ 724281 w 9143714"/>
              <a:gd name="connsiteY17-408" fmla="*/ 1248823 h 2221897"/>
              <a:gd name="connsiteX18-409" fmla="*/ 757523 w 9143714"/>
              <a:gd name="connsiteY18-410" fmla="*/ 1273493 h 2221897"/>
              <a:gd name="connsiteX19-411" fmla="*/ 810863 w 9143714"/>
              <a:gd name="connsiteY19-412" fmla="*/ 1271207 h 2221897"/>
              <a:gd name="connsiteX20-413" fmla="*/ 842296 w 9143714"/>
              <a:gd name="connsiteY20-414" fmla="*/ 1257491 h 2221897"/>
              <a:gd name="connsiteX21-415" fmla="*/ 896112 w 9143714"/>
              <a:gd name="connsiteY21-416" fmla="*/ 1274350 h 2221897"/>
              <a:gd name="connsiteX22-417" fmla="*/ 912971 w 9143714"/>
              <a:gd name="connsiteY22-418" fmla="*/ 1316736 h 2221897"/>
              <a:gd name="connsiteX23-419" fmla="*/ 992791 w 9143714"/>
              <a:gd name="connsiteY23-420" fmla="*/ 1301687 h 2221897"/>
              <a:gd name="connsiteX24-421" fmla="*/ 1044321 w 9143714"/>
              <a:gd name="connsiteY24-422" fmla="*/ 1324927 h 2221897"/>
              <a:gd name="connsiteX25-423" fmla="*/ 1130046 w 9143714"/>
              <a:gd name="connsiteY25-424" fmla="*/ 1380077 h 2221897"/>
              <a:gd name="connsiteX26-425" fmla="*/ 1189292 w 9143714"/>
              <a:gd name="connsiteY26-426" fmla="*/ 1376458 h 2221897"/>
              <a:gd name="connsiteX27-427" fmla="*/ 1224820 w 9143714"/>
              <a:gd name="connsiteY27-428" fmla="*/ 1357313 h 2221897"/>
              <a:gd name="connsiteX28-429" fmla="*/ 1279970 w 9143714"/>
              <a:gd name="connsiteY28-430" fmla="*/ 1360075 h 2221897"/>
              <a:gd name="connsiteX29-431" fmla="*/ 1461421 w 9143714"/>
              <a:gd name="connsiteY29-432" fmla="*/ 1248823 h 2221897"/>
              <a:gd name="connsiteX30-433" fmla="*/ 1591818 w 9143714"/>
              <a:gd name="connsiteY30-434" fmla="*/ 1239202 h 2221897"/>
              <a:gd name="connsiteX31-435" fmla="*/ 1698974 w 9143714"/>
              <a:gd name="connsiteY31-436" fmla="*/ 1256062 h 2221897"/>
              <a:gd name="connsiteX32-437" fmla="*/ 1791081 w 9143714"/>
              <a:gd name="connsiteY32-438" fmla="*/ 1240060 h 2221897"/>
              <a:gd name="connsiteX33-439" fmla="*/ 1894618 w 9143714"/>
              <a:gd name="connsiteY33-440" fmla="*/ 1178052 h 2221897"/>
              <a:gd name="connsiteX34-441" fmla="*/ 1961674 w 9143714"/>
              <a:gd name="connsiteY34-442" fmla="*/ 1113282 h 2221897"/>
              <a:gd name="connsiteX35-443" fmla="*/ 2013680 w 9143714"/>
              <a:gd name="connsiteY35-444" fmla="*/ 1063085 h 2221897"/>
              <a:gd name="connsiteX36-445" fmla="*/ 2096167 w 9143714"/>
              <a:gd name="connsiteY36-446" fmla="*/ 1040702 h 2221897"/>
              <a:gd name="connsiteX37-447" fmla="*/ 2184178 w 9143714"/>
              <a:gd name="connsiteY37-448" fmla="*/ 1081278 h 2221897"/>
              <a:gd name="connsiteX38-449" fmla="*/ 2230660 w 9143714"/>
              <a:gd name="connsiteY38-450" fmla="*/ 1022890 h 2221897"/>
              <a:gd name="connsiteX39-451" fmla="*/ 2327815 w 9143714"/>
              <a:gd name="connsiteY39-452" fmla="*/ 1035177 h 2221897"/>
              <a:gd name="connsiteX40-453" fmla="*/ 2419922 w 9143714"/>
              <a:gd name="connsiteY40-454" fmla="*/ 1029748 h 2221897"/>
              <a:gd name="connsiteX41-455" fmla="*/ 2444972 w 9143714"/>
              <a:gd name="connsiteY41-456" fmla="*/ 1046607 h 2221897"/>
              <a:gd name="connsiteX42-457" fmla="*/ 2547080 w 9143714"/>
              <a:gd name="connsiteY42-458" fmla="*/ 1016984 h 2221897"/>
              <a:gd name="connsiteX43-459" fmla="*/ 2923223 w 9143714"/>
              <a:gd name="connsiteY43-460" fmla="*/ 918972 h 2221897"/>
              <a:gd name="connsiteX44-461" fmla="*/ 2986183 w 9143714"/>
              <a:gd name="connsiteY44-462" fmla="*/ 883634 h 2221897"/>
              <a:gd name="connsiteX45-463" fmla="*/ 3147251 w 9143714"/>
              <a:gd name="connsiteY45-464" fmla="*/ 795433 h 2221897"/>
              <a:gd name="connsiteX46-465" fmla="*/ 3280982 w 9143714"/>
              <a:gd name="connsiteY46-466" fmla="*/ 730949 h 2221897"/>
              <a:gd name="connsiteX47-467" fmla="*/ 3448145 w 9143714"/>
              <a:gd name="connsiteY47-468" fmla="*/ 631889 h 2221897"/>
              <a:gd name="connsiteX48-469" fmla="*/ 3522345 w 9143714"/>
              <a:gd name="connsiteY48-470" fmla="*/ 582073 h 2221897"/>
              <a:gd name="connsiteX49-471" fmla="*/ 3565493 w 9143714"/>
              <a:gd name="connsiteY49-472" fmla="*/ 550450 h 2221897"/>
              <a:gd name="connsiteX50-473" fmla="*/ 3653028 w 9143714"/>
              <a:gd name="connsiteY50-474" fmla="*/ 495109 h 2221897"/>
              <a:gd name="connsiteX51-475" fmla="*/ 3690080 w 9143714"/>
              <a:gd name="connsiteY51-476" fmla="*/ 452533 h 2221897"/>
              <a:gd name="connsiteX52-477" fmla="*/ 3742373 w 9143714"/>
              <a:gd name="connsiteY52-478" fmla="*/ 446437 h 2221897"/>
              <a:gd name="connsiteX53-479" fmla="*/ 3769709 w 9143714"/>
              <a:gd name="connsiteY53-480" fmla="*/ 442817 h 2221897"/>
              <a:gd name="connsiteX54-481" fmla="*/ 3848767 w 9143714"/>
              <a:gd name="connsiteY54-482" fmla="*/ 520637 h 2221897"/>
              <a:gd name="connsiteX55-483" fmla="*/ 3938778 w 9143714"/>
              <a:gd name="connsiteY55-484" fmla="*/ 574167 h 2221897"/>
              <a:gd name="connsiteX56-485" fmla="*/ 4046982 w 9143714"/>
              <a:gd name="connsiteY56-486" fmla="*/ 579596 h 2221897"/>
              <a:gd name="connsiteX57-487" fmla="*/ 4097465 w 9143714"/>
              <a:gd name="connsiteY57-488" fmla="*/ 541877 h 2221897"/>
              <a:gd name="connsiteX58-489" fmla="*/ 4235482 w 9143714"/>
              <a:gd name="connsiteY58-490" fmla="*/ 613029 h 2221897"/>
              <a:gd name="connsiteX59-491" fmla="*/ 4359498 w 9143714"/>
              <a:gd name="connsiteY59-492" fmla="*/ 676847 h 2221897"/>
              <a:gd name="connsiteX60-493" fmla="*/ 4478655 w 9143714"/>
              <a:gd name="connsiteY60-494" fmla="*/ 718185 h 2221897"/>
              <a:gd name="connsiteX61-495" fmla="*/ 4528471 w 9143714"/>
              <a:gd name="connsiteY61-496" fmla="*/ 711518 h 2221897"/>
              <a:gd name="connsiteX62-497" fmla="*/ 4644581 w 9143714"/>
              <a:gd name="connsiteY62-498" fmla="*/ 775335 h 2221897"/>
              <a:gd name="connsiteX63-499" fmla="*/ 4791742 w 9143714"/>
              <a:gd name="connsiteY63-500" fmla="*/ 754094 h 2221897"/>
              <a:gd name="connsiteX64-501" fmla="*/ 4936427 w 9143714"/>
              <a:gd name="connsiteY64-502" fmla="*/ 879920 h 2221897"/>
              <a:gd name="connsiteX65-503" fmla="*/ 5090255 w 9143714"/>
              <a:gd name="connsiteY65-504" fmla="*/ 913924 h 2221897"/>
              <a:gd name="connsiteX66-505" fmla="*/ 5191792 w 9143714"/>
              <a:gd name="connsiteY66-506" fmla="*/ 913352 h 2221897"/>
              <a:gd name="connsiteX67-507" fmla="*/ 5345620 w 9143714"/>
              <a:gd name="connsiteY67-508" fmla="*/ 963168 h 2221897"/>
              <a:gd name="connsiteX68-509" fmla="*/ 5604034 w 9143714"/>
              <a:gd name="connsiteY68-510" fmla="*/ 797147 h 2221897"/>
              <a:gd name="connsiteX69-511" fmla="*/ 5767578 w 9143714"/>
              <a:gd name="connsiteY69-512" fmla="*/ 722376 h 2221897"/>
              <a:gd name="connsiteX70-513" fmla="*/ 5877021 w 9143714"/>
              <a:gd name="connsiteY70-514" fmla="*/ 774097 h 2221897"/>
              <a:gd name="connsiteX71-515" fmla="*/ 5929884 w 9143714"/>
              <a:gd name="connsiteY71-516" fmla="*/ 730282 h 2221897"/>
              <a:gd name="connsiteX72-517" fmla="*/ 6018657 w 9143714"/>
              <a:gd name="connsiteY72-518" fmla="*/ 812959 h 2221897"/>
              <a:gd name="connsiteX73-519" fmla="*/ 6095905 w 9143714"/>
              <a:gd name="connsiteY73-520" fmla="*/ 814769 h 2221897"/>
              <a:gd name="connsiteX74-521" fmla="*/ 6818186 w 9143714"/>
              <a:gd name="connsiteY74-522" fmla="*/ 211646 h 2221897"/>
              <a:gd name="connsiteX75-523" fmla="*/ 6958584 w 9143714"/>
              <a:gd name="connsiteY75-524" fmla="*/ 249936 h 2221897"/>
              <a:gd name="connsiteX76-525" fmla="*/ 7153751 w 9143714"/>
              <a:gd name="connsiteY76-526" fmla="*/ 410432 h 2221897"/>
              <a:gd name="connsiteX77-527" fmla="*/ 7212140 w 9143714"/>
              <a:gd name="connsiteY77-528" fmla="*/ 423196 h 2221897"/>
              <a:gd name="connsiteX78-529" fmla="*/ 7281482 w 9143714"/>
              <a:gd name="connsiteY78-530" fmla="*/ 357569 h 2221897"/>
              <a:gd name="connsiteX79-531" fmla="*/ 7400068 w 9143714"/>
              <a:gd name="connsiteY79-532" fmla="*/ 465201 h 2221897"/>
              <a:gd name="connsiteX80-533" fmla="*/ 7744778 w 9143714"/>
              <a:gd name="connsiteY80-534" fmla="*/ 149638 h 2221897"/>
              <a:gd name="connsiteX81-535" fmla="*/ 7866983 w 9143714"/>
              <a:gd name="connsiteY81-536" fmla="*/ 135065 h 2221897"/>
              <a:gd name="connsiteX82-537" fmla="*/ 7954518 w 9143714"/>
              <a:gd name="connsiteY82-538" fmla="*/ 74867 h 2221897"/>
              <a:gd name="connsiteX83-539" fmla="*/ 8011097 w 9143714"/>
              <a:gd name="connsiteY83-540" fmla="*/ 52959 h 2221897"/>
              <a:gd name="connsiteX84-541" fmla="*/ 8116919 w 9143714"/>
              <a:gd name="connsiteY84-542" fmla="*/ 180594 h 2221897"/>
              <a:gd name="connsiteX85-543" fmla="*/ 8255508 w 9143714"/>
              <a:gd name="connsiteY85-544" fmla="*/ 60198 h 2221897"/>
              <a:gd name="connsiteX86-545" fmla="*/ 8352187 w 9143714"/>
              <a:gd name="connsiteY86-546" fmla="*/ 0 h 2221897"/>
              <a:gd name="connsiteX87-547" fmla="*/ 8423339 w 9143714"/>
              <a:gd name="connsiteY87-548" fmla="*/ 111252 h 2221897"/>
              <a:gd name="connsiteX88-549" fmla="*/ 8550973 w 9143714"/>
              <a:gd name="connsiteY88-550" fmla="*/ 109442 h 2221897"/>
              <a:gd name="connsiteX89-551" fmla="*/ 8751570 w 9143714"/>
              <a:gd name="connsiteY89-552" fmla="*/ 390334 h 2221897"/>
              <a:gd name="connsiteX90-553" fmla="*/ 9099899 w 9143714"/>
              <a:gd name="connsiteY90-554" fmla="*/ 662083 h 2221897"/>
              <a:gd name="connsiteX91-555" fmla="*/ 9143714 w 9143714"/>
              <a:gd name="connsiteY91-556" fmla="*/ 703993 h 2221897"/>
              <a:gd name="connsiteX0-557" fmla="*/ 0 w 9143714"/>
              <a:gd name="connsiteY0-558" fmla="*/ 1103376 h 1380077"/>
              <a:gd name="connsiteX1-559" fmla="*/ 0 w 9143714"/>
              <a:gd name="connsiteY1-560" fmla="*/ 1103948 h 1380077"/>
              <a:gd name="connsiteX2-561" fmla="*/ 39815 w 9143714"/>
              <a:gd name="connsiteY2-562" fmla="*/ 1110806 h 1380077"/>
              <a:gd name="connsiteX3-563" fmla="*/ 79915 w 9143714"/>
              <a:gd name="connsiteY3-564" fmla="*/ 1149572 h 1380077"/>
              <a:gd name="connsiteX4-565" fmla="*/ 147447 w 9143714"/>
              <a:gd name="connsiteY4-566" fmla="*/ 1193768 h 1380077"/>
              <a:gd name="connsiteX5-567" fmla="*/ 185261 w 9143714"/>
              <a:gd name="connsiteY5-568" fmla="*/ 1191959 h 1380077"/>
              <a:gd name="connsiteX6-569" fmla="*/ 225838 w 9143714"/>
              <a:gd name="connsiteY6-570" fmla="*/ 1206532 h 1380077"/>
              <a:gd name="connsiteX7-571" fmla="*/ 273749 w 9143714"/>
              <a:gd name="connsiteY7-572" fmla="*/ 1203770 h 1380077"/>
              <a:gd name="connsiteX8-573" fmla="*/ 348044 w 9143714"/>
              <a:gd name="connsiteY8-574" fmla="*/ 1278065 h 1380077"/>
              <a:gd name="connsiteX9-575" fmla="*/ 416433 w 9143714"/>
              <a:gd name="connsiteY9-576" fmla="*/ 1269397 h 1380077"/>
              <a:gd name="connsiteX10-577" fmla="*/ 464344 w 9143714"/>
              <a:gd name="connsiteY10-578" fmla="*/ 1260729 h 1380077"/>
              <a:gd name="connsiteX11-579" fmla="*/ 500348 w 9143714"/>
              <a:gd name="connsiteY11-580" fmla="*/ 1237488 h 1380077"/>
              <a:gd name="connsiteX12-581" fmla="*/ 544163 w 9143714"/>
              <a:gd name="connsiteY12-582" fmla="*/ 1253871 h 1380077"/>
              <a:gd name="connsiteX13-583" fmla="*/ 603885 w 9143714"/>
              <a:gd name="connsiteY13-584" fmla="*/ 1252919 h 1380077"/>
              <a:gd name="connsiteX14-585" fmla="*/ 641318 w 9143714"/>
              <a:gd name="connsiteY14-586" fmla="*/ 1241965 h 1380077"/>
              <a:gd name="connsiteX15-587" fmla="*/ 689610 w 9143714"/>
              <a:gd name="connsiteY15-588" fmla="*/ 1255681 h 1380077"/>
              <a:gd name="connsiteX16-589" fmla="*/ 724281 w 9143714"/>
              <a:gd name="connsiteY16-590" fmla="*/ 1248823 h 1380077"/>
              <a:gd name="connsiteX17-591" fmla="*/ 757523 w 9143714"/>
              <a:gd name="connsiteY17-592" fmla="*/ 1273493 h 1380077"/>
              <a:gd name="connsiteX18-593" fmla="*/ 810863 w 9143714"/>
              <a:gd name="connsiteY18-594" fmla="*/ 1271207 h 1380077"/>
              <a:gd name="connsiteX19-595" fmla="*/ 842296 w 9143714"/>
              <a:gd name="connsiteY19-596" fmla="*/ 1257491 h 1380077"/>
              <a:gd name="connsiteX20-597" fmla="*/ 896112 w 9143714"/>
              <a:gd name="connsiteY20-598" fmla="*/ 1274350 h 1380077"/>
              <a:gd name="connsiteX21-599" fmla="*/ 912971 w 9143714"/>
              <a:gd name="connsiteY21-600" fmla="*/ 1316736 h 1380077"/>
              <a:gd name="connsiteX22-601" fmla="*/ 992791 w 9143714"/>
              <a:gd name="connsiteY22-602" fmla="*/ 1301687 h 1380077"/>
              <a:gd name="connsiteX23-603" fmla="*/ 1044321 w 9143714"/>
              <a:gd name="connsiteY23-604" fmla="*/ 1324927 h 1380077"/>
              <a:gd name="connsiteX24-605" fmla="*/ 1130046 w 9143714"/>
              <a:gd name="connsiteY24-606" fmla="*/ 1380077 h 1380077"/>
              <a:gd name="connsiteX25-607" fmla="*/ 1189292 w 9143714"/>
              <a:gd name="connsiteY25-608" fmla="*/ 1376458 h 1380077"/>
              <a:gd name="connsiteX26-609" fmla="*/ 1224820 w 9143714"/>
              <a:gd name="connsiteY26-610" fmla="*/ 1357313 h 1380077"/>
              <a:gd name="connsiteX27-611" fmla="*/ 1279970 w 9143714"/>
              <a:gd name="connsiteY27-612" fmla="*/ 1360075 h 1380077"/>
              <a:gd name="connsiteX28-613" fmla="*/ 1461421 w 9143714"/>
              <a:gd name="connsiteY28-614" fmla="*/ 1248823 h 1380077"/>
              <a:gd name="connsiteX29-615" fmla="*/ 1591818 w 9143714"/>
              <a:gd name="connsiteY29-616" fmla="*/ 1239202 h 1380077"/>
              <a:gd name="connsiteX30-617" fmla="*/ 1698974 w 9143714"/>
              <a:gd name="connsiteY30-618" fmla="*/ 1256062 h 1380077"/>
              <a:gd name="connsiteX31-619" fmla="*/ 1791081 w 9143714"/>
              <a:gd name="connsiteY31-620" fmla="*/ 1240060 h 1380077"/>
              <a:gd name="connsiteX32-621" fmla="*/ 1894618 w 9143714"/>
              <a:gd name="connsiteY32-622" fmla="*/ 1178052 h 1380077"/>
              <a:gd name="connsiteX33-623" fmla="*/ 1961674 w 9143714"/>
              <a:gd name="connsiteY33-624" fmla="*/ 1113282 h 1380077"/>
              <a:gd name="connsiteX34-625" fmla="*/ 2013680 w 9143714"/>
              <a:gd name="connsiteY34-626" fmla="*/ 1063085 h 1380077"/>
              <a:gd name="connsiteX35-627" fmla="*/ 2096167 w 9143714"/>
              <a:gd name="connsiteY35-628" fmla="*/ 1040702 h 1380077"/>
              <a:gd name="connsiteX36-629" fmla="*/ 2184178 w 9143714"/>
              <a:gd name="connsiteY36-630" fmla="*/ 1081278 h 1380077"/>
              <a:gd name="connsiteX37-631" fmla="*/ 2230660 w 9143714"/>
              <a:gd name="connsiteY37-632" fmla="*/ 1022890 h 1380077"/>
              <a:gd name="connsiteX38-633" fmla="*/ 2327815 w 9143714"/>
              <a:gd name="connsiteY38-634" fmla="*/ 1035177 h 1380077"/>
              <a:gd name="connsiteX39-635" fmla="*/ 2419922 w 9143714"/>
              <a:gd name="connsiteY39-636" fmla="*/ 1029748 h 1380077"/>
              <a:gd name="connsiteX40-637" fmla="*/ 2444972 w 9143714"/>
              <a:gd name="connsiteY40-638" fmla="*/ 1046607 h 1380077"/>
              <a:gd name="connsiteX41-639" fmla="*/ 2547080 w 9143714"/>
              <a:gd name="connsiteY41-640" fmla="*/ 1016984 h 1380077"/>
              <a:gd name="connsiteX42-641" fmla="*/ 2923223 w 9143714"/>
              <a:gd name="connsiteY42-642" fmla="*/ 918972 h 1380077"/>
              <a:gd name="connsiteX43-643" fmla="*/ 2986183 w 9143714"/>
              <a:gd name="connsiteY43-644" fmla="*/ 883634 h 1380077"/>
              <a:gd name="connsiteX44-645" fmla="*/ 3147251 w 9143714"/>
              <a:gd name="connsiteY44-646" fmla="*/ 795433 h 1380077"/>
              <a:gd name="connsiteX45-647" fmla="*/ 3280982 w 9143714"/>
              <a:gd name="connsiteY45-648" fmla="*/ 730949 h 1380077"/>
              <a:gd name="connsiteX46-649" fmla="*/ 3448145 w 9143714"/>
              <a:gd name="connsiteY46-650" fmla="*/ 631889 h 1380077"/>
              <a:gd name="connsiteX47-651" fmla="*/ 3522345 w 9143714"/>
              <a:gd name="connsiteY47-652" fmla="*/ 582073 h 1380077"/>
              <a:gd name="connsiteX48-653" fmla="*/ 3565493 w 9143714"/>
              <a:gd name="connsiteY48-654" fmla="*/ 550450 h 1380077"/>
              <a:gd name="connsiteX49-655" fmla="*/ 3653028 w 9143714"/>
              <a:gd name="connsiteY49-656" fmla="*/ 495109 h 1380077"/>
              <a:gd name="connsiteX50-657" fmla="*/ 3690080 w 9143714"/>
              <a:gd name="connsiteY50-658" fmla="*/ 452533 h 1380077"/>
              <a:gd name="connsiteX51-659" fmla="*/ 3742373 w 9143714"/>
              <a:gd name="connsiteY51-660" fmla="*/ 446437 h 1380077"/>
              <a:gd name="connsiteX52-661" fmla="*/ 3769709 w 9143714"/>
              <a:gd name="connsiteY52-662" fmla="*/ 442817 h 1380077"/>
              <a:gd name="connsiteX53-663" fmla="*/ 3848767 w 9143714"/>
              <a:gd name="connsiteY53-664" fmla="*/ 520637 h 1380077"/>
              <a:gd name="connsiteX54-665" fmla="*/ 3938778 w 9143714"/>
              <a:gd name="connsiteY54-666" fmla="*/ 574167 h 1380077"/>
              <a:gd name="connsiteX55-667" fmla="*/ 4046982 w 9143714"/>
              <a:gd name="connsiteY55-668" fmla="*/ 579596 h 1380077"/>
              <a:gd name="connsiteX56-669" fmla="*/ 4097465 w 9143714"/>
              <a:gd name="connsiteY56-670" fmla="*/ 541877 h 1380077"/>
              <a:gd name="connsiteX57-671" fmla="*/ 4235482 w 9143714"/>
              <a:gd name="connsiteY57-672" fmla="*/ 613029 h 1380077"/>
              <a:gd name="connsiteX58-673" fmla="*/ 4359498 w 9143714"/>
              <a:gd name="connsiteY58-674" fmla="*/ 676847 h 1380077"/>
              <a:gd name="connsiteX59-675" fmla="*/ 4478655 w 9143714"/>
              <a:gd name="connsiteY59-676" fmla="*/ 718185 h 1380077"/>
              <a:gd name="connsiteX60-677" fmla="*/ 4528471 w 9143714"/>
              <a:gd name="connsiteY60-678" fmla="*/ 711518 h 1380077"/>
              <a:gd name="connsiteX61-679" fmla="*/ 4644581 w 9143714"/>
              <a:gd name="connsiteY61-680" fmla="*/ 775335 h 1380077"/>
              <a:gd name="connsiteX62-681" fmla="*/ 4791742 w 9143714"/>
              <a:gd name="connsiteY62-682" fmla="*/ 754094 h 1380077"/>
              <a:gd name="connsiteX63-683" fmla="*/ 4936427 w 9143714"/>
              <a:gd name="connsiteY63-684" fmla="*/ 879920 h 1380077"/>
              <a:gd name="connsiteX64-685" fmla="*/ 5090255 w 9143714"/>
              <a:gd name="connsiteY64-686" fmla="*/ 913924 h 1380077"/>
              <a:gd name="connsiteX65-687" fmla="*/ 5191792 w 9143714"/>
              <a:gd name="connsiteY65-688" fmla="*/ 913352 h 1380077"/>
              <a:gd name="connsiteX66-689" fmla="*/ 5345620 w 9143714"/>
              <a:gd name="connsiteY66-690" fmla="*/ 963168 h 1380077"/>
              <a:gd name="connsiteX67-691" fmla="*/ 5604034 w 9143714"/>
              <a:gd name="connsiteY67-692" fmla="*/ 797147 h 1380077"/>
              <a:gd name="connsiteX68-693" fmla="*/ 5767578 w 9143714"/>
              <a:gd name="connsiteY68-694" fmla="*/ 722376 h 1380077"/>
              <a:gd name="connsiteX69-695" fmla="*/ 5877021 w 9143714"/>
              <a:gd name="connsiteY69-696" fmla="*/ 774097 h 1380077"/>
              <a:gd name="connsiteX70-697" fmla="*/ 5929884 w 9143714"/>
              <a:gd name="connsiteY70-698" fmla="*/ 730282 h 1380077"/>
              <a:gd name="connsiteX71-699" fmla="*/ 6018657 w 9143714"/>
              <a:gd name="connsiteY71-700" fmla="*/ 812959 h 1380077"/>
              <a:gd name="connsiteX72-701" fmla="*/ 6095905 w 9143714"/>
              <a:gd name="connsiteY72-702" fmla="*/ 814769 h 1380077"/>
              <a:gd name="connsiteX73-703" fmla="*/ 6818186 w 9143714"/>
              <a:gd name="connsiteY73-704" fmla="*/ 211646 h 1380077"/>
              <a:gd name="connsiteX74-705" fmla="*/ 6958584 w 9143714"/>
              <a:gd name="connsiteY74-706" fmla="*/ 249936 h 1380077"/>
              <a:gd name="connsiteX75-707" fmla="*/ 7153751 w 9143714"/>
              <a:gd name="connsiteY75-708" fmla="*/ 410432 h 1380077"/>
              <a:gd name="connsiteX76-709" fmla="*/ 7212140 w 9143714"/>
              <a:gd name="connsiteY76-710" fmla="*/ 423196 h 1380077"/>
              <a:gd name="connsiteX77-711" fmla="*/ 7281482 w 9143714"/>
              <a:gd name="connsiteY77-712" fmla="*/ 357569 h 1380077"/>
              <a:gd name="connsiteX78-713" fmla="*/ 7400068 w 9143714"/>
              <a:gd name="connsiteY78-714" fmla="*/ 465201 h 1380077"/>
              <a:gd name="connsiteX79-715" fmla="*/ 7744778 w 9143714"/>
              <a:gd name="connsiteY79-716" fmla="*/ 149638 h 1380077"/>
              <a:gd name="connsiteX80-717" fmla="*/ 7866983 w 9143714"/>
              <a:gd name="connsiteY80-718" fmla="*/ 135065 h 1380077"/>
              <a:gd name="connsiteX81-719" fmla="*/ 7954518 w 9143714"/>
              <a:gd name="connsiteY81-720" fmla="*/ 74867 h 1380077"/>
              <a:gd name="connsiteX82-721" fmla="*/ 8011097 w 9143714"/>
              <a:gd name="connsiteY82-722" fmla="*/ 52959 h 1380077"/>
              <a:gd name="connsiteX83-723" fmla="*/ 8116919 w 9143714"/>
              <a:gd name="connsiteY83-724" fmla="*/ 180594 h 1380077"/>
              <a:gd name="connsiteX84-725" fmla="*/ 8255508 w 9143714"/>
              <a:gd name="connsiteY84-726" fmla="*/ 60198 h 1380077"/>
              <a:gd name="connsiteX85-727" fmla="*/ 8352187 w 9143714"/>
              <a:gd name="connsiteY85-728" fmla="*/ 0 h 1380077"/>
              <a:gd name="connsiteX86-729" fmla="*/ 8423339 w 9143714"/>
              <a:gd name="connsiteY86-730" fmla="*/ 111252 h 1380077"/>
              <a:gd name="connsiteX87-731" fmla="*/ 8550973 w 9143714"/>
              <a:gd name="connsiteY87-732" fmla="*/ 109442 h 1380077"/>
              <a:gd name="connsiteX88-733" fmla="*/ 8751570 w 9143714"/>
              <a:gd name="connsiteY88-734" fmla="*/ 390334 h 1380077"/>
              <a:gd name="connsiteX89-735" fmla="*/ 9099899 w 9143714"/>
              <a:gd name="connsiteY89-736" fmla="*/ 662083 h 1380077"/>
              <a:gd name="connsiteX90-737" fmla="*/ 9143714 w 9143714"/>
              <a:gd name="connsiteY90-738" fmla="*/ 703993 h 138007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 ang="0">
                <a:pos x="connsiteX24-49" y="connsiteY24-50"/>
              </a:cxn>
              <a:cxn ang="0">
                <a:pos x="connsiteX25-51" y="connsiteY25-52"/>
              </a:cxn>
              <a:cxn ang="0">
                <a:pos x="connsiteX26-53" y="connsiteY26-54"/>
              </a:cxn>
              <a:cxn ang="0">
                <a:pos x="connsiteX27-55" y="connsiteY27-56"/>
              </a:cxn>
              <a:cxn ang="0">
                <a:pos x="connsiteX28-57" y="connsiteY28-58"/>
              </a:cxn>
              <a:cxn ang="0">
                <a:pos x="connsiteX29-59" y="connsiteY29-60"/>
              </a:cxn>
              <a:cxn ang="0">
                <a:pos x="connsiteX30-61" y="connsiteY30-62"/>
              </a:cxn>
              <a:cxn ang="0">
                <a:pos x="connsiteX31-63" y="connsiteY31-64"/>
              </a:cxn>
              <a:cxn ang="0">
                <a:pos x="connsiteX32-65" y="connsiteY32-66"/>
              </a:cxn>
              <a:cxn ang="0">
                <a:pos x="connsiteX33-67" y="connsiteY33-68"/>
              </a:cxn>
              <a:cxn ang="0">
                <a:pos x="connsiteX34-69" y="connsiteY34-70"/>
              </a:cxn>
              <a:cxn ang="0">
                <a:pos x="connsiteX35-71" y="connsiteY35-72"/>
              </a:cxn>
              <a:cxn ang="0">
                <a:pos x="connsiteX36-73" y="connsiteY36-74"/>
              </a:cxn>
              <a:cxn ang="0">
                <a:pos x="connsiteX37-75" y="connsiteY37-76"/>
              </a:cxn>
              <a:cxn ang="0">
                <a:pos x="connsiteX38-77" y="connsiteY38-78"/>
              </a:cxn>
              <a:cxn ang="0">
                <a:pos x="connsiteX39-79" y="connsiteY39-80"/>
              </a:cxn>
              <a:cxn ang="0">
                <a:pos x="connsiteX40-81" y="connsiteY40-82"/>
              </a:cxn>
              <a:cxn ang="0">
                <a:pos x="connsiteX41-83" y="connsiteY41-84"/>
              </a:cxn>
              <a:cxn ang="0">
                <a:pos x="connsiteX42-85" y="connsiteY42-86"/>
              </a:cxn>
              <a:cxn ang="0">
                <a:pos x="connsiteX43-87" y="connsiteY43-88"/>
              </a:cxn>
              <a:cxn ang="0">
                <a:pos x="connsiteX44-89" y="connsiteY44-90"/>
              </a:cxn>
              <a:cxn ang="0">
                <a:pos x="connsiteX45-91" y="connsiteY45-92"/>
              </a:cxn>
              <a:cxn ang="0">
                <a:pos x="connsiteX46-93" y="connsiteY46-94"/>
              </a:cxn>
              <a:cxn ang="0">
                <a:pos x="connsiteX47-95" y="connsiteY47-96"/>
              </a:cxn>
              <a:cxn ang="0">
                <a:pos x="connsiteX48-97" y="connsiteY48-98"/>
              </a:cxn>
              <a:cxn ang="0">
                <a:pos x="connsiteX49-99" y="connsiteY49-100"/>
              </a:cxn>
              <a:cxn ang="0">
                <a:pos x="connsiteX50-101" y="connsiteY50-102"/>
              </a:cxn>
              <a:cxn ang="0">
                <a:pos x="connsiteX51-103" y="connsiteY51-104"/>
              </a:cxn>
              <a:cxn ang="0">
                <a:pos x="connsiteX52-105" y="connsiteY52-106"/>
              </a:cxn>
              <a:cxn ang="0">
                <a:pos x="connsiteX53-107" y="connsiteY53-108"/>
              </a:cxn>
              <a:cxn ang="0">
                <a:pos x="connsiteX54-109" y="connsiteY54-110"/>
              </a:cxn>
              <a:cxn ang="0">
                <a:pos x="connsiteX55-111" y="connsiteY55-112"/>
              </a:cxn>
              <a:cxn ang="0">
                <a:pos x="connsiteX56-113" y="connsiteY56-114"/>
              </a:cxn>
              <a:cxn ang="0">
                <a:pos x="connsiteX57-115" y="connsiteY57-116"/>
              </a:cxn>
              <a:cxn ang="0">
                <a:pos x="connsiteX58-117" y="connsiteY58-118"/>
              </a:cxn>
              <a:cxn ang="0">
                <a:pos x="connsiteX59-119" y="connsiteY59-120"/>
              </a:cxn>
              <a:cxn ang="0">
                <a:pos x="connsiteX60-121" y="connsiteY60-122"/>
              </a:cxn>
              <a:cxn ang="0">
                <a:pos x="connsiteX61-123" y="connsiteY61-124"/>
              </a:cxn>
              <a:cxn ang="0">
                <a:pos x="connsiteX62-125" y="connsiteY62-126"/>
              </a:cxn>
              <a:cxn ang="0">
                <a:pos x="connsiteX63-127" y="connsiteY63-128"/>
              </a:cxn>
              <a:cxn ang="0">
                <a:pos x="connsiteX64-129" y="connsiteY64-130"/>
              </a:cxn>
              <a:cxn ang="0">
                <a:pos x="connsiteX65-131" y="connsiteY65-132"/>
              </a:cxn>
              <a:cxn ang="0">
                <a:pos x="connsiteX66-133" y="connsiteY66-134"/>
              </a:cxn>
              <a:cxn ang="0">
                <a:pos x="connsiteX67-135" y="connsiteY67-136"/>
              </a:cxn>
              <a:cxn ang="0">
                <a:pos x="connsiteX68-137" y="connsiteY68-138"/>
              </a:cxn>
              <a:cxn ang="0">
                <a:pos x="connsiteX69-139" y="connsiteY69-140"/>
              </a:cxn>
              <a:cxn ang="0">
                <a:pos x="connsiteX70-141" y="connsiteY70-142"/>
              </a:cxn>
              <a:cxn ang="0">
                <a:pos x="connsiteX71-143" y="connsiteY71-144"/>
              </a:cxn>
              <a:cxn ang="0">
                <a:pos x="connsiteX72-145" y="connsiteY72-146"/>
              </a:cxn>
              <a:cxn ang="0">
                <a:pos x="connsiteX73-147" y="connsiteY73-148"/>
              </a:cxn>
              <a:cxn ang="0">
                <a:pos x="connsiteX74-149" y="connsiteY74-150"/>
              </a:cxn>
              <a:cxn ang="0">
                <a:pos x="connsiteX75-151" y="connsiteY75-152"/>
              </a:cxn>
              <a:cxn ang="0">
                <a:pos x="connsiteX76-153" y="connsiteY76-154"/>
              </a:cxn>
              <a:cxn ang="0">
                <a:pos x="connsiteX77-155" y="connsiteY77-156"/>
              </a:cxn>
              <a:cxn ang="0">
                <a:pos x="connsiteX78-157" y="connsiteY78-158"/>
              </a:cxn>
              <a:cxn ang="0">
                <a:pos x="connsiteX79-159" y="connsiteY79-160"/>
              </a:cxn>
              <a:cxn ang="0">
                <a:pos x="connsiteX80-161" y="connsiteY80-162"/>
              </a:cxn>
              <a:cxn ang="0">
                <a:pos x="connsiteX81-163" y="connsiteY81-164"/>
              </a:cxn>
              <a:cxn ang="0">
                <a:pos x="connsiteX82-165" y="connsiteY82-166"/>
              </a:cxn>
              <a:cxn ang="0">
                <a:pos x="connsiteX83-167" y="connsiteY83-168"/>
              </a:cxn>
              <a:cxn ang="0">
                <a:pos x="connsiteX84-169" y="connsiteY84-170"/>
              </a:cxn>
              <a:cxn ang="0">
                <a:pos x="connsiteX85-171" y="connsiteY85-172"/>
              </a:cxn>
              <a:cxn ang="0">
                <a:pos x="connsiteX86-173" y="connsiteY86-174"/>
              </a:cxn>
              <a:cxn ang="0">
                <a:pos x="connsiteX87-175" y="connsiteY87-176"/>
              </a:cxn>
              <a:cxn ang="0">
                <a:pos x="connsiteX88-177" y="connsiteY88-178"/>
              </a:cxn>
              <a:cxn ang="0">
                <a:pos x="connsiteX89-179" y="connsiteY89-180"/>
              </a:cxn>
              <a:cxn ang="0">
                <a:pos x="connsiteX90-181" y="connsiteY90-182"/>
              </a:cxn>
            </a:cxnLst>
            <a:rect l="l" t="t" r="r" b="b"/>
            <a:pathLst>
              <a:path w="9143714" h="1380077">
                <a:moveTo>
                  <a:pt x="0" y="1103376"/>
                </a:moveTo>
                <a:lnTo>
                  <a:pt x="0" y="1103948"/>
                </a:lnTo>
                <a:lnTo>
                  <a:pt x="39815" y="1110806"/>
                </a:lnTo>
                <a:lnTo>
                  <a:pt x="79915" y="1149572"/>
                </a:lnTo>
                <a:lnTo>
                  <a:pt x="147447" y="1193768"/>
                </a:lnTo>
                <a:lnTo>
                  <a:pt x="185261" y="1191959"/>
                </a:lnTo>
                <a:lnTo>
                  <a:pt x="225838" y="1206532"/>
                </a:lnTo>
                <a:lnTo>
                  <a:pt x="273749" y="1203770"/>
                </a:lnTo>
                <a:lnTo>
                  <a:pt x="348044" y="1278065"/>
                </a:lnTo>
                <a:lnTo>
                  <a:pt x="416433" y="1269397"/>
                </a:lnTo>
                <a:lnTo>
                  <a:pt x="464344" y="1260729"/>
                </a:lnTo>
                <a:lnTo>
                  <a:pt x="500348" y="1237488"/>
                </a:lnTo>
                <a:lnTo>
                  <a:pt x="544163" y="1253871"/>
                </a:lnTo>
                <a:lnTo>
                  <a:pt x="603885" y="1252919"/>
                </a:lnTo>
                <a:lnTo>
                  <a:pt x="641318" y="1241965"/>
                </a:lnTo>
                <a:lnTo>
                  <a:pt x="689610" y="1255681"/>
                </a:lnTo>
                <a:lnTo>
                  <a:pt x="724281" y="1248823"/>
                </a:lnTo>
                <a:lnTo>
                  <a:pt x="757523" y="1273493"/>
                </a:lnTo>
                <a:cubicBezTo>
                  <a:pt x="758857" y="1274445"/>
                  <a:pt x="810863" y="1269873"/>
                  <a:pt x="810863" y="1271207"/>
                </a:cubicBezTo>
                <a:cubicBezTo>
                  <a:pt x="810863" y="1272540"/>
                  <a:pt x="842296" y="1257491"/>
                  <a:pt x="842296" y="1257491"/>
                </a:cubicBezTo>
                <a:lnTo>
                  <a:pt x="896112" y="1274350"/>
                </a:lnTo>
                <a:lnTo>
                  <a:pt x="912971" y="1316736"/>
                </a:lnTo>
                <a:lnTo>
                  <a:pt x="992791" y="1301687"/>
                </a:lnTo>
                <a:lnTo>
                  <a:pt x="1044321" y="1324927"/>
                </a:lnTo>
                <a:lnTo>
                  <a:pt x="1130046" y="1380077"/>
                </a:lnTo>
                <a:lnTo>
                  <a:pt x="1189292" y="1376458"/>
                </a:lnTo>
                <a:lnTo>
                  <a:pt x="1224820" y="1357313"/>
                </a:lnTo>
                <a:lnTo>
                  <a:pt x="1279970" y="1360075"/>
                </a:lnTo>
                <a:lnTo>
                  <a:pt x="1461421" y="1248823"/>
                </a:lnTo>
                <a:lnTo>
                  <a:pt x="1591818" y="1239202"/>
                </a:lnTo>
                <a:lnTo>
                  <a:pt x="1698974" y="1256062"/>
                </a:lnTo>
                <a:lnTo>
                  <a:pt x="1791081" y="1240060"/>
                </a:lnTo>
                <a:lnTo>
                  <a:pt x="1894618" y="1178052"/>
                </a:lnTo>
                <a:lnTo>
                  <a:pt x="1961674" y="1113282"/>
                </a:lnTo>
                <a:lnTo>
                  <a:pt x="2013680" y="1063085"/>
                </a:lnTo>
                <a:lnTo>
                  <a:pt x="2096167" y="1040702"/>
                </a:lnTo>
                <a:lnTo>
                  <a:pt x="2184178" y="1081278"/>
                </a:lnTo>
                <a:lnTo>
                  <a:pt x="2230660" y="1022890"/>
                </a:lnTo>
                <a:lnTo>
                  <a:pt x="2327815" y="1035177"/>
                </a:lnTo>
                <a:lnTo>
                  <a:pt x="2419922" y="1029748"/>
                </a:lnTo>
                <a:lnTo>
                  <a:pt x="2444972" y="1046607"/>
                </a:lnTo>
                <a:cubicBezTo>
                  <a:pt x="2449925" y="1049750"/>
                  <a:pt x="2547080" y="1016984"/>
                  <a:pt x="2547080" y="1016984"/>
                </a:cubicBezTo>
                <a:lnTo>
                  <a:pt x="2923223" y="918972"/>
                </a:lnTo>
                <a:lnTo>
                  <a:pt x="2986183" y="883634"/>
                </a:lnTo>
                <a:lnTo>
                  <a:pt x="3147251" y="795433"/>
                </a:lnTo>
                <a:lnTo>
                  <a:pt x="3280982" y="730949"/>
                </a:lnTo>
                <a:lnTo>
                  <a:pt x="3448145" y="631889"/>
                </a:lnTo>
                <a:lnTo>
                  <a:pt x="3522345" y="582073"/>
                </a:lnTo>
                <a:cubicBezTo>
                  <a:pt x="3522345" y="582073"/>
                  <a:pt x="3564255" y="552260"/>
                  <a:pt x="3565493" y="550450"/>
                </a:cubicBezTo>
                <a:cubicBezTo>
                  <a:pt x="3566732" y="548640"/>
                  <a:pt x="3653028" y="495109"/>
                  <a:pt x="3653028" y="495109"/>
                </a:cubicBezTo>
                <a:lnTo>
                  <a:pt x="3690080" y="452533"/>
                </a:lnTo>
                <a:lnTo>
                  <a:pt x="3742373" y="446437"/>
                </a:lnTo>
                <a:lnTo>
                  <a:pt x="3769709" y="442817"/>
                </a:lnTo>
                <a:lnTo>
                  <a:pt x="3848767" y="520637"/>
                </a:lnTo>
                <a:cubicBezTo>
                  <a:pt x="3848767" y="520637"/>
                  <a:pt x="3936968" y="574167"/>
                  <a:pt x="3938778" y="574167"/>
                </a:cubicBezTo>
                <a:cubicBezTo>
                  <a:pt x="3940588" y="574167"/>
                  <a:pt x="4046982" y="579596"/>
                  <a:pt x="4046982" y="579596"/>
                </a:cubicBezTo>
                <a:lnTo>
                  <a:pt x="4097465" y="541877"/>
                </a:lnTo>
                <a:lnTo>
                  <a:pt x="4235482" y="613029"/>
                </a:lnTo>
                <a:lnTo>
                  <a:pt x="4359498" y="676847"/>
                </a:lnTo>
                <a:lnTo>
                  <a:pt x="4478655" y="718185"/>
                </a:lnTo>
                <a:cubicBezTo>
                  <a:pt x="4478655" y="718185"/>
                  <a:pt x="4528471" y="707231"/>
                  <a:pt x="4528471" y="711518"/>
                </a:cubicBezTo>
                <a:cubicBezTo>
                  <a:pt x="4528471" y="715804"/>
                  <a:pt x="4644581" y="775335"/>
                  <a:pt x="4644581" y="775335"/>
                </a:cubicBezTo>
                <a:lnTo>
                  <a:pt x="4791742" y="754094"/>
                </a:lnTo>
                <a:lnTo>
                  <a:pt x="4936427" y="879920"/>
                </a:lnTo>
                <a:lnTo>
                  <a:pt x="5090255" y="913924"/>
                </a:lnTo>
                <a:cubicBezTo>
                  <a:pt x="5104257" y="917543"/>
                  <a:pt x="5191792" y="913352"/>
                  <a:pt x="5191792" y="913352"/>
                </a:cubicBezTo>
                <a:cubicBezTo>
                  <a:pt x="5191792" y="913352"/>
                  <a:pt x="5334096" y="963835"/>
                  <a:pt x="5345620" y="963168"/>
                </a:cubicBezTo>
                <a:cubicBezTo>
                  <a:pt x="5357146" y="962501"/>
                  <a:pt x="5604034" y="797147"/>
                  <a:pt x="5604034" y="797147"/>
                </a:cubicBezTo>
                <a:lnTo>
                  <a:pt x="5767578" y="722376"/>
                </a:lnTo>
                <a:lnTo>
                  <a:pt x="5877021" y="774097"/>
                </a:lnTo>
                <a:lnTo>
                  <a:pt x="5929884" y="730282"/>
                </a:lnTo>
                <a:lnTo>
                  <a:pt x="6018657" y="812959"/>
                </a:lnTo>
                <a:lnTo>
                  <a:pt x="6095905" y="814769"/>
                </a:lnTo>
                <a:lnTo>
                  <a:pt x="6818186" y="211646"/>
                </a:lnTo>
                <a:lnTo>
                  <a:pt x="6958584" y="249936"/>
                </a:lnTo>
                <a:lnTo>
                  <a:pt x="7153751" y="410432"/>
                </a:lnTo>
                <a:lnTo>
                  <a:pt x="7212140" y="423196"/>
                </a:lnTo>
                <a:lnTo>
                  <a:pt x="7281482" y="357569"/>
                </a:lnTo>
                <a:lnTo>
                  <a:pt x="7400068" y="465201"/>
                </a:lnTo>
                <a:lnTo>
                  <a:pt x="7744778" y="149638"/>
                </a:lnTo>
                <a:lnTo>
                  <a:pt x="7866983" y="135065"/>
                </a:lnTo>
                <a:lnTo>
                  <a:pt x="7954518" y="74867"/>
                </a:lnTo>
                <a:lnTo>
                  <a:pt x="8011097" y="52959"/>
                </a:lnTo>
                <a:lnTo>
                  <a:pt x="8116919" y="180594"/>
                </a:lnTo>
                <a:lnTo>
                  <a:pt x="8255508" y="60198"/>
                </a:lnTo>
                <a:lnTo>
                  <a:pt x="8352187" y="0"/>
                </a:lnTo>
                <a:cubicBezTo>
                  <a:pt x="8352187" y="0"/>
                  <a:pt x="8414195" y="109442"/>
                  <a:pt x="8423339" y="111252"/>
                </a:cubicBezTo>
                <a:cubicBezTo>
                  <a:pt x="8432482" y="113062"/>
                  <a:pt x="8550973" y="109442"/>
                  <a:pt x="8550973" y="109442"/>
                </a:cubicBezTo>
                <a:lnTo>
                  <a:pt x="8751570" y="390334"/>
                </a:lnTo>
                <a:lnTo>
                  <a:pt x="9099899" y="662083"/>
                </a:lnTo>
                <a:lnTo>
                  <a:pt x="9143714" y="703993"/>
                </a:lnTo>
              </a:path>
            </a:pathLst>
          </a:custGeom>
          <a:noFill/>
          <a:ln w="34925" cap="rnd">
            <a:solidFill>
              <a:schemeClr val="accent5"/>
            </a:solidFill>
            <a:prstDash val="solid"/>
            <a:round/>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latin typeface="微软雅黑" panose="020B0503020204020204" charset="-122"/>
              <a:ea typeface="微软雅黑" panose="020B0503020204020204" charset="-122"/>
            </a:endParaRPr>
          </a:p>
        </p:txBody>
      </p:sp>
      <p:sp>
        <p:nvSpPr>
          <p:cNvPr id="11" name="文本框 10"/>
          <p:cNvSpPr txBox="1"/>
          <p:nvPr/>
        </p:nvSpPr>
        <p:spPr>
          <a:xfrm>
            <a:off x="1883989" y="5855202"/>
            <a:ext cx="8424022" cy="398780"/>
          </a:xfrm>
          <a:prstGeom prst="rect">
            <a:avLst/>
          </a:prstGeom>
          <a:noFill/>
        </p:spPr>
        <p:txBody>
          <a:bodyPr wrap="square">
            <a:spAutoFit/>
          </a:bodyPr>
          <a:lstStyle>
            <a:defPPr>
              <a:defRPr lang="en-US"/>
            </a:defPPr>
            <a:lvl1pPr>
              <a:defRPr sz="2400" b="1">
                <a:latin typeface="+mj-lt"/>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rPr>
              <a:t>通过多方视角，揭示退役军人医疗健康领域的现状、痛点与优化方向</a:t>
            </a:r>
            <a:endParaRPr kumimoji="0" lang="zh-CN" altLang="en-US" sz="20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endParaRPr>
          </a:p>
        </p:txBody>
      </p:sp>
      <p:grpSp>
        <p:nvGrpSpPr>
          <p:cNvPr id="18" name="组合 17"/>
          <p:cNvGrpSpPr/>
          <p:nvPr/>
        </p:nvGrpSpPr>
        <p:grpSpPr>
          <a:xfrm>
            <a:off x="-801446" y="0"/>
            <a:ext cx="13073260" cy="902312"/>
            <a:chOff x="-801446" y="0"/>
            <a:chExt cx="13073260" cy="902312"/>
          </a:xfrm>
        </p:grpSpPr>
        <p:sp>
          <p:nvSpPr>
            <p:cNvPr id="19" name="PA-任意多边形 900"/>
            <p:cNvSpPr/>
            <p:nvPr>
              <p:custDataLst>
                <p:tags r:id="rId4"/>
              </p:custDataLst>
            </p:nvPr>
          </p:nvSpPr>
          <p:spPr>
            <a:xfrm flipV="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91000">
                  <a:schemeClr val="accent2">
                    <a:lumMod val="75000"/>
                  </a:schemeClr>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20" name="PA-任意多边形 46"/>
            <p:cNvSpPr/>
            <p:nvPr>
              <p:custDataLst>
                <p:tags r:id="rId5"/>
              </p:custDataLst>
            </p:nvPr>
          </p:nvSpPr>
          <p:spPr>
            <a:xfrm>
              <a:off x="17585" y="140988"/>
              <a:ext cx="10477775" cy="713837"/>
            </a:xfrm>
            <a:custGeom>
              <a:avLst/>
              <a:gdLst>
                <a:gd name="connsiteX0" fmla="*/ 0 w 10477775"/>
                <a:gd name="connsiteY0" fmla="*/ 0 h 713837"/>
                <a:gd name="connsiteX1" fmla="*/ 9872819 w 10477775"/>
                <a:gd name="connsiteY1" fmla="*/ 0 h 713837"/>
                <a:gd name="connsiteX2" fmla="*/ 10477775 w 10477775"/>
                <a:gd name="connsiteY2" fmla="*/ 713837 h 713837"/>
                <a:gd name="connsiteX3" fmla="*/ 0 w 10477775"/>
                <a:gd name="connsiteY3" fmla="*/ 713837 h 713837"/>
                <a:gd name="connsiteX4" fmla="*/ 0 w 10477775"/>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775" h="713837">
                  <a:moveTo>
                    <a:pt x="0" y="0"/>
                  </a:moveTo>
                  <a:lnTo>
                    <a:pt x="9872819" y="0"/>
                  </a:lnTo>
                  <a:lnTo>
                    <a:pt x="10477775" y="713837"/>
                  </a:lnTo>
                  <a:lnTo>
                    <a:pt x="0" y="713837"/>
                  </a:lnTo>
                  <a:lnTo>
                    <a:pt x="0" y="0"/>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21" name="PA-任意多边形 50"/>
            <p:cNvSpPr/>
            <p:nvPr>
              <p:custDataLst>
                <p:tags r:id="rId6"/>
              </p:custDataLst>
            </p:nvPr>
          </p:nvSpPr>
          <p:spPr>
            <a:xfrm>
              <a:off x="79814" y="136543"/>
              <a:ext cx="12192000" cy="713837"/>
            </a:xfrm>
            <a:custGeom>
              <a:avLst/>
              <a:gdLst>
                <a:gd name="connsiteX0" fmla="*/ 0 w 12192000"/>
                <a:gd name="connsiteY0" fmla="*/ 0 h 713837"/>
                <a:gd name="connsiteX1" fmla="*/ 12192000 w 12192000"/>
                <a:gd name="connsiteY1" fmla="*/ 0 h 713837"/>
                <a:gd name="connsiteX2" fmla="*/ 12192000 w 12192000"/>
                <a:gd name="connsiteY2" fmla="*/ 713837 h 713837"/>
                <a:gd name="connsiteX3" fmla="*/ 0 w 12192000"/>
                <a:gd name="connsiteY3" fmla="*/ 713837 h 713837"/>
              </a:gdLst>
              <a:ahLst/>
              <a:cxnLst>
                <a:cxn ang="0">
                  <a:pos x="connsiteX0" y="connsiteY0"/>
                </a:cxn>
                <a:cxn ang="0">
                  <a:pos x="connsiteX1" y="connsiteY1"/>
                </a:cxn>
                <a:cxn ang="0">
                  <a:pos x="connsiteX2" y="connsiteY2"/>
                </a:cxn>
                <a:cxn ang="0">
                  <a:pos x="connsiteX3" y="connsiteY3"/>
                </a:cxn>
              </a:cxnLst>
              <a:rect l="l" t="t" r="r" b="b"/>
              <a:pathLst>
                <a:path w="12192000" h="713837">
                  <a:moveTo>
                    <a:pt x="0" y="0"/>
                  </a:moveTo>
                  <a:lnTo>
                    <a:pt x="12192000" y="0"/>
                  </a:lnTo>
                  <a:lnTo>
                    <a:pt x="12192000" y="713837"/>
                  </a:lnTo>
                  <a:lnTo>
                    <a:pt x="0" y="713837"/>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mn-cs"/>
              </a:endParaRPr>
            </a:p>
          </p:txBody>
        </p:sp>
        <p:sp>
          <p:nvSpPr>
            <p:cNvPr id="25" name="PA-任意多边形 6"/>
            <p:cNvSpPr/>
            <p:nvPr>
              <p:custDataLst>
                <p:tags r:id="rId7"/>
              </p:custDataLst>
            </p:nvPr>
          </p:nvSpPr>
          <p:spPr>
            <a:xfrm>
              <a:off x="-52754" y="850261"/>
              <a:ext cx="12262339" cy="52051"/>
            </a:xfrm>
            <a:custGeom>
              <a:avLst/>
              <a:gdLst>
                <a:gd name="connsiteX0" fmla="*/ 0 w 4366736"/>
                <a:gd name="connsiteY0" fmla="*/ 0 h 64293"/>
                <a:gd name="connsiteX1" fmla="*/ 4366737 w 4366736"/>
                <a:gd name="connsiteY1" fmla="*/ 0 h 64293"/>
                <a:gd name="connsiteX2" fmla="*/ 4366737 w 4366736"/>
                <a:gd name="connsiteY2" fmla="*/ 64294 h 64293"/>
                <a:gd name="connsiteX3" fmla="*/ 0 w 4366736"/>
                <a:gd name="connsiteY3" fmla="*/ 64294 h 64293"/>
              </a:gdLst>
              <a:ahLst/>
              <a:cxnLst>
                <a:cxn ang="0">
                  <a:pos x="connsiteX0" y="connsiteY0"/>
                </a:cxn>
                <a:cxn ang="0">
                  <a:pos x="connsiteX1" y="connsiteY1"/>
                </a:cxn>
                <a:cxn ang="0">
                  <a:pos x="connsiteX2" y="connsiteY2"/>
                </a:cxn>
                <a:cxn ang="0">
                  <a:pos x="connsiteX3" y="connsiteY3"/>
                </a:cxn>
              </a:cxnLst>
              <a:rect l="l" t="t" r="r" b="b"/>
              <a:pathLst>
                <a:path w="4366736" h="64293">
                  <a:moveTo>
                    <a:pt x="0" y="0"/>
                  </a:moveTo>
                  <a:lnTo>
                    <a:pt x="4366737" y="0"/>
                  </a:lnTo>
                  <a:lnTo>
                    <a:pt x="4366737" y="64294"/>
                  </a:lnTo>
                  <a:lnTo>
                    <a:pt x="0" y="64294"/>
                  </a:lnTo>
                  <a:close/>
                </a:path>
              </a:pathLst>
            </a:custGeom>
            <a:gradFill flip="none" rotWithShape="1">
              <a:gsLst>
                <a:gs pos="100000">
                  <a:schemeClr val="accent1"/>
                </a:gs>
                <a:gs pos="12000">
                  <a:schemeClr val="accent1">
                    <a:lumMod val="20000"/>
                    <a:lumOff val="80000"/>
                  </a:schemeClr>
                </a:gs>
              </a:gsLst>
              <a:lin ang="0" scaled="0"/>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26" name="PA-任意多边形 899"/>
            <p:cNvSpPr/>
            <p:nvPr>
              <p:custDataLst>
                <p:tags r:id="rId8"/>
              </p:custDataLst>
            </p:nvPr>
          </p:nvSpPr>
          <p:spPr>
            <a:xfrm flipH="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55000">
                  <a:schemeClr val="accent1"/>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cxnSp>
          <p:nvCxnSpPr>
            <p:cNvPr id="33" name="PA-直接连接符 18"/>
            <p:cNvCxnSpPr/>
            <p:nvPr>
              <p:custDataLst>
                <p:tags r:id="rId9"/>
              </p:custDataLst>
            </p:nvPr>
          </p:nvCxnSpPr>
          <p:spPr>
            <a:xfrm flipH="1">
              <a:off x="5253886"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57" name="PA-图形 7"/>
            <p:cNvSpPr/>
            <p:nvPr>
              <p:custDataLst>
                <p:tags r:id="rId10"/>
              </p:custDataLst>
            </p:nvPr>
          </p:nvSpPr>
          <p:spPr>
            <a:xfrm>
              <a:off x="273980" y="148474"/>
              <a:ext cx="555983" cy="416889"/>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0">
                  <a:schemeClr val="bg1"/>
                </a:gs>
                <a:gs pos="87000">
                  <a:schemeClr val="accent1">
                    <a:lumMod val="20000"/>
                    <a:lumOff val="80000"/>
                  </a:schemeClr>
                </a:gs>
              </a:gsLst>
              <a:lin ang="2700000" scaled="0"/>
            </a:gradFill>
            <a:ln w="36909" cap="flat">
              <a:noFill/>
              <a:prstDash val="solid"/>
              <a:miter/>
            </a:ln>
            <a:effectLst>
              <a:outerShdw blurRad="50800" dist="38100" dir="5400000" algn="t" rotWithShape="0">
                <a:schemeClr val="accent1">
                  <a:alpha val="30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4" name="PA-文本框 24"/>
          <p:cNvSpPr txBox="1"/>
          <p:nvPr>
            <p:custDataLst>
              <p:tags r:id="rId11"/>
            </p:custDataLst>
          </p:nvPr>
        </p:nvSpPr>
        <p:spPr>
          <a:xfrm>
            <a:off x="1600150" y="236296"/>
            <a:ext cx="1605280" cy="521970"/>
          </a:xfrm>
          <a:prstGeom prst="rect">
            <a:avLst/>
          </a:prstGeom>
          <a:noFill/>
        </p:spPr>
        <p:txBody>
          <a:bodyPr wrap="none">
            <a:spAutoFit/>
          </a:bodyPr>
          <a:lstStyle>
            <a:defPPr>
              <a:defRPr lang="zh-CN"/>
            </a:defPPr>
            <a:lvl1pPr>
              <a:defRPr sz="2400" b="1">
                <a:gradFill>
                  <a:gsLst>
                    <a:gs pos="100000">
                      <a:schemeClr val="accent1">
                        <a:lumMod val="50000"/>
                      </a:schemeClr>
                    </a:gs>
                    <a:gs pos="17000">
                      <a:schemeClr val="accent1">
                        <a:lumMod val="50000"/>
                      </a:schemeClr>
                    </a:gs>
                  </a:gsLst>
                  <a:path path="circle">
                    <a:fillToRect r="100000" b="100000"/>
                  </a:path>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gradFill>
                  <a:gsLst>
                    <a:gs pos="100000">
                      <a:srgbClr val="206252">
                        <a:lumMod val="50000"/>
                      </a:srgbClr>
                    </a:gs>
                    <a:gs pos="17000">
                      <a:srgbClr val="206252">
                        <a:lumMod val="75000"/>
                      </a:srgbClr>
                    </a:gs>
                  </a:gsLst>
                  <a:path path="circle">
                    <a:fillToRect r="100000" b="100000"/>
                  </a:path>
                </a:gradFill>
                <a:effectLst/>
                <a:uLnTx/>
                <a:uFillTx/>
                <a:latin typeface="微软雅黑" panose="020B0503020204020204" charset="-122"/>
                <a:ea typeface="微软雅黑" panose="020B0503020204020204" charset="-122"/>
                <a:cs typeface="+mn-cs"/>
                <a:sym typeface="阿里妈妈数黑体" pitchFamily="2" charset="-122"/>
              </a:rPr>
              <a:t>前期调研</a:t>
            </a:r>
            <a:endParaRPr kumimoji="0" lang="zh-CN" altLang="en-US" sz="2800" b="1" i="0" u="none" strike="noStrike" kern="1200" cap="none" spc="0" normalizeH="0" baseline="0" noProof="0" dirty="0">
              <a:ln>
                <a:noFill/>
              </a:ln>
              <a:gradFill>
                <a:gsLst>
                  <a:gs pos="100000">
                    <a:srgbClr val="206252">
                      <a:lumMod val="50000"/>
                    </a:srgbClr>
                  </a:gs>
                  <a:gs pos="17000">
                    <a:srgbClr val="206252">
                      <a:lumMod val="75000"/>
                    </a:srgbClr>
                  </a:gs>
                </a:gsLst>
                <a:path path="circle">
                  <a:fillToRect r="100000" b="100000"/>
                </a:path>
              </a:gradFill>
              <a:effectLst/>
              <a:uLnTx/>
              <a:uFillTx/>
              <a:latin typeface="微软雅黑" panose="020B0503020204020204" charset="-122"/>
              <a:ea typeface="微软雅黑" panose="020B0503020204020204" charset="-122"/>
              <a:cs typeface="+mn-cs"/>
              <a:sym typeface="阿里妈妈数黑体" pitchFamily="2" charset="-122"/>
            </a:endParaRPr>
          </a:p>
        </p:txBody>
      </p:sp>
      <p:sp>
        <p:nvSpPr>
          <p:cNvPr id="5" name="矩形 4"/>
          <p:cNvSpPr/>
          <p:nvPr/>
        </p:nvSpPr>
        <p:spPr>
          <a:xfrm>
            <a:off x="3629660" y="298450"/>
            <a:ext cx="2100580" cy="522605"/>
          </a:xfrm>
          <a:prstGeom prst="rect">
            <a:avLst/>
          </a:prstGeom>
          <a:noFill/>
          <a:ln>
            <a:noFill/>
          </a:ln>
        </p:spPr>
        <p:txBody>
          <a:bodyPr wrap="square" rtlCol="0" anchor="t">
            <a:noAutofit/>
          </a:bodyPr>
          <a:lstStyle/>
          <a:p>
            <a:pPr algn="ctr"/>
            <a:r>
              <a:rPr lang="zh-CN" altLang="en-US" dirty="0">
                <a:solidFill>
                  <a:schemeClr val="tx1"/>
                </a:solidFill>
                <a:effectLst/>
                <a:latin typeface="微软雅黑" panose="020B0503020204020204" charset="-122"/>
                <a:ea typeface="微软雅黑" panose="020B0503020204020204" charset="-122"/>
              </a:rPr>
              <a:t>研究背景</a:t>
            </a:r>
            <a:endParaRPr lang="zh-CN" altLang="en-US" dirty="0">
              <a:solidFill>
                <a:schemeClr val="tx1"/>
              </a:solidFill>
              <a:effectLst/>
              <a:latin typeface="微软雅黑" panose="020B0503020204020204" charset="-122"/>
              <a:ea typeface="微软雅黑" panose="020B0503020204020204" charset="-122"/>
            </a:endParaRPr>
          </a:p>
        </p:txBody>
      </p:sp>
      <p:sp>
        <p:nvSpPr>
          <p:cNvPr id="6" name="PA-文本框 26"/>
          <p:cNvSpPr txBox="1"/>
          <p:nvPr>
            <p:custDataLst>
              <p:tags r:id="rId12"/>
            </p:custDataLst>
          </p:nvPr>
        </p:nvSpPr>
        <p:spPr>
          <a:xfrm>
            <a:off x="5410470" y="313956"/>
            <a:ext cx="10972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33692B"/>
                </a:solidFill>
                <a:effectLst/>
                <a:uLnTx/>
                <a:uFillTx/>
                <a:latin typeface="微软雅黑" panose="020B0503020204020204" charset="-122"/>
                <a:ea typeface="微软雅黑" panose="020B0503020204020204" charset="-122"/>
                <a:cs typeface="+mn-cs"/>
                <a:sym typeface="阿里妈妈数黑体" pitchFamily="2" charset="-122"/>
              </a:rPr>
              <a:t>前期调研</a:t>
            </a:r>
            <a:endParaRPr kumimoji="0" lang="zh-CN" altLang="en-US" sz="1800" b="1" i="0" u="none" strike="noStrike" kern="1200" cap="none" spc="0" normalizeH="0" baseline="0" noProof="0" dirty="0">
              <a:ln>
                <a:noFill/>
              </a:ln>
              <a:solidFill>
                <a:srgbClr val="33692B"/>
              </a:solidFill>
              <a:effectLst/>
              <a:uLnTx/>
              <a:uFillTx/>
              <a:latin typeface="微软雅黑" panose="020B0503020204020204" charset="-122"/>
              <a:ea typeface="微软雅黑" panose="020B0503020204020204" charset="-122"/>
              <a:cs typeface="+mn-cs"/>
              <a:sym typeface="阿里妈妈数黑体" pitchFamily="2" charset="-122"/>
            </a:endParaRPr>
          </a:p>
        </p:txBody>
      </p:sp>
      <p:sp>
        <p:nvSpPr>
          <p:cNvPr id="12" name="文本框 11"/>
          <p:cNvSpPr txBox="1"/>
          <p:nvPr/>
        </p:nvSpPr>
        <p:spPr>
          <a:xfrm>
            <a:off x="8453755" y="308610"/>
            <a:ext cx="110934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数据分析</a:t>
            </a:r>
            <a:endParaRPr lang="zh-CN" altLang="en-US">
              <a:latin typeface="微软雅黑" panose="020B0503020204020204" charset="-122"/>
              <a:ea typeface="微软雅黑" panose="020B0503020204020204" charset="-122"/>
            </a:endParaRPr>
          </a:p>
        </p:txBody>
      </p:sp>
      <p:cxnSp>
        <p:nvCxnSpPr>
          <p:cNvPr id="42" name="PA-直接连接符 22"/>
          <p:cNvCxnSpPr/>
          <p:nvPr>
            <p:custDataLst>
              <p:tags r:id="rId13"/>
            </p:custDataLst>
          </p:nvPr>
        </p:nvCxnSpPr>
        <p:spPr>
          <a:xfrm flipH="1">
            <a:off x="6412243"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13" name="PA-文本框 26"/>
          <p:cNvSpPr txBox="1"/>
          <p:nvPr>
            <p:custDataLst>
              <p:tags r:id="rId14"/>
            </p:custDataLst>
          </p:nvPr>
        </p:nvSpPr>
        <p:spPr>
          <a:xfrm>
            <a:off x="6507233" y="328996"/>
            <a:ext cx="17830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noProof="0" dirty="0">
                <a:ln>
                  <a:noFill/>
                </a:ln>
                <a:solidFill>
                  <a:srgbClr val="206252">
                    <a:lumMod val="50000"/>
                  </a:srgbClr>
                </a:solidFill>
                <a:effectLst/>
                <a:uLnTx/>
                <a:uFillTx/>
                <a:latin typeface="微软雅黑" panose="020B0503020204020204" charset="-122"/>
                <a:ea typeface="微软雅黑" panose="020B0503020204020204" charset="-122"/>
                <a:sym typeface="OPPOSans M" panose="00020600040101010101" pitchFamily="18" charset="-122"/>
              </a:rPr>
              <a:t>调查设计与实施</a:t>
            </a:r>
            <a:endParaRPr kumimoji="0" lang="zh-CN" altLang="en-US" sz="180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cxnSp>
        <p:nvCxnSpPr>
          <p:cNvPr id="43" name="PA-直接连接符 23"/>
          <p:cNvCxnSpPr/>
          <p:nvPr>
            <p:custDataLst>
              <p:tags r:id="rId15"/>
            </p:custDataLst>
          </p:nvPr>
        </p:nvCxnSpPr>
        <p:spPr>
          <a:xfrm flipH="1">
            <a:off x="8264655" y="37265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14" name="文本框 13"/>
          <p:cNvSpPr txBox="1"/>
          <p:nvPr/>
        </p:nvSpPr>
        <p:spPr>
          <a:xfrm>
            <a:off x="9709150" y="298450"/>
            <a:ext cx="124396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产品</a:t>
            </a:r>
            <a:r>
              <a:rPr lang="zh-CN" altLang="en-US">
                <a:latin typeface="微软雅黑" panose="020B0503020204020204" charset="-122"/>
                <a:ea typeface="微软雅黑" panose="020B0503020204020204" charset="-122"/>
              </a:rPr>
              <a:t>设计</a:t>
            </a:r>
            <a:endParaRPr lang="zh-CN" altLang="en-US">
              <a:latin typeface="微软雅黑" panose="020B0503020204020204" charset="-122"/>
              <a:ea typeface="微软雅黑" panose="020B0503020204020204" charset="-122"/>
            </a:endParaRPr>
          </a:p>
        </p:txBody>
      </p:sp>
      <p:sp>
        <p:nvSpPr>
          <p:cNvPr id="15" name="文本框 14"/>
          <p:cNvSpPr txBox="1"/>
          <p:nvPr/>
        </p:nvSpPr>
        <p:spPr>
          <a:xfrm>
            <a:off x="10953115" y="313690"/>
            <a:ext cx="136969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结论与建议</a:t>
            </a:r>
            <a:endParaRPr lang="zh-CN" altLang="en-US">
              <a:latin typeface="微软雅黑" panose="020B0503020204020204" charset="-122"/>
              <a:ea typeface="微软雅黑" panose="020B0503020204020204" charset="-122"/>
            </a:endParaRPr>
          </a:p>
        </p:txBody>
      </p:sp>
      <p:cxnSp>
        <p:nvCxnSpPr>
          <p:cNvPr id="29" name="PA-直接连接符 23"/>
          <p:cNvCxnSpPr/>
          <p:nvPr>
            <p:custDataLst>
              <p:tags r:id="rId16"/>
            </p:custDataLst>
          </p:nvPr>
        </p:nvCxnSpPr>
        <p:spPr>
          <a:xfrm flipH="1">
            <a:off x="9460995" y="3802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36" name="PA-直接连接符 23"/>
          <p:cNvCxnSpPr/>
          <p:nvPr>
            <p:custDataLst>
              <p:tags r:id="rId17"/>
            </p:custDataLst>
          </p:nvPr>
        </p:nvCxnSpPr>
        <p:spPr>
          <a:xfrm flipH="1">
            <a:off x="10733535" y="3802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37" name="矩形: 圆角 24"/>
          <p:cNvSpPr/>
          <p:nvPr/>
        </p:nvSpPr>
        <p:spPr>
          <a:xfrm>
            <a:off x="273685" y="961390"/>
            <a:ext cx="2691130" cy="534035"/>
          </a:xfrm>
          <a:prstGeom prst="roundRect">
            <a:avLst>
              <a:gd name="adj" fmla="val 29695"/>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   </a:t>
            </a:r>
            <a:r>
              <a:rPr kumimoji="0" lang="en-US" altLang="zh-CN" sz="2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2</a:t>
            </a:r>
            <a:r>
              <a:rPr lang="en-US" altLang="zh-CN" sz="2800" dirty="0">
                <a:solidFill>
                  <a:prstClr val="black"/>
                </a:solidFill>
                <a:latin typeface="微软雅黑" panose="020B0503020204020204" charset="-122"/>
                <a:ea typeface="微软雅黑" panose="020B0503020204020204" charset="-122"/>
                <a:cs typeface="微软雅黑" panose="020B0503020204020204" charset="-122"/>
                <a:sym typeface="微软雅黑" panose="020B0503020204020204" charset="-122"/>
              </a:rPr>
              <a:t>.2</a:t>
            </a:r>
            <a:r>
              <a:rPr lang="zh-CN" altLang="en-US" sz="2800" dirty="0">
                <a:solidFill>
                  <a:prstClr val="black"/>
                </a:solidFill>
                <a:latin typeface="微软雅黑" panose="020B0503020204020204" charset="-122"/>
                <a:ea typeface="微软雅黑" panose="020B0503020204020204" charset="-122"/>
                <a:cs typeface="微软雅黑" panose="020B0503020204020204" charset="-122"/>
                <a:sym typeface="微软雅黑" panose="020B0503020204020204" charset="-122"/>
              </a:rPr>
              <a:t>实地调研</a:t>
            </a:r>
            <a:endParaRPr lang="zh-CN" altLang="en-US" sz="2800" dirty="0">
              <a:solidFill>
                <a:prstClr val="black"/>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41" name="图片 40" descr="箭头"/>
          <p:cNvPicPr>
            <a:picLocks noChangeAspect="1"/>
          </p:cNvPicPr>
          <p:nvPr>
            <p:custDataLst>
              <p:tags r:id="rId18"/>
            </p:custDataLst>
          </p:nvPr>
        </p:nvPicPr>
        <p:blipFill>
          <a:blip r:embed="rId19">
            <a:extLst>
              <a:ext uri="{96DAC541-7B7A-43D3-8B79-37D633B846F1}">
                <asvg:svgBlip xmlns:asvg="http://schemas.microsoft.com/office/drawing/2016/SVG/main" r:embed="rId20"/>
              </a:ext>
            </a:extLst>
          </a:blip>
          <a:stretch>
            <a:fillRect/>
          </a:stretch>
        </p:blipFill>
        <p:spPr>
          <a:xfrm flipH="1">
            <a:off x="365760" y="1035685"/>
            <a:ext cx="369570" cy="369570"/>
          </a:xfrm>
          <a:prstGeom prst="rect">
            <a:avLst/>
          </a:prstGeom>
        </p:spPr>
      </p:pic>
      <p:grpSp>
        <p:nvGrpSpPr>
          <p:cNvPr id="172" name="组合 171"/>
          <p:cNvGrpSpPr/>
          <p:nvPr/>
        </p:nvGrpSpPr>
        <p:grpSpPr>
          <a:xfrm>
            <a:off x="-674446" y="-6350"/>
            <a:ext cx="13073260" cy="902312"/>
            <a:chOff x="-801446" y="0"/>
            <a:chExt cx="13073260" cy="902312"/>
          </a:xfrm>
        </p:grpSpPr>
        <p:sp>
          <p:nvSpPr>
            <p:cNvPr id="173" name="PA-任意多边形 900"/>
            <p:cNvSpPr/>
            <p:nvPr>
              <p:custDataLst>
                <p:tags r:id="rId21"/>
              </p:custDataLst>
            </p:nvPr>
          </p:nvSpPr>
          <p:spPr>
            <a:xfrm flipV="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91000">
                  <a:schemeClr val="accent2">
                    <a:lumMod val="75000"/>
                  </a:schemeClr>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74" name="PA-任意多边形 46"/>
            <p:cNvSpPr/>
            <p:nvPr>
              <p:custDataLst>
                <p:tags r:id="rId22"/>
              </p:custDataLst>
            </p:nvPr>
          </p:nvSpPr>
          <p:spPr>
            <a:xfrm>
              <a:off x="17585" y="140988"/>
              <a:ext cx="10477775" cy="713837"/>
            </a:xfrm>
            <a:custGeom>
              <a:avLst/>
              <a:gdLst>
                <a:gd name="connsiteX0" fmla="*/ 0 w 10477775"/>
                <a:gd name="connsiteY0" fmla="*/ 0 h 713837"/>
                <a:gd name="connsiteX1" fmla="*/ 9872819 w 10477775"/>
                <a:gd name="connsiteY1" fmla="*/ 0 h 713837"/>
                <a:gd name="connsiteX2" fmla="*/ 10477775 w 10477775"/>
                <a:gd name="connsiteY2" fmla="*/ 713837 h 713837"/>
                <a:gd name="connsiteX3" fmla="*/ 0 w 10477775"/>
                <a:gd name="connsiteY3" fmla="*/ 713837 h 713837"/>
                <a:gd name="connsiteX4" fmla="*/ 0 w 10477775"/>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775" h="713837">
                  <a:moveTo>
                    <a:pt x="0" y="0"/>
                  </a:moveTo>
                  <a:lnTo>
                    <a:pt x="9872819" y="0"/>
                  </a:lnTo>
                  <a:lnTo>
                    <a:pt x="10477775" y="713837"/>
                  </a:lnTo>
                  <a:lnTo>
                    <a:pt x="0" y="713837"/>
                  </a:lnTo>
                  <a:lnTo>
                    <a:pt x="0" y="0"/>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75" name="PA-任意多边形 50"/>
            <p:cNvSpPr/>
            <p:nvPr>
              <p:custDataLst>
                <p:tags r:id="rId23"/>
              </p:custDataLst>
            </p:nvPr>
          </p:nvSpPr>
          <p:spPr>
            <a:xfrm>
              <a:off x="79814" y="136543"/>
              <a:ext cx="12192000" cy="713837"/>
            </a:xfrm>
            <a:custGeom>
              <a:avLst/>
              <a:gdLst>
                <a:gd name="connsiteX0" fmla="*/ 0 w 12192000"/>
                <a:gd name="connsiteY0" fmla="*/ 0 h 713837"/>
                <a:gd name="connsiteX1" fmla="*/ 12192000 w 12192000"/>
                <a:gd name="connsiteY1" fmla="*/ 0 h 713837"/>
                <a:gd name="connsiteX2" fmla="*/ 12192000 w 12192000"/>
                <a:gd name="connsiteY2" fmla="*/ 713837 h 713837"/>
                <a:gd name="connsiteX3" fmla="*/ 0 w 12192000"/>
                <a:gd name="connsiteY3" fmla="*/ 713837 h 713837"/>
              </a:gdLst>
              <a:ahLst/>
              <a:cxnLst>
                <a:cxn ang="0">
                  <a:pos x="connsiteX0" y="connsiteY0"/>
                </a:cxn>
                <a:cxn ang="0">
                  <a:pos x="connsiteX1" y="connsiteY1"/>
                </a:cxn>
                <a:cxn ang="0">
                  <a:pos x="connsiteX2" y="connsiteY2"/>
                </a:cxn>
                <a:cxn ang="0">
                  <a:pos x="connsiteX3" y="connsiteY3"/>
                </a:cxn>
              </a:cxnLst>
              <a:rect l="l" t="t" r="r" b="b"/>
              <a:pathLst>
                <a:path w="12192000" h="713837">
                  <a:moveTo>
                    <a:pt x="0" y="0"/>
                  </a:moveTo>
                  <a:lnTo>
                    <a:pt x="12192000" y="0"/>
                  </a:lnTo>
                  <a:lnTo>
                    <a:pt x="12192000" y="713837"/>
                  </a:lnTo>
                  <a:lnTo>
                    <a:pt x="0" y="713837"/>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mn-cs"/>
              </a:endParaRPr>
            </a:p>
          </p:txBody>
        </p:sp>
        <p:sp>
          <p:nvSpPr>
            <p:cNvPr id="176" name="PA-文本框 24"/>
            <p:cNvSpPr txBox="1"/>
            <p:nvPr>
              <p:custDataLst>
                <p:tags r:id="rId24"/>
              </p:custDataLst>
            </p:nvPr>
          </p:nvSpPr>
          <p:spPr>
            <a:xfrm>
              <a:off x="1600150" y="236296"/>
              <a:ext cx="1605280" cy="521970"/>
            </a:xfrm>
            <a:prstGeom prst="rect">
              <a:avLst/>
            </a:prstGeom>
            <a:noFill/>
          </p:spPr>
          <p:txBody>
            <a:bodyPr wrap="none">
              <a:spAutoFit/>
            </a:bodyPr>
            <a:lstStyle>
              <a:defPPr>
                <a:defRPr lang="zh-CN"/>
              </a:defPPr>
              <a:lvl1pPr>
                <a:defRPr sz="2400" b="1">
                  <a:gradFill>
                    <a:gsLst>
                      <a:gs pos="100000">
                        <a:schemeClr val="accent1">
                          <a:lumMod val="50000"/>
                        </a:schemeClr>
                      </a:gs>
                      <a:gs pos="17000">
                        <a:schemeClr val="accent1">
                          <a:lumMod val="50000"/>
                        </a:schemeClr>
                      </a:gs>
                    </a:gsLst>
                    <a:path path="circle">
                      <a:fillToRect r="100000" b="100000"/>
                    </a:path>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gradFill>
                    <a:gsLst>
                      <a:gs pos="100000">
                        <a:srgbClr val="206252">
                          <a:lumMod val="50000"/>
                        </a:srgbClr>
                      </a:gs>
                      <a:gs pos="17000">
                        <a:srgbClr val="206252">
                          <a:lumMod val="75000"/>
                        </a:srgbClr>
                      </a:gs>
                    </a:gsLst>
                    <a:path path="circle">
                      <a:fillToRect r="100000" b="100000"/>
                    </a:path>
                  </a:gradFill>
                  <a:effectLst/>
                  <a:uLnTx/>
                  <a:uFillTx/>
                  <a:latin typeface="微软雅黑" panose="020B0503020204020204" charset="-122"/>
                  <a:ea typeface="微软雅黑" panose="020B0503020204020204" charset="-122"/>
                  <a:cs typeface="+mn-cs"/>
                  <a:sym typeface="阿里妈妈数黑体" pitchFamily="2" charset="-122"/>
                </a:rPr>
                <a:t>前期调研</a:t>
              </a:r>
              <a:endParaRPr kumimoji="0" lang="zh-CN" altLang="en-US" sz="2800" b="1" i="0" u="none" strike="noStrike" kern="1200" cap="none" spc="0" normalizeH="0" baseline="0" noProof="0" dirty="0">
                <a:ln>
                  <a:noFill/>
                </a:ln>
                <a:gradFill>
                  <a:gsLst>
                    <a:gs pos="100000">
                      <a:srgbClr val="206252">
                        <a:lumMod val="50000"/>
                      </a:srgbClr>
                    </a:gs>
                    <a:gs pos="17000">
                      <a:srgbClr val="206252">
                        <a:lumMod val="75000"/>
                      </a:srgbClr>
                    </a:gs>
                  </a:gsLst>
                  <a:path path="circle">
                    <a:fillToRect r="100000" b="100000"/>
                  </a:path>
                </a:gradFill>
                <a:effectLst/>
                <a:uLnTx/>
                <a:uFillTx/>
                <a:latin typeface="微软雅黑" panose="020B0503020204020204" charset="-122"/>
                <a:ea typeface="微软雅黑" panose="020B0503020204020204" charset="-122"/>
                <a:cs typeface="+mn-cs"/>
                <a:sym typeface="阿里妈妈数黑体" pitchFamily="2" charset="-122"/>
              </a:endParaRPr>
            </a:p>
          </p:txBody>
        </p:sp>
        <p:sp>
          <p:nvSpPr>
            <p:cNvPr id="177" name="PA-任意多边形 6"/>
            <p:cNvSpPr/>
            <p:nvPr>
              <p:custDataLst>
                <p:tags r:id="rId25"/>
              </p:custDataLst>
            </p:nvPr>
          </p:nvSpPr>
          <p:spPr>
            <a:xfrm>
              <a:off x="-52754" y="850261"/>
              <a:ext cx="12262339" cy="52051"/>
            </a:xfrm>
            <a:custGeom>
              <a:avLst/>
              <a:gdLst>
                <a:gd name="connsiteX0" fmla="*/ 0 w 4366736"/>
                <a:gd name="connsiteY0" fmla="*/ 0 h 64293"/>
                <a:gd name="connsiteX1" fmla="*/ 4366737 w 4366736"/>
                <a:gd name="connsiteY1" fmla="*/ 0 h 64293"/>
                <a:gd name="connsiteX2" fmla="*/ 4366737 w 4366736"/>
                <a:gd name="connsiteY2" fmla="*/ 64294 h 64293"/>
                <a:gd name="connsiteX3" fmla="*/ 0 w 4366736"/>
                <a:gd name="connsiteY3" fmla="*/ 64294 h 64293"/>
              </a:gdLst>
              <a:ahLst/>
              <a:cxnLst>
                <a:cxn ang="0">
                  <a:pos x="connsiteX0" y="connsiteY0"/>
                </a:cxn>
                <a:cxn ang="0">
                  <a:pos x="connsiteX1" y="connsiteY1"/>
                </a:cxn>
                <a:cxn ang="0">
                  <a:pos x="connsiteX2" y="connsiteY2"/>
                </a:cxn>
                <a:cxn ang="0">
                  <a:pos x="connsiteX3" y="connsiteY3"/>
                </a:cxn>
              </a:cxnLst>
              <a:rect l="l" t="t" r="r" b="b"/>
              <a:pathLst>
                <a:path w="4366736" h="64293">
                  <a:moveTo>
                    <a:pt x="0" y="0"/>
                  </a:moveTo>
                  <a:lnTo>
                    <a:pt x="4366737" y="0"/>
                  </a:lnTo>
                  <a:lnTo>
                    <a:pt x="4366737" y="64294"/>
                  </a:lnTo>
                  <a:lnTo>
                    <a:pt x="0" y="64294"/>
                  </a:lnTo>
                  <a:close/>
                </a:path>
              </a:pathLst>
            </a:custGeom>
            <a:gradFill flip="none" rotWithShape="1">
              <a:gsLst>
                <a:gs pos="100000">
                  <a:schemeClr val="accent1"/>
                </a:gs>
                <a:gs pos="12000">
                  <a:schemeClr val="accent1">
                    <a:lumMod val="20000"/>
                    <a:lumOff val="80000"/>
                  </a:schemeClr>
                </a:gs>
              </a:gsLst>
              <a:lin ang="0" scaled="0"/>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78" name="PA-任意多边形 899"/>
            <p:cNvSpPr/>
            <p:nvPr>
              <p:custDataLst>
                <p:tags r:id="rId26"/>
              </p:custDataLst>
            </p:nvPr>
          </p:nvSpPr>
          <p:spPr>
            <a:xfrm flipH="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55000">
                  <a:schemeClr val="accent1"/>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79" name="PA-文本框 26"/>
            <p:cNvSpPr txBox="1"/>
            <p:nvPr>
              <p:custDataLst>
                <p:tags r:id="rId27"/>
              </p:custDataLst>
            </p:nvPr>
          </p:nvSpPr>
          <p:spPr>
            <a:xfrm>
              <a:off x="6507233" y="309946"/>
              <a:ext cx="17830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noProof="0" dirty="0">
                  <a:ln>
                    <a:noFill/>
                  </a:ln>
                  <a:solidFill>
                    <a:srgbClr val="206252">
                      <a:lumMod val="50000"/>
                    </a:srgbClr>
                  </a:solidFill>
                  <a:effectLst/>
                  <a:uLnTx/>
                  <a:uFillTx/>
                  <a:latin typeface="微软雅黑" panose="020B0503020204020204" charset="-122"/>
                  <a:ea typeface="微软雅黑" panose="020B0503020204020204" charset="-122"/>
                  <a:sym typeface="OPPOSans M" panose="00020600040101010101" pitchFamily="18" charset="-122"/>
                </a:rPr>
                <a:t>调查设计与实施</a:t>
              </a:r>
              <a:endParaRPr kumimoji="0" lang="zh-CN" altLang="en-US" sz="180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sp>
          <p:nvSpPr>
            <p:cNvPr id="180" name="PA-文本框 26"/>
            <p:cNvSpPr txBox="1"/>
            <p:nvPr>
              <p:custDataLst>
                <p:tags r:id="rId28"/>
              </p:custDataLst>
            </p:nvPr>
          </p:nvSpPr>
          <p:spPr>
            <a:xfrm>
              <a:off x="8672698" y="313756"/>
              <a:ext cx="3098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cxnSp>
          <p:nvCxnSpPr>
            <p:cNvPr id="181" name="PA-直接连接符 18"/>
            <p:cNvCxnSpPr/>
            <p:nvPr>
              <p:custDataLst>
                <p:tags r:id="rId29"/>
              </p:custDataLst>
            </p:nvPr>
          </p:nvCxnSpPr>
          <p:spPr>
            <a:xfrm flipH="1">
              <a:off x="5253886"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182" name="PA-直接连接符 22"/>
            <p:cNvCxnSpPr/>
            <p:nvPr>
              <p:custDataLst>
                <p:tags r:id="rId30"/>
              </p:custDataLst>
            </p:nvPr>
          </p:nvCxnSpPr>
          <p:spPr>
            <a:xfrm flipH="1">
              <a:off x="6412243"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183" name="PA-文本框 26"/>
            <p:cNvSpPr txBox="1"/>
            <p:nvPr>
              <p:custDataLst>
                <p:tags r:id="rId31"/>
              </p:custDataLst>
            </p:nvPr>
          </p:nvSpPr>
          <p:spPr>
            <a:xfrm>
              <a:off x="5410470" y="313956"/>
              <a:ext cx="10972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a:defRPr/>
              </a:pPr>
              <a:r>
                <a:rPr lang="zh-CN" altLang="en-US" sz="1800" b="1" dirty="0">
                  <a:solidFill>
                    <a:srgbClr val="2D8A73"/>
                  </a:solidFill>
                  <a:latin typeface="微软雅黑" panose="020B0503020204020204" charset="-122"/>
                  <a:ea typeface="微软雅黑" panose="020B0503020204020204" charset="-122"/>
                  <a:sym typeface="阿里妈妈数黑体" pitchFamily="2" charset="-122"/>
                </a:rPr>
                <a:t>前期调研</a:t>
              </a:r>
              <a:endParaRPr lang="zh-CN" altLang="en-US" sz="1800" b="1" dirty="0">
                <a:solidFill>
                  <a:srgbClr val="2D8A73"/>
                </a:solidFill>
                <a:latin typeface="微软雅黑" panose="020B0503020204020204" charset="-122"/>
                <a:ea typeface="微软雅黑" panose="020B0503020204020204" charset="-122"/>
                <a:sym typeface="阿里妈妈数黑体" pitchFamily="2" charset="-122"/>
              </a:endParaRPr>
            </a:p>
          </p:txBody>
        </p:sp>
        <p:sp>
          <p:nvSpPr>
            <p:cNvPr id="184" name="PA-图形 7"/>
            <p:cNvSpPr/>
            <p:nvPr>
              <p:custDataLst>
                <p:tags r:id="rId32"/>
              </p:custDataLst>
            </p:nvPr>
          </p:nvSpPr>
          <p:spPr>
            <a:xfrm>
              <a:off x="273980" y="148474"/>
              <a:ext cx="555983" cy="416889"/>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0">
                  <a:schemeClr val="bg1"/>
                </a:gs>
                <a:gs pos="87000">
                  <a:schemeClr val="accent1">
                    <a:lumMod val="20000"/>
                    <a:lumOff val="80000"/>
                  </a:schemeClr>
                </a:gs>
              </a:gsLst>
              <a:lin ang="2700000" scaled="0"/>
            </a:gradFill>
            <a:ln w="36909" cap="flat">
              <a:noFill/>
              <a:prstDash val="solid"/>
              <a:miter/>
            </a:ln>
            <a:effectLst>
              <a:outerShdw blurRad="50800" dist="38100" dir="5400000" algn="t" rotWithShape="0">
                <a:schemeClr val="accent1">
                  <a:alpha val="30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cxnSp>
        <p:nvCxnSpPr>
          <p:cNvPr id="186" name="PA-直接连接符 23"/>
          <p:cNvCxnSpPr/>
          <p:nvPr>
            <p:custDataLst>
              <p:tags r:id="rId33"/>
            </p:custDataLst>
          </p:nvPr>
        </p:nvCxnSpPr>
        <p:spPr>
          <a:xfrm flipH="1">
            <a:off x="8337045" y="36122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187" name="PA-直接连接符 23"/>
          <p:cNvCxnSpPr/>
          <p:nvPr>
            <p:custDataLst>
              <p:tags r:id="rId34"/>
            </p:custDataLst>
          </p:nvPr>
        </p:nvCxnSpPr>
        <p:spPr>
          <a:xfrm flipH="1">
            <a:off x="9622285" y="3294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188" name="文本框 187"/>
          <p:cNvSpPr txBox="1"/>
          <p:nvPr/>
        </p:nvSpPr>
        <p:spPr>
          <a:xfrm>
            <a:off x="9886315" y="300990"/>
            <a:ext cx="136969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结论与建议</a:t>
            </a:r>
            <a:endParaRPr lang="zh-CN" altLang="en-US">
              <a:latin typeface="微软雅黑" panose="020B0503020204020204" charset="-122"/>
              <a:ea typeface="微软雅黑" panose="020B0503020204020204" charset="-122"/>
            </a:endParaRPr>
          </a:p>
        </p:txBody>
      </p:sp>
      <p:sp>
        <p:nvSpPr>
          <p:cNvPr id="189" name="文本框 188"/>
          <p:cNvSpPr txBox="1"/>
          <p:nvPr/>
        </p:nvSpPr>
        <p:spPr>
          <a:xfrm>
            <a:off x="8540750" y="304800"/>
            <a:ext cx="121221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产品设计</a:t>
            </a:r>
            <a:endParaRPr lang="zh-CN" altLang="en-US">
              <a:latin typeface="微软雅黑" panose="020B0503020204020204" charset="-122"/>
              <a:ea typeface="微软雅黑" panose="020B0503020204020204" charset="-122"/>
            </a:endParaRPr>
          </a:p>
        </p:txBody>
      </p:sp>
      <p:sp>
        <p:nvSpPr>
          <p:cNvPr id="185" name="矩形 184"/>
          <p:cNvSpPr/>
          <p:nvPr/>
        </p:nvSpPr>
        <p:spPr>
          <a:xfrm>
            <a:off x="3756660" y="292100"/>
            <a:ext cx="2100580" cy="522605"/>
          </a:xfrm>
          <a:prstGeom prst="rect">
            <a:avLst/>
          </a:prstGeom>
          <a:noFill/>
          <a:ln>
            <a:noFill/>
          </a:ln>
        </p:spPr>
        <p:txBody>
          <a:bodyPr wrap="square" rtlCol="0" anchor="t">
            <a:noAutofit/>
          </a:bodyPr>
          <a:lstStyle/>
          <a:p>
            <a:pPr algn="ctr">
              <a:defRPr/>
            </a:pPr>
            <a:r>
              <a:rPr lang="zh-CN" altLang="en-US" dirty="0">
                <a:solidFill>
                  <a:schemeClr val="tx1"/>
                </a:solidFill>
                <a:latin typeface="微软雅黑" panose="020B0503020204020204" charset="-122"/>
                <a:ea typeface="微软雅黑" panose="020B0503020204020204" charset="-122"/>
              </a:rPr>
              <a:t>研究背景</a:t>
            </a:r>
            <a:endParaRPr lang="zh-CN" altLang="en-US" dirty="0">
              <a:solidFill>
                <a:schemeClr val="tx1"/>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250" fill="hold">
                                          <p:stCondLst>
                                            <p:cond delay="0"/>
                                          </p:stCondLst>
                                        </p:cTn>
                                        <p:tgtEl>
                                          <p:spTgt spid="11"/>
                                        </p:tgtEl>
                                        <p:attrNameLst>
                                          <p:attrName>style.visibility</p:attrName>
                                        </p:attrNameLst>
                                      </p:cBhvr>
                                      <p:to>
                                        <p:strVal val="visible"/>
                                      </p:to>
                                    </p:set>
                                    <p:animEffect transition="in" filter="fade">
                                      <p:cBhvr>
                                        <p:cTn id="20" dur="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 name="图片 102"/>
          <p:cNvPicPr>
            <a:picLocks noChangeAspect="1"/>
          </p:cNvPicPr>
          <p:nvPr/>
        </p:nvPicPr>
        <p:blipFill>
          <a:blip r:embed="rId1"/>
          <a:srcRect l="1166" t="25263"/>
          <a:stretch>
            <a:fillRect/>
          </a:stretch>
        </p:blipFill>
        <p:spPr>
          <a:xfrm>
            <a:off x="1" y="1"/>
            <a:ext cx="12174415" cy="5125479"/>
          </a:xfrm>
          <a:custGeom>
            <a:avLst/>
            <a:gdLst>
              <a:gd name="connsiteX0" fmla="*/ 0 w 12174415"/>
              <a:gd name="connsiteY0" fmla="*/ 0 h 5125479"/>
              <a:gd name="connsiteX1" fmla="*/ 12174415 w 12174415"/>
              <a:gd name="connsiteY1" fmla="*/ 0 h 5125479"/>
              <a:gd name="connsiteX2" fmla="*/ 12174415 w 12174415"/>
              <a:gd name="connsiteY2" fmla="*/ 5125479 h 5125479"/>
              <a:gd name="connsiteX3" fmla="*/ 0 w 12174415"/>
              <a:gd name="connsiteY3" fmla="*/ 5125479 h 5125479"/>
            </a:gdLst>
            <a:ahLst/>
            <a:cxnLst>
              <a:cxn ang="0">
                <a:pos x="connsiteX0" y="connsiteY0"/>
              </a:cxn>
              <a:cxn ang="0">
                <a:pos x="connsiteX1" y="connsiteY1"/>
              </a:cxn>
              <a:cxn ang="0">
                <a:pos x="connsiteX2" y="connsiteY2"/>
              </a:cxn>
              <a:cxn ang="0">
                <a:pos x="connsiteX3" y="connsiteY3"/>
              </a:cxn>
            </a:cxnLst>
            <a:rect l="l" t="t" r="r" b="b"/>
            <a:pathLst>
              <a:path w="12174415" h="5125479">
                <a:moveTo>
                  <a:pt x="0" y="0"/>
                </a:moveTo>
                <a:lnTo>
                  <a:pt x="12174415" y="0"/>
                </a:lnTo>
                <a:lnTo>
                  <a:pt x="12174415" y="5125479"/>
                </a:lnTo>
                <a:lnTo>
                  <a:pt x="0" y="5125479"/>
                </a:lnTo>
                <a:close/>
              </a:path>
            </a:pathLst>
          </a:custGeom>
        </p:spPr>
      </p:pic>
      <p:pic>
        <p:nvPicPr>
          <p:cNvPr id="31" name="图片 30" descr="E:/QQ文件/MEITU_20251029_121723618.jpgMEITU_20251029_121723618"/>
          <p:cNvPicPr>
            <a:picLocks noChangeAspect="1"/>
          </p:cNvPicPr>
          <p:nvPr>
            <p:custDataLst>
              <p:tags r:id="rId2"/>
            </p:custDataLst>
          </p:nvPr>
        </p:nvPicPr>
        <p:blipFill>
          <a:blip r:embed="rId3"/>
          <a:srcRect l="925" r="925"/>
          <a:stretch>
            <a:fillRect/>
          </a:stretch>
        </p:blipFill>
        <p:spPr>
          <a:xfrm>
            <a:off x="7504691" y="1030287"/>
            <a:ext cx="3991985" cy="5422900"/>
          </a:xfrm>
          <a:custGeom>
            <a:avLst/>
            <a:gdLst>
              <a:gd name="connsiteX0" fmla="*/ 1088654 w 3991985"/>
              <a:gd name="connsiteY0" fmla="*/ 0 h 5422900"/>
              <a:gd name="connsiteX1" fmla="*/ 3991985 w 3991985"/>
              <a:gd name="connsiteY1" fmla="*/ 0 h 5422900"/>
              <a:gd name="connsiteX2" fmla="*/ 3991985 w 3991985"/>
              <a:gd name="connsiteY2" fmla="*/ 5422900 h 5422900"/>
              <a:gd name="connsiteX3" fmla="*/ 0 w 3991985"/>
              <a:gd name="connsiteY3" fmla="*/ 5422900 h 5422900"/>
            </a:gdLst>
            <a:ahLst/>
            <a:cxnLst>
              <a:cxn ang="0">
                <a:pos x="connsiteX0" y="connsiteY0"/>
              </a:cxn>
              <a:cxn ang="0">
                <a:pos x="connsiteX1" y="connsiteY1"/>
              </a:cxn>
              <a:cxn ang="0">
                <a:pos x="connsiteX2" y="connsiteY2"/>
              </a:cxn>
              <a:cxn ang="0">
                <a:pos x="connsiteX3" y="connsiteY3"/>
              </a:cxn>
            </a:cxnLst>
            <a:rect l="l" t="t" r="r" b="b"/>
            <a:pathLst>
              <a:path w="3991985" h="5422900">
                <a:moveTo>
                  <a:pt x="1088654" y="0"/>
                </a:moveTo>
                <a:lnTo>
                  <a:pt x="3991985" y="0"/>
                </a:lnTo>
                <a:lnTo>
                  <a:pt x="3991985" y="5422900"/>
                </a:lnTo>
                <a:lnTo>
                  <a:pt x="0" y="5422900"/>
                </a:lnTo>
                <a:close/>
              </a:path>
            </a:pathLst>
          </a:custGeom>
        </p:spPr>
      </p:pic>
      <p:pic>
        <p:nvPicPr>
          <p:cNvPr id="32" name="图片 31" descr="E:/QQ文件/MEITU_20251029_120407781.jpgMEITU_20251029_120407781"/>
          <p:cNvPicPr/>
          <p:nvPr>
            <p:custDataLst>
              <p:tags r:id="rId4"/>
            </p:custDataLst>
          </p:nvPr>
        </p:nvPicPr>
        <p:blipFill>
          <a:blip r:embed="rId5"/>
          <a:srcRect t="4291" b="4291"/>
          <a:stretch>
            <a:fillRect/>
          </a:stretch>
        </p:blipFill>
        <p:spPr>
          <a:xfrm>
            <a:off x="695325" y="1030287"/>
            <a:ext cx="3953002" cy="5422900"/>
          </a:xfrm>
          <a:custGeom>
            <a:avLst/>
            <a:gdLst>
              <a:gd name="connsiteX0" fmla="*/ 0 w 3953002"/>
              <a:gd name="connsiteY0" fmla="*/ 0 h 5422900"/>
              <a:gd name="connsiteX1" fmla="*/ 3953002 w 3953002"/>
              <a:gd name="connsiteY1" fmla="*/ 0 h 5422900"/>
              <a:gd name="connsiteX2" fmla="*/ 2864348 w 3953002"/>
              <a:gd name="connsiteY2" fmla="*/ 5422900 h 5422900"/>
              <a:gd name="connsiteX3" fmla="*/ 0 w 3953002"/>
              <a:gd name="connsiteY3" fmla="*/ 5422900 h 5422900"/>
            </a:gdLst>
            <a:ahLst/>
            <a:cxnLst>
              <a:cxn ang="0">
                <a:pos x="connsiteX0" y="connsiteY0"/>
              </a:cxn>
              <a:cxn ang="0">
                <a:pos x="connsiteX1" y="connsiteY1"/>
              </a:cxn>
              <a:cxn ang="0">
                <a:pos x="connsiteX2" y="connsiteY2"/>
              </a:cxn>
              <a:cxn ang="0">
                <a:pos x="connsiteX3" y="connsiteY3"/>
              </a:cxn>
            </a:cxnLst>
            <a:rect l="l" t="t" r="r" b="b"/>
            <a:pathLst>
              <a:path w="3953002" h="5422900">
                <a:moveTo>
                  <a:pt x="0" y="0"/>
                </a:moveTo>
                <a:lnTo>
                  <a:pt x="3953002" y="0"/>
                </a:lnTo>
                <a:lnTo>
                  <a:pt x="2864348" y="5422900"/>
                </a:lnTo>
                <a:lnTo>
                  <a:pt x="0" y="5422900"/>
                </a:lnTo>
                <a:close/>
              </a:path>
            </a:pathLst>
          </a:custGeom>
        </p:spPr>
      </p:pic>
      <p:pic>
        <p:nvPicPr>
          <p:cNvPr id="33" name="图片 32" descr="E:/QQ文件/MEITU_20251029_121930382.jpgMEITU_20251029_121930382"/>
          <p:cNvPicPr/>
          <p:nvPr>
            <p:custDataLst>
              <p:tags r:id="rId6"/>
            </p:custDataLst>
          </p:nvPr>
        </p:nvPicPr>
        <p:blipFill>
          <a:blip r:embed="rId7"/>
          <a:srcRect t="7823" b="7823"/>
          <a:stretch>
            <a:fillRect/>
          </a:stretch>
        </p:blipFill>
        <p:spPr>
          <a:xfrm>
            <a:off x="3666114" y="1030922"/>
            <a:ext cx="4820788" cy="5422900"/>
          </a:xfrm>
          <a:custGeom>
            <a:avLst/>
            <a:gdLst>
              <a:gd name="connsiteX0" fmla="*/ 1085283 w 4817416"/>
              <a:gd name="connsiteY0" fmla="*/ 0 h 5406103"/>
              <a:gd name="connsiteX1" fmla="*/ 4817416 w 4817416"/>
              <a:gd name="connsiteY1" fmla="*/ 0 h 5406103"/>
              <a:gd name="connsiteX2" fmla="*/ 3732134 w 4817416"/>
              <a:gd name="connsiteY2" fmla="*/ 5406103 h 5406103"/>
              <a:gd name="connsiteX3" fmla="*/ 0 w 4817416"/>
              <a:gd name="connsiteY3" fmla="*/ 5406103 h 5406103"/>
            </a:gdLst>
            <a:ahLst/>
            <a:cxnLst>
              <a:cxn ang="0">
                <a:pos x="connsiteX0" y="connsiteY0"/>
              </a:cxn>
              <a:cxn ang="0">
                <a:pos x="connsiteX1" y="connsiteY1"/>
              </a:cxn>
              <a:cxn ang="0">
                <a:pos x="connsiteX2" y="connsiteY2"/>
              </a:cxn>
              <a:cxn ang="0">
                <a:pos x="connsiteX3" y="connsiteY3"/>
              </a:cxn>
            </a:cxnLst>
            <a:rect l="l" t="t" r="r" b="b"/>
            <a:pathLst>
              <a:path w="4817416" h="5406103">
                <a:moveTo>
                  <a:pt x="1085283" y="0"/>
                </a:moveTo>
                <a:lnTo>
                  <a:pt x="4817416" y="0"/>
                </a:lnTo>
                <a:lnTo>
                  <a:pt x="3732134" y="5406103"/>
                </a:lnTo>
                <a:lnTo>
                  <a:pt x="0" y="5406103"/>
                </a:lnTo>
                <a:close/>
              </a:path>
            </a:pathLst>
          </a:custGeom>
        </p:spPr>
      </p:pic>
      <p:sp>
        <p:nvSpPr>
          <p:cNvPr id="17" name="任意多边形: 形状 16"/>
          <p:cNvSpPr/>
          <p:nvPr>
            <p:custDataLst>
              <p:tags r:id="rId8"/>
            </p:custDataLst>
          </p:nvPr>
        </p:nvSpPr>
        <p:spPr>
          <a:xfrm>
            <a:off x="695325" y="2982913"/>
            <a:ext cx="3561010" cy="3470275"/>
          </a:xfrm>
          <a:custGeom>
            <a:avLst/>
            <a:gdLst>
              <a:gd name="connsiteX0" fmla="*/ 0 w 3561010"/>
              <a:gd name="connsiteY0" fmla="*/ 0 h 3470275"/>
              <a:gd name="connsiteX1" fmla="*/ 3561010 w 3561010"/>
              <a:gd name="connsiteY1" fmla="*/ 0 h 3470275"/>
              <a:gd name="connsiteX2" fmla="*/ 2864348 w 3561010"/>
              <a:gd name="connsiteY2" fmla="*/ 3470275 h 3470275"/>
              <a:gd name="connsiteX3" fmla="*/ 0 w 3561010"/>
              <a:gd name="connsiteY3" fmla="*/ 3470275 h 3470275"/>
              <a:gd name="connsiteX4" fmla="*/ 0 w 3561010"/>
              <a:gd name="connsiteY4" fmla="*/ 0 h 3470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61010" h="3470275">
                <a:moveTo>
                  <a:pt x="0" y="0"/>
                </a:moveTo>
                <a:lnTo>
                  <a:pt x="3561010" y="0"/>
                </a:lnTo>
                <a:lnTo>
                  <a:pt x="2864348" y="3470275"/>
                </a:lnTo>
                <a:lnTo>
                  <a:pt x="0" y="3470275"/>
                </a:lnTo>
                <a:lnTo>
                  <a:pt x="0" y="0"/>
                </a:lnTo>
                <a:close/>
              </a:path>
            </a:pathLst>
          </a:custGeom>
          <a:gradFill flip="none" rotWithShape="1">
            <a:gsLst>
              <a:gs pos="100000">
                <a:schemeClr val="accent1">
                  <a:alpha val="0"/>
                </a:schemeClr>
              </a:gs>
              <a:gs pos="0">
                <a:schemeClr val="accent1"/>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charset="-122"/>
              <a:ea typeface="微软雅黑" panose="020B0503020204020204" charset="-122"/>
            </a:endParaRPr>
          </a:p>
        </p:txBody>
      </p:sp>
      <p:sp>
        <p:nvSpPr>
          <p:cNvPr id="13" name="任意多边形: 形状 12"/>
          <p:cNvSpPr/>
          <p:nvPr>
            <p:custDataLst>
              <p:tags r:id="rId9"/>
            </p:custDataLst>
          </p:nvPr>
        </p:nvSpPr>
        <p:spPr>
          <a:xfrm>
            <a:off x="3666114" y="2982913"/>
            <a:ext cx="4428796" cy="3470275"/>
          </a:xfrm>
          <a:custGeom>
            <a:avLst/>
            <a:gdLst>
              <a:gd name="connsiteX0" fmla="*/ 696663 w 4428796"/>
              <a:gd name="connsiteY0" fmla="*/ 0 h 3470275"/>
              <a:gd name="connsiteX1" fmla="*/ 4428796 w 4428796"/>
              <a:gd name="connsiteY1" fmla="*/ 0 h 3470275"/>
              <a:gd name="connsiteX2" fmla="*/ 3732134 w 4428796"/>
              <a:gd name="connsiteY2" fmla="*/ 3470275 h 3470275"/>
              <a:gd name="connsiteX3" fmla="*/ 0 w 4428796"/>
              <a:gd name="connsiteY3" fmla="*/ 3470275 h 3470275"/>
              <a:gd name="connsiteX4" fmla="*/ 696663 w 4428796"/>
              <a:gd name="connsiteY4" fmla="*/ 0 h 3470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28796" h="3470275">
                <a:moveTo>
                  <a:pt x="696663" y="0"/>
                </a:moveTo>
                <a:lnTo>
                  <a:pt x="4428796" y="0"/>
                </a:lnTo>
                <a:lnTo>
                  <a:pt x="3732134" y="3470275"/>
                </a:lnTo>
                <a:lnTo>
                  <a:pt x="0" y="3470275"/>
                </a:lnTo>
                <a:lnTo>
                  <a:pt x="696663" y="0"/>
                </a:lnTo>
                <a:close/>
              </a:path>
            </a:pathLst>
          </a:custGeom>
          <a:gradFill flip="none" rotWithShape="1">
            <a:gsLst>
              <a:gs pos="100000">
                <a:schemeClr val="accent1">
                  <a:alpha val="0"/>
                </a:schemeClr>
              </a:gs>
              <a:gs pos="0">
                <a:schemeClr val="accent1"/>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微软雅黑" panose="020B0503020204020204" charset="-122"/>
              <a:ea typeface="微软雅黑" panose="020B0503020204020204" charset="-122"/>
            </a:endParaRPr>
          </a:p>
        </p:txBody>
      </p:sp>
      <p:sp>
        <p:nvSpPr>
          <p:cNvPr id="12" name="任意多边形: 形状 11"/>
          <p:cNvSpPr/>
          <p:nvPr>
            <p:custDataLst>
              <p:tags r:id="rId10"/>
            </p:custDataLst>
          </p:nvPr>
        </p:nvSpPr>
        <p:spPr>
          <a:xfrm>
            <a:off x="7504691" y="2982913"/>
            <a:ext cx="3991985" cy="3470275"/>
          </a:xfrm>
          <a:custGeom>
            <a:avLst/>
            <a:gdLst>
              <a:gd name="connsiteX0" fmla="*/ 696662 w 3991985"/>
              <a:gd name="connsiteY0" fmla="*/ 0 h 3470275"/>
              <a:gd name="connsiteX1" fmla="*/ 3991985 w 3991985"/>
              <a:gd name="connsiteY1" fmla="*/ 0 h 3470275"/>
              <a:gd name="connsiteX2" fmla="*/ 3991985 w 3991985"/>
              <a:gd name="connsiteY2" fmla="*/ 3470275 h 3470275"/>
              <a:gd name="connsiteX3" fmla="*/ 0 w 3991985"/>
              <a:gd name="connsiteY3" fmla="*/ 3470275 h 3470275"/>
              <a:gd name="connsiteX4" fmla="*/ 696662 w 3991985"/>
              <a:gd name="connsiteY4" fmla="*/ 0 h 3470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91985" h="3470275">
                <a:moveTo>
                  <a:pt x="696662" y="0"/>
                </a:moveTo>
                <a:lnTo>
                  <a:pt x="3991985" y="0"/>
                </a:lnTo>
                <a:lnTo>
                  <a:pt x="3991985" y="3470275"/>
                </a:lnTo>
                <a:lnTo>
                  <a:pt x="0" y="3470275"/>
                </a:lnTo>
                <a:lnTo>
                  <a:pt x="696662" y="0"/>
                </a:lnTo>
                <a:close/>
              </a:path>
            </a:pathLst>
          </a:custGeom>
          <a:gradFill flip="none" rotWithShape="1">
            <a:gsLst>
              <a:gs pos="100000">
                <a:schemeClr val="accent1">
                  <a:alpha val="0"/>
                </a:schemeClr>
              </a:gs>
              <a:gs pos="0">
                <a:schemeClr val="accent1"/>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charset="-122"/>
              <a:ea typeface="微软雅黑" panose="020B0503020204020204" charset="-122"/>
            </a:endParaRPr>
          </a:p>
        </p:txBody>
      </p:sp>
      <p:grpSp>
        <p:nvGrpSpPr>
          <p:cNvPr id="29" name="组合 28"/>
          <p:cNvGrpSpPr/>
          <p:nvPr>
            <p:custDataLst>
              <p:tags r:id="rId11"/>
            </p:custDataLst>
          </p:nvPr>
        </p:nvGrpSpPr>
        <p:grpSpPr>
          <a:xfrm>
            <a:off x="3806978" y="4706894"/>
            <a:ext cx="3954145" cy="944970"/>
            <a:chOff x="1278156" y="4893488"/>
            <a:chExt cx="3954145" cy="944970"/>
          </a:xfrm>
        </p:grpSpPr>
        <p:sp>
          <p:nvSpPr>
            <p:cNvPr id="30" name="文本框 29"/>
            <p:cNvSpPr txBox="1"/>
            <p:nvPr>
              <p:custDataLst>
                <p:tags r:id="rId12"/>
              </p:custDataLst>
            </p:nvPr>
          </p:nvSpPr>
          <p:spPr>
            <a:xfrm>
              <a:off x="1278156" y="5378083"/>
              <a:ext cx="3807950" cy="460375"/>
            </a:xfrm>
            <a:prstGeom prst="rect">
              <a:avLst/>
            </a:prstGeom>
            <a:noFill/>
          </p:spPr>
          <p:txBody>
            <a:bodyPr wrap="square">
              <a:spAutoFit/>
            </a:bodyPr>
            <a:lstStyle>
              <a:defPPr>
                <a:defRPr lang="zh-CN"/>
              </a:defPPr>
              <a:lvl1pPr marR="0" lvl="0" indent="0" fontAlgn="auto">
                <a:lnSpc>
                  <a:spcPct val="120000"/>
                </a:lnSpc>
                <a:spcBef>
                  <a:spcPts val="0"/>
                </a:spcBef>
                <a:spcAft>
                  <a:spcPts val="0"/>
                </a:spcAft>
                <a:buClrTx/>
                <a:buSzTx/>
                <a:buFontTx/>
                <a:buNone/>
                <a:defRPr kumimoji="0" sz="1200" b="0" i="0" u="none" strike="noStrike" cap="none" spc="0" normalizeH="0" baseline="0">
                  <a:ln>
                    <a:noFill/>
                  </a:ln>
                  <a:solidFill>
                    <a:srgbClr val="637490"/>
                  </a:solidFill>
                  <a:effectLst/>
                  <a:uLnTx/>
                  <a:uFillTx/>
                  <a:latin typeface="Arial" panose="020B0604020202020204"/>
                  <a:ea typeface="微软雅黑" panose="020B0503020204020204" charset="-122"/>
                </a:defRPr>
              </a:lvl1pP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latin typeface="微软雅黑" panose="020B0503020204020204" charset="-122"/>
                <a:cs typeface="+mn-cs"/>
              </a:endParaRPr>
            </a:p>
          </p:txBody>
        </p:sp>
        <p:sp>
          <p:nvSpPr>
            <p:cNvPr id="40" name="文本框 39"/>
            <p:cNvSpPr txBox="1"/>
            <p:nvPr>
              <p:custDataLst>
                <p:tags r:id="rId13"/>
              </p:custDataLst>
            </p:nvPr>
          </p:nvSpPr>
          <p:spPr>
            <a:xfrm>
              <a:off x="1562001" y="4893488"/>
              <a:ext cx="3670300" cy="460375"/>
            </a:xfrm>
            <a:prstGeom prst="rect">
              <a:avLst/>
            </a:prstGeom>
            <a:noFill/>
          </p:spPr>
          <p:txBody>
            <a:bodyPr wrap="square">
              <a:spAutoFit/>
            </a:bodyPr>
            <a:lstStyle>
              <a:defPPr>
                <a:defRPr lang="zh-CN"/>
              </a:defPPr>
              <a:lvl1pPr marR="0" lvl="0" indent="0" fontAlgn="auto">
                <a:lnSpc>
                  <a:spcPct val="120000"/>
                </a:lnSpc>
                <a:spcBef>
                  <a:spcPts val="0"/>
                </a:spcBef>
                <a:spcAft>
                  <a:spcPts val="0"/>
                </a:spcAft>
                <a:buClrTx/>
                <a:buSzTx/>
                <a:buFontTx/>
                <a:buNone/>
                <a:defRPr kumimoji="0" sz="1200" b="0" i="0" u="none" strike="noStrike" cap="none" spc="0" normalizeH="0" baseline="0">
                  <a:ln>
                    <a:noFill/>
                  </a:ln>
                  <a:solidFill>
                    <a:srgbClr val="637490"/>
                  </a:solidFill>
                  <a:effectLst/>
                  <a:uLnTx/>
                  <a:uFillTx/>
                  <a:latin typeface="Arial" panose="020B0604020202020204"/>
                  <a:ea typeface="微软雅黑" panose="020B0503020204020204" charset="-122"/>
                </a:defRPr>
              </a:lvl1pPr>
            </a:lstStyle>
            <a:p>
              <a:pPr algn="ctr">
                <a:lnSpc>
                  <a:spcPct val="100000"/>
                </a:lnSpc>
              </a:pPr>
              <a:r>
                <a:rPr lang="zh-CN" altLang="en-US" sz="2400" b="1" dirty="0">
                  <a:solidFill>
                    <a:schemeClr val="bg1"/>
                  </a:solidFill>
                  <a:latin typeface="微软雅黑" panose="020B0503020204020204" charset="-122"/>
                </a:rPr>
                <a:t>上海市退役军人事务局</a:t>
              </a:r>
              <a:endParaRPr lang="zh-CN" altLang="en-US" sz="2400" b="1" dirty="0">
                <a:solidFill>
                  <a:schemeClr val="bg1"/>
                </a:solidFill>
                <a:latin typeface="微软雅黑" panose="020B0503020204020204" charset="-122"/>
              </a:endParaRPr>
            </a:p>
          </p:txBody>
        </p:sp>
        <p:sp>
          <p:nvSpPr>
            <p:cNvPr id="44" name="矩形 43"/>
            <p:cNvSpPr/>
            <p:nvPr>
              <p:custDataLst>
                <p:tags r:id="rId14"/>
              </p:custDataLst>
            </p:nvPr>
          </p:nvSpPr>
          <p:spPr>
            <a:xfrm>
              <a:off x="3085877" y="5319914"/>
              <a:ext cx="192508" cy="36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grpSp>
      <p:grpSp>
        <p:nvGrpSpPr>
          <p:cNvPr id="22" name="组合 21"/>
          <p:cNvGrpSpPr/>
          <p:nvPr>
            <p:custDataLst>
              <p:tags r:id="rId15"/>
            </p:custDataLst>
          </p:nvPr>
        </p:nvGrpSpPr>
        <p:grpSpPr>
          <a:xfrm>
            <a:off x="7703200" y="4391197"/>
            <a:ext cx="3807950" cy="1677131"/>
            <a:chOff x="6588281" y="4581697"/>
            <a:chExt cx="3807950" cy="1677131"/>
          </a:xfrm>
        </p:grpSpPr>
        <p:sp>
          <p:nvSpPr>
            <p:cNvPr id="23" name="文本框 22"/>
            <p:cNvSpPr txBox="1"/>
            <p:nvPr>
              <p:custDataLst>
                <p:tags r:id="rId16"/>
              </p:custDataLst>
            </p:nvPr>
          </p:nvSpPr>
          <p:spPr>
            <a:xfrm>
              <a:off x="6588281" y="5428883"/>
              <a:ext cx="3807950" cy="829945"/>
            </a:xfrm>
            <a:prstGeom prst="rect">
              <a:avLst/>
            </a:prstGeom>
            <a:noFill/>
          </p:spPr>
          <p:txBody>
            <a:bodyPr wrap="square">
              <a:spAutoFit/>
            </a:bodyPr>
            <a:lstStyle>
              <a:defPPr>
                <a:defRPr lang="zh-CN"/>
              </a:defPPr>
              <a:lvl1pPr marR="0" lvl="0" indent="0" fontAlgn="auto">
                <a:lnSpc>
                  <a:spcPct val="120000"/>
                </a:lnSpc>
                <a:spcBef>
                  <a:spcPts val="0"/>
                </a:spcBef>
                <a:spcAft>
                  <a:spcPts val="0"/>
                </a:spcAft>
                <a:buClrTx/>
                <a:buSzTx/>
                <a:buFontTx/>
                <a:buNone/>
                <a:defRPr kumimoji="0" sz="1200" b="0" i="0" u="none" strike="noStrike" cap="none" spc="0" normalizeH="0" baseline="0">
                  <a:ln>
                    <a:noFill/>
                  </a:ln>
                  <a:solidFill>
                    <a:srgbClr val="637490"/>
                  </a:solidFill>
                  <a:effectLst/>
                  <a:uLnTx/>
                  <a:uFillTx/>
                  <a:latin typeface="Arial" panose="020B0604020202020204"/>
                  <a:ea typeface="微软雅黑" panose="020B0503020204020204" charset="-122"/>
                </a:defRPr>
              </a:lvl1pP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white"/>
                </a:solidFill>
                <a:effectLst/>
                <a:uLnTx/>
                <a:uFillTx/>
                <a:latin typeface="微软雅黑" panose="020B0503020204020204" charset="-122"/>
                <a:cs typeface="+mn-cs"/>
              </a:endParaRPr>
            </a:p>
            <a:p>
              <a:pPr marL="0" marR="0" lvl="0" indent="0" algn="ctr" defTabSz="914400" rtl="0" eaLnBrk="1" fontAlgn="auto" latinLnBrk="0" hangingPunct="1">
                <a:lnSpc>
                  <a:spcPct val="15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white"/>
                </a:solidFill>
                <a:effectLst/>
                <a:uLnTx/>
                <a:uFillTx/>
                <a:latin typeface="微软雅黑" panose="020B0503020204020204" charset="-122"/>
                <a:cs typeface="+mn-cs"/>
              </a:endParaRPr>
            </a:p>
          </p:txBody>
        </p:sp>
        <p:sp>
          <p:nvSpPr>
            <p:cNvPr id="24" name="文本框 23"/>
            <p:cNvSpPr txBox="1"/>
            <p:nvPr>
              <p:custDataLst>
                <p:tags r:id="rId17"/>
              </p:custDataLst>
            </p:nvPr>
          </p:nvSpPr>
          <p:spPr>
            <a:xfrm>
              <a:off x="6872103" y="4931588"/>
              <a:ext cx="3240306" cy="460375"/>
            </a:xfrm>
            <a:prstGeom prst="rect">
              <a:avLst/>
            </a:prstGeom>
            <a:noFill/>
          </p:spPr>
          <p:txBody>
            <a:bodyPr wrap="square">
              <a:spAutoFit/>
            </a:bodyPr>
            <a:lstStyle>
              <a:defPPr>
                <a:defRPr lang="zh-CN"/>
              </a:defPPr>
              <a:lvl1pPr marR="0" lvl="0" indent="0" fontAlgn="auto">
                <a:lnSpc>
                  <a:spcPct val="120000"/>
                </a:lnSpc>
                <a:spcBef>
                  <a:spcPts val="0"/>
                </a:spcBef>
                <a:spcAft>
                  <a:spcPts val="0"/>
                </a:spcAft>
                <a:buClrTx/>
                <a:buSzTx/>
                <a:buFontTx/>
                <a:buNone/>
                <a:defRPr kumimoji="0" sz="1200" b="0" i="0" u="none" strike="noStrike" cap="none" spc="0" normalizeH="0" baseline="0">
                  <a:ln>
                    <a:noFill/>
                  </a:ln>
                  <a:solidFill>
                    <a:srgbClr val="637490"/>
                  </a:solidFill>
                  <a:effectLst/>
                  <a:uLnTx/>
                  <a:uFillTx/>
                  <a:latin typeface="Arial" panose="020B0604020202020204"/>
                  <a:ea typeface="微软雅黑" panose="020B0503020204020204" charset="-122"/>
                </a:defRPr>
              </a:lvl1pPr>
            </a:lstStyle>
            <a:p>
              <a:pPr algn="ctr">
                <a:lnSpc>
                  <a:spcPct val="100000"/>
                </a:lnSpc>
              </a:pPr>
              <a:r>
                <a:rPr lang="zh-CN" altLang="en-US" sz="2400" b="1" dirty="0">
                  <a:solidFill>
                    <a:schemeClr val="bg1"/>
                  </a:solidFill>
                  <a:latin typeface="微软雅黑" panose="020B0503020204020204" charset="-122"/>
                </a:rPr>
                <a:t>社区退役军人</a:t>
              </a:r>
              <a:r>
                <a:rPr lang="zh-CN" altLang="en-US" sz="2400" b="1" dirty="0">
                  <a:solidFill>
                    <a:schemeClr val="bg1"/>
                  </a:solidFill>
                  <a:latin typeface="微软雅黑" panose="020B0503020204020204" charset="-122"/>
                </a:rPr>
                <a:t>服务站</a:t>
              </a:r>
              <a:endParaRPr lang="zh-CN" altLang="en-US" sz="2400" b="1" dirty="0">
                <a:solidFill>
                  <a:schemeClr val="bg1"/>
                </a:solidFill>
                <a:latin typeface="微软雅黑" panose="020B0503020204020204" charset="-122"/>
              </a:endParaRPr>
            </a:p>
          </p:txBody>
        </p:sp>
        <p:sp>
          <p:nvSpPr>
            <p:cNvPr id="25" name="矩形 24"/>
            <p:cNvSpPr/>
            <p:nvPr>
              <p:custDataLst>
                <p:tags r:id="rId18"/>
              </p:custDataLst>
            </p:nvPr>
          </p:nvSpPr>
          <p:spPr>
            <a:xfrm>
              <a:off x="8396002" y="5319914"/>
              <a:ext cx="192508" cy="36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8" name="任意多边形: 形状 27"/>
            <p:cNvSpPr/>
            <p:nvPr>
              <p:custDataLst>
                <p:tags r:id="rId19"/>
              </p:custDataLst>
            </p:nvPr>
          </p:nvSpPr>
          <p:spPr>
            <a:xfrm>
              <a:off x="8436190" y="4581697"/>
              <a:ext cx="120140" cy="80094"/>
            </a:xfrm>
            <a:custGeom>
              <a:avLst/>
              <a:gdLst>
                <a:gd name="connsiteX0" fmla="*/ 0 w 71437"/>
                <a:gd name="connsiteY0" fmla="*/ 23813 h 47625"/>
                <a:gd name="connsiteX1" fmla="*/ 23813 w 71437"/>
                <a:gd name="connsiteY1" fmla="*/ 47625 h 47625"/>
                <a:gd name="connsiteX2" fmla="*/ 71438 w 71437"/>
                <a:gd name="connsiteY2" fmla="*/ 0 h 47625"/>
              </a:gdLst>
              <a:ahLst/>
              <a:cxnLst>
                <a:cxn ang="0">
                  <a:pos x="connsiteX0" y="connsiteY0"/>
                </a:cxn>
                <a:cxn ang="0">
                  <a:pos x="connsiteX1" y="connsiteY1"/>
                </a:cxn>
                <a:cxn ang="0">
                  <a:pos x="connsiteX2" y="connsiteY2"/>
                </a:cxn>
              </a:cxnLst>
              <a:rect l="l" t="t" r="r" b="b"/>
              <a:pathLst>
                <a:path w="71437" h="47625">
                  <a:moveTo>
                    <a:pt x="0" y="23813"/>
                  </a:moveTo>
                  <a:lnTo>
                    <a:pt x="23813" y="47625"/>
                  </a:lnTo>
                  <a:lnTo>
                    <a:pt x="71438" y="0"/>
                  </a:lnTo>
                </a:path>
              </a:pathLst>
            </a:custGeom>
            <a:noFill/>
            <a:ln w="9525" cap="rnd">
              <a:solidFill>
                <a:schemeClr val="accent5"/>
              </a:solidFill>
              <a:prstDash val="solid"/>
              <a:round/>
            </a:ln>
          </p:spPr>
          <p:txBody>
            <a:bodyPr rtlCol="0" anchor="ctr"/>
            <a:lstStyle/>
            <a:p>
              <a:endParaRPr lang="zh-CN" altLang="en-US">
                <a:latin typeface="微软雅黑" panose="020B0503020204020204" charset="-122"/>
                <a:ea typeface="微软雅黑" panose="020B0503020204020204" charset="-122"/>
              </a:endParaRPr>
            </a:p>
          </p:txBody>
        </p:sp>
      </p:grpSp>
      <p:grpSp>
        <p:nvGrpSpPr>
          <p:cNvPr id="9" name="组合 8"/>
          <p:cNvGrpSpPr/>
          <p:nvPr>
            <p:custDataLst>
              <p:tags r:id="rId20"/>
            </p:custDataLst>
          </p:nvPr>
        </p:nvGrpSpPr>
        <p:grpSpPr>
          <a:xfrm>
            <a:off x="203200" y="4715149"/>
            <a:ext cx="3807950" cy="951955"/>
            <a:chOff x="3826141" y="1764672"/>
            <a:chExt cx="3807950" cy="951955"/>
          </a:xfrm>
        </p:grpSpPr>
        <p:sp>
          <p:nvSpPr>
            <p:cNvPr id="11" name="文本框 10"/>
            <p:cNvSpPr txBox="1"/>
            <p:nvPr>
              <p:custDataLst>
                <p:tags r:id="rId21"/>
              </p:custDataLst>
            </p:nvPr>
          </p:nvSpPr>
          <p:spPr>
            <a:xfrm>
              <a:off x="3826141" y="2256252"/>
              <a:ext cx="3807950" cy="460375"/>
            </a:xfrm>
            <a:prstGeom prst="rect">
              <a:avLst/>
            </a:prstGeom>
            <a:noFill/>
          </p:spPr>
          <p:txBody>
            <a:bodyPr wrap="square">
              <a:spAutoFit/>
            </a:bodyPr>
            <a:lstStyle>
              <a:defPPr>
                <a:defRPr lang="zh-CN"/>
              </a:defPPr>
              <a:lvl1pPr marR="0" lvl="0" indent="0" fontAlgn="auto">
                <a:lnSpc>
                  <a:spcPct val="120000"/>
                </a:lnSpc>
                <a:spcBef>
                  <a:spcPts val="0"/>
                </a:spcBef>
                <a:spcAft>
                  <a:spcPts val="0"/>
                </a:spcAft>
                <a:buClrTx/>
                <a:buSzTx/>
                <a:buFontTx/>
                <a:buNone/>
                <a:defRPr kumimoji="0" sz="1200" b="0" i="0" u="none" strike="noStrike" cap="none" spc="0" normalizeH="0" baseline="0">
                  <a:ln>
                    <a:noFill/>
                  </a:ln>
                  <a:solidFill>
                    <a:srgbClr val="637490"/>
                  </a:solidFill>
                  <a:effectLst/>
                  <a:uLnTx/>
                  <a:uFillTx/>
                  <a:latin typeface="Arial" panose="020B0604020202020204"/>
                  <a:ea typeface="微软雅黑" panose="020B0503020204020204" charset="-122"/>
                </a:defRPr>
              </a:lvl1pPr>
            </a:lstStyle>
            <a:p>
              <a:pPr algn="ctr">
                <a:lnSpc>
                  <a:spcPct val="150000"/>
                </a:lnSpc>
              </a:pPr>
              <a:endParaRPr lang="zh-CN" altLang="en-US" sz="1600" dirty="0">
                <a:solidFill>
                  <a:schemeClr val="bg1"/>
                </a:solidFill>
                <a:latin typeface="微软雅黑" panose="020B0503020204020204" charset="-122"/>
              </a:endParaRPr>
            </a:p>
          </p:txBody>
        </p:sp>
        <p:sp>
          <p:nvSpPr>
            <p:cNvPr id="15" name="文本框 14"/>
            <p:cNvSpPr txBox="1"/>
            <p:nvPr>
              <p:custDataLst>
                <p:tags r:id="rId22"/>
              </p:custDataLst>
            </p:nvPr>
          </p:nvSpPr>
          <p:spPr>
            <a:xfrm>
              <a:off x="4109963" y="1764672"/>
              <a:ext cx="3240306" cy="460375"/>
            </a:xfrm>
            <a:prstGeom prst="rect">
              <a:avLst/>
            </a:prstGeom>
            <a:noFill/>
          </p:spPr>
          <p:txBody>
            <a:bodyPr wrap="square">
              <a:spAutoFit/>
            </a:bodyPr>
            <a:lstStyle>
              <a:defPPr>
                <a:defRPr lang="zh-CN"/>
              </a:defPPr>
              <a:lvl1pPr marR="0" lvl="0" indent="0" fontAlgn="auto">
                <a:lnSpc>
                  <a:spcPct val="120000"/>
                </a:lnSpc>
                <a:spcBef>
                  <a:spcPts val="0"/>
                </a:spcBef>
                <a:spcAft>
                  <a:spcPts val="0"/>
                </a:spcAft>
                <a:buClrTx/>
                <a:buSzTx/>
                <a:buFontTx/>
                <a:buNone/>
                <a:defRPr kumimoji="0" sz="1200" b="0" i="0" u="none" strike="noStrike" cap="none" spc="0" normalizeH="0" baseline="0">
                  <a:ln>
                    <a:noFill/>
                  </a:ln>
                  <a:solidFill>
                    <a:srgbClr val="637490"/>
                  </a:solidFill>
                  <a:effectLst/>
                  <a:uLnTx/>
                  <a:uFillTx/>
                  <a:latin typeface="Arial" panose="020B0604020202020204"/>
                  <a:ea typeface="微软雅黑" panose="020B0503020204020204" charset="-122"/>
                </a:defRPr>
              </a:lvl1pPr>
            </a:lstStyle>
            <a:p>
              <a:pPr algn="ctr">
                <a:lnSpc>
                  <a:spcPct val="100000"/>
                </a:lnSpc>
              </a:pPr>
              <a:r>
                <a:rPr lang="zh-CN" altLang="en-US" sz="2400" b="1" dirty="0">
                  <a:solidFill>
                    <a:schemeClr val="bg1"/>
                  </a:solidFill>
                  <a:latin typeface="微软雅黑" panose="020B0503020204020204" charset="-122"/>
                </a:rPr>
                <a:t>退役军人</a:t>
              </a:r>
              <a:endParaRPr lang="zh-CN" altLang="en-US" sz="2400" b="1" dirty="0">
                <a:solidFill>
                  <a:schemeClr val="bg1"/>
                </a:solidFill>
                <a:latin typeface="微软雅黑" panose="020B0503020204020204" charset="-122"/>
              </a:endParaRPr>
            </a:p>
          </p:txBody>
        </p:sp>
        <p:sp>
          <p:nvSpPr>
            <p:cNvPr id="18" name="矩形 17"/>
            <p:cNvSpPr/>
            <p:nvPr>
              <p:custDataLst>
                <p:tags r:id="rId23"/>
              </p:custDataLst>
            </p:nvPr>
          </p:nvSpPr>
          <p:spPr>
            <a:xfrm>
              <a:off x="5633862" y="2191098"/>
              <a:ext cx="192508" cy="36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grpSp>
      <p:grpSp>
        <p:nvGrpSpPr>
          <p:cNvPr id="77" name="组合 76"/>
          <p:cNvGrpSpPr/>
          <p:nvPr/>
        </p:nvGrpSpPr>
        <p:grpSpPr>
          <a:xfrm>
            <a:off x="-801446" y="0"/>
            <a:ext cx="13073260" cy="902312"/>
            <a:chOff x="-801446" y="0"/>
            <a:chExt cx="13073260" cy="902312"/>
          </a:xfrm>
        </p:grpSpPr>
        <p:sp>
          <p:nvSpPr>
            <p:cNvPr id="78" name="PA-任意多边形 900"/>
            <p:cNvSpPr/>
            <p:nvPr>
              <p:custDataLst>
                <p:tags r:id="rId24"/>
              </p:custDataLst>
            </p:nvPr>
          </p:nvSpPr>
          <p:spPr>
            <a:xfrm flipV="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91000">
                  <a:schemeClr val="accent2">
                    <a:lumMod val="75000"/>
                  </a:schemeClr>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79" name="PA-任意多边形 46"/>
            <p:cNvSpPr/>
            <p:nvPr>
              <p:custDataLst>
                <p:tags r:id="rId25"/>
              </p:custDataLst>
            </p:nvPr>
          </p:nvSpPr>
          <p:spPr>
            <a:xfrm>
              <a:off x="17585" y="140988"/>
              <a:ext cx="10477775" cy="713837"/>
            </a:xfrm>
            <a:custGeom>
              <a:avLst/>
              <a:gdLst>
                <a:gd name="connsiteX0" fmla="*/ 0 w 10477775"/>
                <a:gd name="connsiteY0" fmla="*/ 0 h 713837"/>
                <a:gd name="connsiteX1" fmla="*/ 9872819 w 10477775"/>
                <a:gd name="connsiteY1" fmla="*/ 0 h 713837"/>
                <a:gd name="connsiteX2" fmla="*/ 10477775 w 10477775"/>
                <a:gd name="connsiteY2" fmla="*/ 713837 h 713837"/>
                <a:gd name="connsiteX3" fmla="*/ 0 w 10477775"/>
                <a:gd name="connsiteY3" fmla="*/ 713837 h 713837"/>
                <a:gd name="connsiteX4" fmla="*/ 0 w 10477775"/>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775" h="713837">
                  <a:moveTo>
                    <a:pt x="0" y="0"/>
                  </a:moveTo>
                  <a:lnTo>
                    <a:pt x="9872819" y="0"/>
                  </a:lnTo>
                  <a:lnTo>
                    <a:pt x="10477775" y="713837"/>
                  </a:lnTo>
                  <a:lnTo>
                    <a:pt x="0" y="713837"/>
                  </a:lnTo>
                  <a:lnTo>
                    <a:pt x="0" y="0"/>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80" name="PA-任意多边形 50"/>
            <p:cNvSpPr/>
            <p:nvPr>
              <p:custDataLst>
                <p:tags r:id="rId26"/>
              </p:custDataLst>
            </p:nvPr>
          </p:nvSpPr>
          <p:spPr>
            <a:xfrm>
              <a:off x="79814" y="136543"/>
              <a:ext cx="12192000" cy="713837"/>
            </a:xfrm>
            <a:custGeom>
              <a:avLst/>
              <a:gdLst>
                <a:gd name="connsiteX0" fmla="*/ 0 w 12192000"/>
                <a:gd name="connsiteY0" fmla="*/ 0 h 713837"/>
                <a:gd name="connsiteX1" fmla="*/ 12192000 w 12192000"/>
                <a:gd name="connsiteY1" fmla="*/ 0 h 713837"/>
                <a:gd name="connsiteX2" fmla="*/ 12192000 w 12192000"/>
                <a:gd name="connsiteY2" fmla="*/ 713837 h 713837"/>
                <a:gd name="connsiteX3" fmla="*/ 0 w 12192000"/>
                <a:gd name="connsiteY3" fmla="*/ 713837 h 713837"/>
              </a:gdLst>
              <a:ahLst/>
              <a:cxnLst>
                <a:cxn ang="0">
                  <a:pos x="connsiteX0" y="connsiteY0"/>
                </a:cxn>
                <a:cxn ang="0">
                  <a:pos x="connsiteX1" y="connsiteY1"/>
                </a:cxn>
                <a:cxn ang="0">
                  <a:pos x="connsiteX2" y="connsiteY2"/>
                </a:cxn>
                <a:cxn ang="0">
                  <a:pos x="connsiteX3" y="connsiteY3"/>
                </a:cxn>
              </a:cxnLst>
              <a:rect l="l" t="t" r="r" b="b"/>
              <a:pathLst>
                <a:path w="12192000" h="713837">
                  <a:moveTo>
                    <a:pt x="0" y="0"/>
                  </a:moveTo>
                  <a:lnTo>
                    <a:pt x="12192000" y="0"/>
                  </a:lnTo>
                  <a:lnTo>
                    <a:pt x="12192000" y="713837"/>
                  </a:lnTo>
                  <a:lnTo>
                    <a:pt x="0" y="713837"/>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mn-cs"/>
              </a:endParaRPr>
            </a:p>
          </p:txBody>
        </p:sp>
        <p:sp>
          <p:nvSpPr>
            <p:cNvPr id="82" name="PA-任意多边形 6"/>
            <p:cNvSpPr/>
            <p:nvPr>
              <p:custDataLst>
                <p:tags r:id="rId27"/>
              </p:custDataLst>
            </p:nvPr>
          </p:nvSpPr>
          <p:spPr>
            <a:xfrm>
              <a:off x="-52754" y="850261"/>
              <a:ext cx="12262339" cy="52051"/>
            </a:xfrm>
            <a:custGeom>
              <a:avLst/>
              <a:gdLst>
                <a:gd name="connsiteX0" fmla="*/ 0 w 4366736"/>
                <a:gd name="connsiteY0" fmla="*/ 0 h 64293"/>
                <a:gd name="connsiteX1" fmla="*/ 4366737 w 4366736"/>
                <a:gd name="connsiteY1" fmla="*/ 0 h 64293"/>
                <a:gd name="connsiteX2" fmla="*/ 4366737 w 4366736"/>
                <a:gd name="connsiteY2" fmla="*/ 64294 h 64293"/>
                <a:gd name="connsiteX3" fmla="*/ 0 w 4366736"/>
                <a:gd name="connsiteY3" fmla="*/ 64294 h 64293"/>
              </a:gdLst>
              <a:ahLst/>
              <a:cxnLst>
                <a:cxn ang="0">
                  <a:pos x="connsiteX0" y="connsiteY0"/>
                </a:cxn>
                <a:cxn ang="0">
                  <a:pos x="connsiteX1" y="connsiteY1"/>
                </a:cxn>
                <a:cxn ang="0">
                  <a:pos x="connsiteX2" y="connsiteY2"/>
                </a:cxn>
                <a:cxn ang="0">
                  <a:pos x="connsiteX3" y="connsiteY3"/>
                </a:cxn>
              </a:cxnLst>
              <a:rect l="l" t="t" r="r" b="b"/>
              <a:pathLst>
                <a:path w="4366736" h="64293">
                  <a:moveTo>
                    <a:pt x="0" y="0"/>
                  </a:moveTo>
                  <a:lnTo>
                    <a:pt x="4366737" y="0"/>
                  </a:lnTo>
                  <a:lnTo>
                    <a:pt x="4366737" y="64294"/>
                  </a:lnTo>
                  <a:lnTo>
                    <a:pt x="0" y="64294"/>
                  </a:lnTo>
                  <a:close/>
                </a:path>
              </a:pathLst>
            </a:custGeom>
            <a:gradFill flip="none" rotWithShape="1">
              <a:gsLst>
                <a:gs pos="100000">
                  <a:schemeClr val="accent1"/>
                </a:gs>
                <a:gs pos="12000">
                  <a:schemeClr val="accent1">
                    <a:lumMod val="20000"/>
                    <a:lumOff val="80000"/>
                  </a:schemeClr>
                </a:gs>
              </a:gsLst>
              <a:lin ang="0" scaled="0"/>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83" name="PA-任意多边形 899"/>
            <p:cNvSpPr/>
            <p:nvPr>
              <p:custDataLst>
                <p:tags r:id="rId28"/>
              </p:custDataLst>
            </p:nvPr>
          </p:nvSpPr>
          <p:spPr>
            <a:xfrm flipH="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55000">
                  <a:schemeClr val="accent1"/>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cxnSp>
          <p:nvCxnSpPr>
            <p:cNvPr id="86" name="PA-直接连接符 18"/>
            <p:cNvCxnSpPr/>
            <p:nvPr>
              <p:custDataLst>
                <p:tags r:id="rId29"/>
              </p:custDataLst>
            </p:nvPr>
          </p:nvCxnSpPr>
          <p:spPr>
            <a:xfrm flipH="1">
              <a:off x="5253886"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90" name="PA-图形 7"/>
            <p:cNvSpPr/>
            <p:nvPr>
              <p:custDataLst>
                <p:tags r:id="rId30"/>
              </p:custDataLst>
            </p:nvPr>
          </p:nvSpPr>
          <p:spPr>
            <a:xfrm>
              <a:off x="273980" y="148474"/>
              <a:ext cx="555983" cy="416889"/>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0">
                  <a:schemeClr val="bg1"/>
                </a:gs>
                <a:gs pos="87000">
                  <a:schemeClr val="accent1">
                    <a:lumMod val="20000"/>
                    <a:lumOff val="80000"/>
                  </a:schemeClr>
                </a:gs>
              </a:gsLst>
              <a:lin ang="2700000" scaled="0"/>
            </a:gradFill>
            <a:ln w="36909" cap="flat">
              <a:noFill/>
              <a:prstDash val="solid"/>
              <a:miter/>
            </a:ln>
            <a:effectLst>
              <a:outerShdw blurRad="50800" dist="38100" dir="5400000" algn="t" rotWithShape="0">
                <a:schemeClr val="accent1">
                  <a:alpha val="30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2" name="PA-文本框 24"/>
          <p:cNvSpPr txBox="1"/>
          <p:nvPr>
            <p:custDataLst>
              <p:tags r:id="rId31"/>
            </p:custDataLst>
          </p:nvPr>
        </p:nvSpPr>
        <p:spPr>
          <a:xfrm>
            <a:off x="1600150" y="236296"/>
            <a:ext cx="1605280" cy="521970"/>
          </a:xfrm>
          <a:prstGeom prst="rect">
            <a:avLst/>
          </a:prstGeom>
          <a:noFill/>
        </p:spPr>
        <p:txBody>
          <a:bodyPr wrap="none">
            <a:spAutoFit/>
          </a:bodyPr>
          <a:lstStyle>
            <a:defPPr>
              <a:defRPr lang="zh-CN"/>
            </a:defPPr>
            <a:lvl1pPr>
              <a:defRPr sz="2400" b="1">
                <a:gradFill>
                  <a:gsLst>
                    <a:gs pos="100000">
                      <a:schemeClr val="accent1">
                        <a:lumMod val="50000"/>
                      </a:schemeClr>
                    </a:gs>
                    <a:gs pos="17000">
                      <a:schemeClr val="accent1">
                        <a:lumMod val="50000"/>
                      </a:schemeClr>
                    </a:gs>
                  </a:gsLst>
                  <a:path path="circle">
                    <a:fillToRect r="100000" b="100000"/>
                  </a:path>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gradFill>
                  <a:gsLst>
                    <a:gs pos="100000">
                      <a:srgbClr val="206252">
                        <a:lumMod val="50000"/>
                      </a:srgbClr>
                    </a:gs>
                    <a:gs pos="17000">
                      <a:srgbClr val="206252">
                        <a:lumMod val="75000"/>
                      </a:srgbClr>
                    </a:gs>
                  </a:gsLst>
                  <a:path path="circle">
                    <a:fillToRect r="100000" b="100000"/>
                  </a:path>
                </a:gradFill>
                <a:effectLst/>
                <a:uLnTx/>
                <a:uFillTx/>
                <a:latin typeface="微软雅黑" panose="020B0503020204020204" charset="-122"/>
                <a:ea typeface="微软雅黑" panose="020B0503020204020204" charset="-122"/>
                <a:cs typeface="+mn-cs"/>
                <a:sym typeface="阿里妈妈数黑体" pitchFamily="2" charset="-122"/>
              </a:rPr>
              <a:t>前期调研</a:t>
            </a:r>
            <a:endParaRPr kumimoji="0" lang="zh-CN" altLang="en-US" sz="2800" b="1" i="0" u="none" strike="noStrike" kern="1200" cap="none" spc="0" normalizeH="0" baseline="0" noProof="0" dirty="0">
              <a:ln>
                <a:noFill/>
              </a:ln>
              <a:gradFill>
                <a:gsLst>
                  <a:gs pos="100000">
                    <a:srgbClr val="206252">
                      <a:lumMod val="50000"/>
                    </a:srgbClr>
                  </a:gs>
                  <a:gs pos="17000">
                    <a:srgbClr val="206252">
                      <a:lumMod val="75000"/>
                    </a:srgbClr>
                  </a:gs>
                </a:gsLst>
                <a:path path="circle">
                  <a:fillToRect r="100000" b="100000"/>
                </a:path>
              </a:gradFill>
              <a:effectLst/>
              <a:uLnTx/>
              <a:uFillTx/>
              <a:latin typeface="微软雅黑" panose="020B0503020204020204" charset="-122"/>
              <a:ea typeface="微软雅黑" panose="020B0503020204020204" charset="-122"/>
              <a:cs typeface="+mn-cs"/>
              <a:sym typeface="阿里妈妈数黑体" pitchFamily="2" charset="-122"/>
            </a:endParaRPr>
          </a:p>
        </p:txBody>
      </p:sp>
      <p:sp>
        <p:nvSpPr>
          <p:cNvPr id="47" name="矩形 46"/>
          <p:cNvSpPr/>
          <p:nvPr/>
        </p:nvSpPr>
        <p:spPr>
          <a:xfrm>
            <a:off x="3629660" y="298450"/>
            <a:ext cx="2100580" cy="522605"/>
          </a:xfrm>
          <a:prstGeom prst="rect">
            <a:avLst/>
          </a:prstGeom>
          <a:noFill/>
          <a:ln>
            <a:noFill/>
          </a:ln>
        </p:spPr>
        <p:txBody>
          <a:bodyPr wrap="square" rtlCol="0" anchor="t">
            <a:noAutofit/>
          </a:bodyPr>
          <a:lstStyle/>
          <a:p>
            <a:pPr algn="ctr"/>
            <a:r>
              <a:rPr lang="zh-CN" altLang="en-US" dirty="0">
                <a:solidFill>
                  <a:schemeClr val="tx1"/>
                </a:solidFill>
                <a:effectLst/>
                <a:latin typeface="微软雅黑" panose="020B0503020204020204" charset="-122"/>
                <a:ea typeface="微软雅黑" panose="020B0503020204020204" charset="-122"/>
              </a:rPr>
              <a:t>研究背景</a:t>
            </a:r>
            <a:endParaRPr lang="zh-CN" altLang="en-US" dirty="0">
              <a:solidFill>
                <a:schemeClr val="tx1"/>
              </a:solidFill>
              <a:effectLst/>
              <a:latin typeface="微软雅黑" panose="020B0503020204020204" charset="-122"/>
              <a:ea typeface="微软雅黑" panose="020B0503020204020204" charset="-122"/>
            </a:endParaRPr>
          </a:p>
        </p:txBody>
      </p:sp>
      <p:sp>
        <p:nvSpPr>
          <p:cNvPr id="3" name="PA-文本框 26"/>
          <p:cNvSpPr txBox="1"/>
          <p:nvPr>
            <p:custDataLst>
              <p:tags r:id="rId32"/>
            </p:custDataLst>
          </p:nvPr>
        </p:nvSpPr>
        <p:spPr>
          <a:xfrm>
            <a:off x="5410470" y="313956"/>
            <a:ext cx="10972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33692B"/>
                </a:solidFill>
                <a:effectLst/>
                <a:uLnTx/>
                <a:uFillTx/>
                <a:latin typeface="微软雅黑" panose="020B0503020204020204" charset="-122"/>
                <a:ea typeface="微软雅黑" panose="020B0503020204020204" charset="-122"/>
                <a:cs typeface="+mn-cs"/>
                <a:sym typeface="阿里妈妈数黑体" pitchFamily="2" charset="-122"/>
              </a:rPr>
              <a:t>前期调研</a:t>
            </a:r>
            <a:endParaRPr kumimoji="0" lang="zh-CN" altLang="en-US" sz="1800" b="1" i="0" u="none" strike="noStrike" kern="1200" cap="none" spc="0" normalizeH="0" baseline="0" noProof="0" dirty="0">
              <a:ln>
                <a:noFill/>
              </a:ln>
              <a:solidFill>
                <a:srgbClr val="33692B"/>
              </a:solidFill>
              <a:effectLst/>
              <a:uLnTx/>
              <a:uFillTx/>
              <a:latin typeface="微软雅黑" panose="020B0503020204020204" charset="-122"/>
              <a:ea typeface="微软雅黑" panose="020B0503020204020204" charset="-122"/>
              <a:cs typeface="+mn-cs"/>
              <a:sym typeface="阿里妈妈数黑体" pitchFamily="2" charset="-122"/>
            </a:endParaRPr>
          </a:p>
        </p:txBody>
      </p:sp>
      <p:sp>
        <p:nvSpPr>
          <p:cNvPr id="49" name="文本框 48"/>
          <p:cNvSpPr txBox="1"/>
          <p:nvPr/>
        </p:nvSpPr>
        <p:spPr>
          <a:xfrm>
            <a:off x="8453755" y="308610"/>
            <a:ext cx="110934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数据分析</a:t>
            </a:r>
            <a:endParaRPr lang="zh-CN" altLang="en-US">
              <a:latin typeface="微软雅黑" panose="020B0503020204020204" charset="-122"/>
              <a:ea typeface="微软雅黑" panose="020B0503020204020204" charset="-122"/>
            </a:endParaRPr>
          </a:p>
        </p:txBody>
      </p:sp>
      <p:cxnSp>
        <p:nvCxnSpPr>
          <p:cNvPr id="42" name="PA-直接连接符 22"/>
          <p:cNvCxnSpPr/>
          <p:nvPr>
            <p:custDataLst>
              <p:tags r:id="rId33"/>
            </p:custDataLst>
          </p:nvPr>
        </p:nvCxnSpPr>
        <p:spPr>
          <a:xfrm flipH="1">
            <a:off x="6412243"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5" name="PA-文本框 26"/>
          <p:cNvSpPr txBox="1"/>
          <p:nvPr>
            <p:custDataLst>
              <p:tags r:id="rId34"/>
            </p:custDataLst>
          </p:nvPr>
        </p:nvSpPr>
        <p:spPr>
          <a:xfrm>
            <a:off x="6507233" y="328996"/>
            <a:ext cx="17830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noProof="0" dirty="0">
                <a:ln>
                  <a:noFill/>
                </a:ln>
                <a:solidFill>
                  <a:srgbClr val="206252">
                    <a:lumMod val="50000"/>
                  </a:srgbClr>
                </a:solidFill>
                <a:effectLst/>
                <a:uLnTx/>
                <a:uFillTx/>
                <a:latin typeface="微软雅黑" panose="020B0503020204020204" charset="-122"/>
                <a:ea typeface="微软雅黑" panose="020B0503020204020204" charset="-122"/>
                <a:sym typeface="OPPOSans M" panose="00020600040101010101" pitchFamily="18" charset="-122"/>
              </a:rPr>
              <a:t>调查设计与实施</a:t>
            </a:r>
            <a:endParaRPr kumimoji="0" lang="zh-CN" altLang="en-US" sz="180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cxnSp>
        <p:nvCxnSpPr>
          <p:cNvPr id="43" name="PA-直接连接符 23"/>
          <p:cNvCxnSpPr/>
          <p:nvPr>
            <p:custDataLst>
              <p:tags r:id="rId35"/>
            </p:custDataLst>
          </p:nvPr>
        </p:nvCxnSpPr>
        <p:spPr>
          <a:xfrm flipH="1">
            <a:off x="8264655" y="37265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6" name="文本框 5"/>
          <p:cNvSpPr txBox="1"/>
          <p:nvPr/>
        </p:nvSpPr>
        <p:spPr>
          <a:xfrm>
            <a:off x="9709150" y="298450"/>
            <a:ext cx="124396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产品</a:t>
            </a:r>
            <a:r>
              <a:rPr lang="zh-CN" altLang="en-US">
                <a:latin typeface="微软雅黑" panose="020B0503020204020204" charset="-122"/>
                <a:ea typeface="微软雅黑" panose="020B0503020204020204" charset="-122"/>
              </a:rPr>
              <a:t>设计</a:t>
            </a:r>
            <a:endParaRPr lang="zh-CN" altLang="en-US">
              <a:latin typeface="微软雅黑" panose="020B0503020204020204" charset="-122"/>
              <a:ea typeface="微软雅黑" panose="020B0503020204020204" charset="-122"/>
            </a:endParaRPr>
          </a:p>
        </p:txBody>
      </p:sp>
      <p:sp>
        <p:nvSpPr>
          <p:cNvPr id="51" name="文本框 50"/>
          <p:cNvSpPr txBox="1"/>
          <p:nvPr/>
        </p:nvSpPr>
        <p:spPr>
          <a:xfrm>
            <a:off x="10953115" y="313690"/>
            <a:ext cx="136969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结论与建议</a:t>
            </a:r>
            <a:endParaRPr lang="zh-CN" altLang="en-US">
              <a:latin typeface="微软雅黑" panose="020B0503020204020204" charset="-122"/>
              <a:ea typeface="微软雅黑" panose="020B0503020204020204" charset="-122"/>
            </a:endParaRPr>
          </a:p>
        </p:txBody>
      </p:sp>
      <p:cxnSp>
        <p:nvCxnSpPr>
          <p:cNvPr id="50" name="PA-直接连接符 23"/>
          <p:cNvCxnSpPr/>
          <p:nvPr>
            <p:custDataLst>
              <p:tags r:id="rId36"/>
            </p:custDataLst>
          </p:nvPr>
        </p:nvCxnSpPr>
        <p:spPr>
          <a:xfrm flipH="1">
            <a:off x="10733535" y="3802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7" name="PA-直接连接符 23"/>
          <p:cNvCxnSpPr/>
          <p:nvPr>
            <p:custDataLst>
              <p:tags r:id="rId37"/>
            </p:custDataLst>
          </p:nvPr>
        </p:nvCxnSpPr>
        <p:spPr>
          <a:xfrm flipH="1">
            <a:off x="9460995" y="3802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grpSp>
        <p:nvGrpSpPr>
          <p:cNvPr id="172" name="组合 171"/>
          <p:cNvGrpSpPr/>
          <p:nvPr/>
        </p:nvGrpSpPr>
        <p:grpSpPr>
          <a:xfrm>
            <a:off x="-674446" y="0"/>
            <a:ext cx="13073260" cy="902312"/>
            <a:chOff x="-801446" y="0"/>
            <a:chExt cx="13073260" cy="902312"/>
          </a:xfrm>
        </p:grpSpPr>
        <p:sp>
          <p:nvSpPr>
            <p:cNvPr id="173" name="PA-任意多边形 900"/>
            <p:cNvSpPr/>
            <p:nvPr>
              <p:custDataLst>
                <p:tags r:id="rId38"/>
              </p:custDataLst>
            </p:nvPr>
          </p:nvSpPr>
          <p:spPr>
            <a:xfrm flipV="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91000">
                  <a:schemeClr val="accent2">
                    <a:lumMod val="75000"/>
                  </a:schemeClr>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74" name="PA-任意多边形 46"/>
            <p:cNvSpPr/>
            <p:nvPr>
              <p:custDataLst>
                <p:tags r:id="rId39"/>
              </p:custDataLst>
            </p:nvPr>
          </p:nvSpPr>
          <p:spPr>
            <a:xfrm>
              <a:off x="17585" y="140988"/>
              <a:ext cx="10477775" cy="713837"/>
            </a:xfrm>
            <a:custGeom>
              <a:avLst/>
              <a:gdLst>
                <a:gd name="connsiteX0" fmla="*/ 0 w 10477775"/>
                <a:gd name="connsiteY0" fmla="*/ 0 h 713837"/>
                <a:gd name="connsiteX1" fmla="*/ 9872819 w 10477775"/>
                <a:gd name="connsiteY1" fmla="*/ 0 h 713837"/>
                <a:gd name="connsiteX2" fmla="*/ 10477775 w 10477775"/>
                <a:gd name="connsiteY2" fmla="*/ 713837 h 713837"/>
                <a:gd name="connsiteX3" fmla="*/ 0 w 10477775"/>
                <a:gd name="connsiteY3" fmla="*/ 713837 h 713837"/>
                <a:gd name="connsiteX4" fmla="*/ 0 w 10477775"/>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775" h="713837">
                  <a:moveTo>
                    <a:pt x="0" y="0"/>
                  </a:moveTo>
                  <a:lnTo>
                    <a:pt x="9872819" y="0"/>
                  </a:lnTo>
                  <a:lnTo>
                    <a:pt x="10477775" y="713837"/>
                  </a:lnTo>
                  <a:lnTo>
                    <a:pt x="0" y="713837"/>
                  </a:lnTo>
                  <a:lnTo>
                    <a:pt x="0" y="0"/>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75" name="PA-任意多边形 50"/>
            <p:cNvSpPr/>
            <p:nvPr>
              <p:custDataLst>
                <p:tags r:id="rId40"/>
              </p:custDataLst>
            </p:nvPr>
          </p:nvSpPr>
          <p:spPr>
            <a:xfrm>
              <a:off x="79814" y="136543"/>
              <a:ext cx="12192000" cy="713837"/>
            </a:xfrm>
            <a:custGeom>
              <a:avLst/>
              <a:gdLst>
                <a:gd name="connsiteX0" fmla="*/ 0 w 12192000"/>
                <a:gd name="connsiteY0" fmla="*/ 0 h 713837"/>
                <a:gd name="connsiteX1" fmla="*/ 12192000 w 12192000"/>
                <a:gd name="connsiteY1" fmla="*/ 0 h 713837"/>
                <a:gd name="connsiteX2" fmla="*/ 12192000 w 12192000"/>
                <a:gd name="connsiteY2" fmla="*/ 713837 h 713837"/>
                <a:gd name="connsiteX3" fmla="*/ 0 w 12192000"/>
                <a:gd name="connsiteY3" fmla="*/ 713837 h 713837"/>
              </a:gdLst>
              <a:ahLst/>
              <a:cxnLst>
                <a:cxn ang="0">
                  <a:pos x="connsiteX0" y="connsiteY0"/>
                </a:cxn>
                <a:cxn ang="0">
                  <a:pos x="connsiteX1" y="connsiteY1"/>
                </a:cxn>
                <a:cxn ang="0">
                  <a:pos x="connsiteX2" y="connsiteY2"/>
                </a:cxn>
                <a:cxn ang="0">
                  <a:pos x="connsiteX3" y="connsiteY3"/>
                </a:cxn>
              </a:cxnLst>
              <a:rect l="l" t="t" r="r" b="b"/>
              <a:pathLst>
                <a:path w="12192000" h="713837">
                  <a:moveTo>
                    <a:pt x="0" y="0"/>
                  </a:moveTo>
                  <a:lnTo>
                    <a:pt x="12192000" y="0"/>
                  </a:lnTo>
                  <a:lnTo>
                    <a:pt x="12192000" y="713837"/>
                  </a:lnTo>
                  <a:lnTo>
                    <a:pt x="0" y="713837"/>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mn-cs"/>
              </a:endParaRPr>
            </a:p>
          </p:txBody>
        </p:sp>
        <p:sp>
          <p:nvSpPr>
            <p:cNvPr id="176" name="PA-文本框 24"/>
            <p:cNvSpPr txBox="1"/>
            <p:nvPr>
              <p:custDataLst>
                <p:tags r:id="rId41"/>
              </p:custDataLst>
            </p:nvPr>
          </p:nvSpPr>
          <p:spPr>
            <a:xfrm>
              <a:off x="1600150" y="236296"/>
              <a:ext cx="1605280" cy="521970"/>
            </a:xfrm>
            <a:prstGeom prst="rect">
              <a:avLst/>
            </a:prstGeom>
            <a:noFill/>
          </p:spPr>
          <p:txBody>
            <a:bodyPr wrap="none">
              <a:spAutoFit/>
            </a:bodyPr>
            <a:lstStyle>
              <a:defPPr>
                <a:defRPr lang="zh-CN"/>
              </a:defPPr>
              <a:lvl1pPr>
                <a:defRPr sz="2400" b="1">
                  <a:gradFill>
                    <a:gsLst>
                      <a:gs pos="100000">
                        <a:schemeClr val="accent1">
                          <a:lumMod val="50000"/>
                        </a:schemeClr>
                      </a:gs>
                      <a:gs pos="17000">
                        <a:schemeClr val="accent1">
                          <a:lumMod val="50000"/>
                        </a:schemeClr>
                      </a:gs>
                    </a:gsLst>
                    <a:path path="circle">
                      <a:fillToRect r="100000" b="100000"/>
                    </a:path>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dirty="0">
                  <a:gradFill>
                    <a:gsLst>
                      <a:gs pos="100000">
                        <a:srgbClr val="206252">
                          <a:lumMod val="50000"/>
                        </a:srgbClr>
                      </a:gs>
                      <a:gs pos="17000">
                        <a:srgbClr val="206252">
                          <a:lumMod val="75000"/>
                        </a:srgbClr>
                      </a:gs>
                    </a:gsLst>
                    <a:path path="circle">
                      <a:fillToRect r="100000" b="100000"/>
                    </a:path>
                  </a:gradFill>
                  <a:latin typeface="微软雅黑" panose="020B0503020204020204" charset="-122"/>
                  <a:ea typeface="微软雅黑" panose="020B0503020204020204" charset="-122"/>
                  <a:sym typeface="阿里妈妈数黑体" pitchFamily="2" charset="-122"/>
                </a:rPr>
                <a:t>前期调研</a:t>
              </a:r>
              <a:endParaRPr lang="zh-CN" altLang="en-US" sz="2800" dirty="0">
                <a:gradFill>
                  <a:gsLst>
                    <a:gs pos="100000">
                      <a:srgbClr val="206252">
                        <a:lumMod val="50000"/>
                      </a:srgbClr>
                    </a:gs>
                    <a:gs pos="17000">
                      <a:srgbClr val="206252">
                        <a:lumMod val="75000"/>
                      </a:srgbClr>
                    </a:gs>
                  </a:gsLst>
                  <a:path path="circle">
                    <a:fillToRect r="100000" b="100000"/>
                  </a:path>
                </a:gradFill>
                <a:latin typeface="微软雅黑" panose="020B0503020204020204" charset="-122"/>
                <a:ea typeface="微软雅黑" panose="020B0503020204020204" charset="-122"/>
                <a:sym typeface="阿里妈妈数黑体" pitchFamily="2" charset="-122"/>
              </a:endParaRPr>
            </a:p>
          </p:txBody>
        </p:sp>
        <p:sp>
          <p:nvSpPr>
            <p:cNvPr id="177" name="PA-任意多边形 6"/>
            <p:cNvSpPr/>
            <p:nvPr>
              <p:custDataLst>
                <p:tags r:id="rId42"/>
              </p:custDataLst>
            </p:nvPr>
          </p:nvSpPr>
          <p:spPr>
            <a:xfrm>
              <a:off x="-52754" y="850261"/>
              <a:ext cx="12262339" cy="52051"/>
            </a:xfrm>
            <a:custGeom>
              <a:avLst/>
              <a:gdLst>
                <a:gd name="connsiteX0" fmla="*/ 0 w 4366736"/>
                <a:gd name="connsiteY0" fmla="*/ 0 h 64293"/>
                <a:gd name="connsiteX1" fmla="*/ 4366737 w 4366736"/>
                <a:gd name="connsiteY1" fmla="*/ 0 h 64293"/>
                <a:gd name="connsiteX2" fmla="*/ 4366737 w 4366736"/>
                <a:gd name="connsiteY2" fmla="*/ 64294 h 64293"/>
                <a:gd name="connsiteX3" fmla="*/ 0 w 4366736"/>
                <a:gd name="connsiteY3" fmla="*/ 64294 h 64293"/>
              </a:gdLst>
              <a:ahLst/>
              <a:cxnLst>
                <a:cxn ang="0">
                  <a:pos x="connsiteX0" y="connsiteY0"/>
                </a:cxn>
                <a:cxn ang="0">
                  <a:pos x="connsiteX1" y="connsiteY1"/>
                </a:cxn>
                <a:cxn ang="0">
                  <a:pos x="connsiteX2" y="connsiteY2"/>
                </a:cxn>
                <a:cxn ang="0">
                  <a:pos x="connsiteX3" y="connsiteY3"/>
                </a:cxn>
              </a:cxnLst>
              <a:rect l="l" t="t" r="r" b="b"/>
              <a:pathLst>
                <a:path w="4366736" h="64293">
                  <a:moveTo>
                    <a:pt x="0" y="0"/>
                  </a:moveTo>
                  <a:lnTo>
                    <a:pt x="4366737" y="0"/>
                  </a:lnTo>
                  <a:lnTo>
                    <a:pt x="4366737" y="64294"/>
                  </a:lnTo>
                  <a:lnTo>
                    <a:pt x="0" y="64294"/>
                  </a:lnTo>
                  <a:close/>
                </a:path>
              </a:pathLst>
            </a:custGeom>
            <a:gradFill flip="none" rotWithShape="1">
              <a:gsLst>
                <a:gs pos="100000">
                  <a:schemeClr val="accent1"/>
                </a:gs>
                <a:gs pos="12000">
                  <a:schemeClr val="accent1">
                    <a:lumMod val="20000"/>
                    <a:lumOff val="80000"/>
                  </a:schemeClr>
                </a:gs>
              </a:gsLst>
              <a:lin ang="0" scaled="0"/>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78" name="PA-任意多边形 899"/>
            <p:cNvSpPr/>
            <p:nvPr>
              <p:custDataLst>
                <p:tags r:id="rId43"/>
              </p:custDataLst>
            </p:nvPr>
          </p:nvSpPr>
          <p:spPr>
            <a:xfrm flipH="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55000">
                  <a:schemeClr val="accent1"/>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79" name="PA-文本框 26"/>
            <p:cNvSpPr txBox="1"/>
            <p:nvPr>
              <p:custDataLst>
                <p:tags r:id="rId44"/>
              </p:custDataLst>
            </p:nvPr>
          </p:nvSpPr>
          <p:spPr>
            <a:xfrm>
              <a:off x="6507233" y="309946"/>
              <a:ext cx="17830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noProof="0" dirty="0">
                  <a:ln>
                    <a:noFill/>
                  </a:ln>
                  <a:solidFill>
                    <a:srgbClr val="206252">
                      <a:lumMod val="50000"/>
                    </a:srgbClr>
                  </a:solidFill>
                  <a:effectLst/>
                  <a:uLnTx/>
                  <a:uFillTx/>
                  <a:latin typeface="微软雅黑" panose="020B0503020204020204" charset="-122"/>
                  <a:ea typeface="微软雅黑" panose="020B0503020204020204" charset="-122"/>
                  <a:sym typeface="OPPOSans M" panose="00020600040101010101" pitchFamily="18" charset="-122"/>
                </a:rPr>
                <a:t>调查设计与实施</a:t>
              </a:r>
              <a:endParaRPr kumimoji="0" lang="zh-CN" altLang="en-US" sz="180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sp>
          <p:nvSpPr>
            <p:cNvPr id="180" name="PA-文本框 26"/>
            <p:cNvSpPr txBox="1"/>
            <p:nvPr>
              <p:custDataLst>
                <p:tags r:id="rId45"/>
              </p:custDataLst>
            </p:nvPr>
          </p:nvSpPr>
          <p:spPr>
            <a:xfrm>
              <a:off x="8672698" y="313756"/>
              <a:ext cx="3098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cxnSp>
          <p:nvCxnSpPr>
            <p:cNvPr id="181" name="PA-直接连接符 18"/>
            <p:cNvCxnSpPr/>
            <p:nvPr>
              <p:custDataLst>
                <p:tags r:id="rId46"/>
              </p:custDataLst>
            </p:nvPr>
          </p:nvCxnSpPr>
          <p:spPr>
            <a:xfrm flipH="1">
              <a:off x="5253886"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182" name="PA-直接连接符 22"/>
            <p:cNvCxnSpPr/>
            <p:nvPr>
              <p:custDataLst>
                <p:tags r:id="rId47"/>
              </p:custDataLst>
            </p:nvPr>
          </p:nvCxnSpPr>
          <p:spPr>
            <a:xfrm flipH="1">
              <a:off x="6412243"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183" name="PA-文本框 26"/>
            <p:cNvSpPr txBox="1"/>
            <p:nvPr>
              <p:custDataLst>
                <p:tags r:id="rId48"/>
              </p:custDataLst>
            </p:nvPr>
          </p:nvSpPr>
          <p:spPr>
            <a:xfrm>
              <a:off x="5407930" y="313956"/>
              <a:ext cx="110236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a:defRPr/>
              </a:pPr>
              <a:r>
                <a:rPr lang="zh-CN" altLang="en-US" sz="1800" b="1" dirty="0">
                  <a:solidFill>
                    <a:srgbClr val="2D8A73"/>
                  </a:solidFill>
                  <a:latin typeface="微软雅黑" panose="020B0503020204020204" charset="-122"/>
                  <a:ea typeface="微软雅黑" panose="020B0503020204020204" charset="-122"/>
                  <a:sym typeface="阿里妈妈数黑体" pitchFamily="2" charset="-122"/>
                </a:rPr>
                <a:t>前期调研</a:t>
              </a:r>
              <a:endParaRPr lang="zh-CN" altLang="en-US" sz="1800" b="1" dirty="0">
                <a:solidFill>
                  <a:srgbClr val="2D8A73"/>
                </a:solidFill>
                <a:latin typeface="微软雅黑" panose="020B0503020204020204" charset="-122"/>
                <a:ea typeface="微软雅黑" panose="020B0503020204020204" charset="-122"/>
                <a:sym typeface="阿里妈妈数黑体" pitchFamily="2" charset="-122"/>
              </a:endParaRPr>
            </a:p>
          </p:txBody>
        </p:sp>
        <p:sp>
          <p:nvSpPr>
            <p:cNvPr id="184" name="PA-图形 7"/>
            <p:cNvSpPr/>
            <p:nvPr>
              <p:custDataLst>
                <p:tags r:id="rId49"/>
              </p:custDataLst>
            </p:nvPr>
          </p:nvSpPr>
          <p:spPr>
            <a:xfrm>
              <a:off x="273980" y="148474"/>
              <a:ext cx="555983" cy="416889"/>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0">
                  <a:schemeClr val="bg1"/>
                </a:gs>
                <a:gs pos="87000">
                  <a:schemeClr val="accent1">
                    <a:lumMod val="20000"/>
                    <a:lumOff val="80000"/>
                  </a:schemeClr>
                </a:gs>
              </a:gsLst>
              <a:lin ang="2700000" scaled="0"/>
            </a:gradFill>
            <a:ln w="36909" cap="flat">
              <a:noFill/>
              <a:prstDash val="solid"/>
              <a:miter/>
            </a:ln>
            <a:effectLst>
              <a:outerShdw blurRad="50800" dist="38100" dir="5400000" algn="t" rotWithShape="0">
                <a:schemeClr val="accent1">
                  <a:alpha val="30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cxnSp>
        <p:nvCxnSpPr>
          <p:cNvPr id="186" name="PA-直接连接符 23"/>
          <p:cNvCxnSpPr/>
          <p:nvPr>
            <p:custDataLst>
              <p:tags r:id="rId50"/>
            </p:custDataLst>
          </p:nvPr>
        </p:nvCxnSpPr>
        <p:spPr>
          <a:xfrm flipH="1">
            <a:off x="8337045" y="3675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187" name="PA-直接连接符 23"/>
          <p:cNvCxnSpPr/>
          <p:nvPr>
            <p:custDataLst>
              <p:tags r:id="rId51"/>
            </p:custDataLst>
          </p:nvPr>
        </p:nvCxnSpPr>
        <p:spPr>
          <a:xfrm flipH="1">
            <a:off x="9622285" y="33582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188" name="文本框 187"/>
          <p:cNvSpPr txBox="1"/>
          <p:nvPr/>
        </p:nvSpPr>
        <p:spPr>
          <a:xfrm>
            <a:off x="9886315" y="307340"/>
            <a:ext cx="136969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结论与建议</a:t>
            </a:r>
            <a:endParaRPr lang="zh-CN" altLang="en-US">
              <a:latin typeface="微软雅黑" panose="020B0503020204020204" charset="-122"/>
              <a:ea typeface="微软雅黑" panose="020B0503020204020204" charset="-122"/>
            </a:endParaRPr>
          </a:p>
        </p:txBody>
      </p:sp>
      <p:sp>
        <p:nvSpPr>
          <p:cNvPr id="189" name="文本框 188"/>
          <p:cNvSpPr txBox="1"/>
          <p:nvPr/>
        </p:nvSpPr>
        <p:spPr>
          <a:xfrm>
            <a:off x="8540750" y="311150"/>
            <a:ext cx="121221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产品设计</a:t>
            </a:r>
            <a:endParaRPr lang="zh-CN" altLang="en-US">
              <a:latin typeface="微软雅黑" panose="020B0503020204020204" charset="-122"/>
              <a:ea typeface="微软雅黑" panose="020B0503020204020204" charset="-122"/>
            </a:endParaRPr>
          </a:p>
        </p:txBody>
      </p:sp>
      <p:sp>
        <p:nvSpPr>
          <p:cNvPr id="185" name="矩形 184"/>
          <p:cNvSpPr/>
          <p:nvPr/>
        </p:nvSpPr>
        <p:spPr>
          <a:xfrm>
            <a:off x="3756660" y="298450"/>
            <a:ext cx="2100580" cy="522605"/>
          </a:xfrm>
          <a:prstGeom prst="rect">
            <a:avLst/>
          </a:prstGeom>
          <a:noFill/>
          <a:ln>
            <a:noFill/>
          </a:ln>
        </p:spPr>
        <p:txBody>
          <a:bodyPr wrap="square" rtlCol="0" anchor="t">
            <a:noAutofit/>
          </a:bodyPr>
          <a:lstStyle/>
          <a:p>
            <a:pPr algn="ctr">
              <a:defRPr/>
            </a:pPr>
            <a:r>
              <a:rPr lang="zh-CN" altLang="en-US" dirty="0">
                <a:solidFill>
                  <a:schemeClr val="tx1"/>
                </a:solidFill>
                <a:latin typeface="微软雅黑" panose="020B0503020204020204" charset="-122"/>
                <a:ea typeface="微软雅黑" panose="020B0503020204020204" charset="-122"/>
              </a:rPr>
              <a:t>研究背景</a:t>
            </a:r>
            <a:endParaRPr lang="zh-CN" altLang="en-US" dirty="0">
              <a:solidFill>
                <a:schemeClr val="tx1"/>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42" presetClass="path" presetSubtype="0" decel="100000" fill="hold" nodeType="withEffect">
                                  <p:stCondLst>
                                    <p:cond delay="0"/>
                                  </p:stCondLst>
                                  <p:childTnLst>
                                    <p:animMotion origin="layout" path="M 4.58333E-6 -1.11111E-6 L 4.58333E-6 0.05625 " pathEditMode="relative" rAng="0" ptsTypes="AA">
                                      <p:cBhvr>
                                        <p:cTn id="9" dur="1250" spd="-100000" fill="hold"/>
                                        <p:tgtEl>
                                          <p:spTgt spid="9"/>
                                        </p:tgtEl>
                                        <p:attrNameLst>
                                          <p:attrName>ppt_x</p:attrName>
                                          <p:attrName>ppt_y</p:attrName>
                                        </p:attrNameLst>
                                      </p:cBhvr>
                                      <p:rCtr x="0" y="2801"/>
                                    </p:animMotion>
                                  </p:childTnLst>
                                </p:cTn>
                              </p:par>
                              <p:par>
                                <p:cTn id="10" presetID="10" presetClass="entr" presetSubtype="0" fill="hold" nodeType="with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500"/>
                                        <p:tgtEl>
                                          <p:spTgt spid="29"/>
                                        </p:tgtEl>
                                      </p:cBhvr>
                                    </p:animEffect>
                                  </p:childTnLst>
                                </p:cTn>
                              </p:par>
                              <p:par>
                                <p:cTn id="13" presetID="42" presetClass="path" presetSubtype="0" decel="100000" fill="hold" nodeType="withEffect">
                                  <p:stCondLst>
                                    <p:cond delay="0"/>
                                  </p:stCondLst>
                                  <p:childTnLst>
                                    <p:animMotion origin="layout" path="M 4.58333E-6 -1.11111E-6 L 4.58333E-6 0.05625 " pathEditMode="relative" rAng="0" ptsTypes="AA">
                                      <p:cBhvr>
                                        <p:cTn id="14" dur="1250" spd="-100000" fill="hold"/>
                                        <p:tgtEl>
                                          <p:spTgt spid="29"/>
                                        </p:tgtEl>
                                        <p:attrNameLst>
                                          <p:attrName>ppt_x</p:attrName>
                                          <p:attrName>ppt_y</p:attrName>
                                        </p:attrNameLst>
                                      </p:cBhvr>
                                      <p:rCtr x="0" y="2801"/>
                                    </p:animMotion>
                                  </p:childTnLst>
                                </p:cTn>
                              </p:par>
                              <p:par>
                                <p:cTn id="15" presetID="10" presetClass="entr" presetSubtype="0" fill="hold"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par>
                                <p:cTn id="18" presetID="42" presetClass="path" presetSubtype="0" decel="100000" fill="hold" nodeType="withEffect">
                                  <p:stCondLst>
                                    <p:cond delay="0"/>
                                  </p:stCondLst>
                                  <p:childTnLst>
                                    <p:animMotion origin="layout" path="M 4.58333E-6 -1.11111E-6 L 4.58333E-6 0.05625 " pathEditMode="relative" rAng="0" ptsTypes="AA">
                                      <p:cBhvr>
                                        <p:cTn id="19" dur="1250" spd="-100000" fill="hold"/>
                                        <p:tgtEl>
                                          <p:spTgt spid="22"/>
                                        </p:tgtEl>
                                        <p:attrNameLst>
                                          <p:attrName>ppt_x</p:attrName>
                                          <p:attrName>ppt_y</p:attrName>
                                        </p:attrNameLst>
                                      </p:cBhvr>
                                      <p:rCtr x="0" y="280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 name="图片 60"/>
          <p:cNvPicPr>
            <a:picLocks noChangeAspect="1"/>
          </p:cNvPicPr>
          <p:nvPr/>
        </p:nvPicPr>
        <p:blipFill>
          <a:blip r:embed="rId1"/>
          <a:srcRect l="1166" t="25263"/>
          <a:stretch>
            <a:fillRect/>
          </a:stretch>
        </p:blipFill>
        <p:spPr>
          <a:xfrm>
            <a:off x="1" y="1"/>
            <a:ext cx="12174415" cy="5125479"/>
          </a:xfrm>
          <a:custGeom>
            <a:avLst/>
            <a:gdLst>
              <a:gd name="connsiteX0" fmla="*/ 0 w 12174415"/>
              <a:gd name="connsiteY0" fmla="*/ 0 h 5125479"/>
              <a:gd name="connsiteX1" fmla="*/ 12174415 w 12174415"/>
              <a:gd name="connsiteY1" fmla="*/ 0 h 5125479"/>
              <a:gd name="connsiteX2" fmla="*/ 12174415 w 12174415"/>
              <a:gd name="connsiteY2" fmla="*/ 5125479 h 5125479"/>
              <a:gd name="connsiteX3" fmla="*/ 0 w 12174415"/>
              <a:gd name="connsiteY3" fmla="*/ 5125479 h 5125479"/>
            </a:gdLst>
            <a:ahLst/>
            <a:cxnLst>
              <a:cxn ang="0">
                <a:pos x="connsiteX0" y="connsiteY0"/>
              </a:cxn>
              <a:cxn ang="0">
                <a:pos x="connsiteX1" y="connsiteY1"/>
              </a:cxn>
              <a:cxn ang="0">
                <a:pos x="connsiteX2" y="connsiteY2"/>
              </a:cxn>
              <a:cxn ang="0">
                <a:pos x="connsiteX3" y="connsiteY3"/>
              </a:cxn>
            </a:cxnLst>
            <a:rect l="l" t="t" r="r" b="b"/>
            <a:pathLst>
              <a:path w="12174415" h="5125479">
                <a:moveTo>
                  <a:pt x="0" y="0"/>
                </a:moveTo>
                <a:lnTo>
                  <a:pt x="12174415" y="0"/>
                </a:lnTo>
                <a:lnTo>
                  <a:pt x="12174415" y="5125479"/>
                </a:lnTo>
                <a:lnTo>
                  <a:pt x="0" y="5125479"/>
                </a:lnTo>
                <a:close/>
              </a:path>
            </a:pathLst>
          </a:custGeom>
        </p:spPr>
      </p:pic>
      <p:sp>
        <p:nvSpPr>
          <p:cNvPr id="3" name="椭圆 2"/>
          <p:cNvSpPr/>
          <p:nvPr/>
        </p:nvSpPr>
        <p:spPr>
          <a:xfrm>
            <a:off x="3383892" y="1107295"/>
            <a:ext cx="5424216" cy="5424216"/>
          </a:xfrm>
          <a:prstGeom prst="ellipse">
            <a:avLst/>
          </a:prstGeom>
          <a:noFill/>
          <a:ln w="9525" cap="flat" cmpd="sng" algn="ctr">
            <a:gradFill>
              <a:gsLst>
                <a:gs pos="53000">
                  <a:schemeClr val="accent1">
                    <a:alpha val="58000"/>
                  </a:schemeClr>
                </a:gs>
                <a:gs pos="4000">
                  <a:schemeClr val="accent1">
                    <a:alpha val="0"/>
                  </a:schemeClr>
                </a:gs>
                <a:gs pos="100000">
                  <a:schemeClr val="accent1">
                    <a:alpha val="0"/>
                  </a:schemeClr>
                </a:gs>
              </a:gsLst>
              <a:lin ang="5400000" scaled="1"/>
            </a:gradFill>
            <a:prstDash val="solid"/>
            <a:miter lim="800000"/>
          </a:ln>
          <a:effectLst/>
        </p:spPr>
        <p:txBody>
          <a:bodyPr rtlCol="0" anchor="ctr"/>
          <a:lstStyle/>
          <a:p>
            <a:pPr algn="ctr"/>
            <a:endParaRPr lang="zh-CN" altLang="en-US" kern="0">
              <a:solidFill>
                <a:prstClr val="white"/>
              </a:solidFill>
              <a:latin typeface="微软雅黑" panose="020B0503020204020204" charset="-122"/>
              <a:ea typeface="微软雅黑" panose="020B0503020204020204" charset="-122"/>
            </a:endParaRPr>
          </a:p>
        </p:txBody>
      </p:sp>
      <p:grpSp>
        <p:nvGrpSpPr>
          <p:cNvPr id="81" name="组合 80"/>
          <p:cNvGrpSpPr/>
          <p:nvPr/>
        </p:nvGrpSpPr>
        <p:grpSpPr>
          <a:xfrm>
            <a:off x="3177993" y="2016870"/>
            <a:ext cx="990866" cy="990866"/>
            <a:chOff x="3177993" y="2041755"/>
            <a:chExt cx="990866" cy="990866"/>
          </a:xfrm>
        </p:grpSpPr>
        <p:sp>
          <p:nvSpPr>
            <p:cNvPr id="2" name="Oval 134+"/>
            <p:cNvSpPr/>
            <p:nvPr/>
          </p:nvSpPr>
          <p:spPr>
            <a:xfrm>
              <a:off x="3177993" y="2041755"/>
              <a:ext cx="990866" cy="990866"/>
            </a:xfrm>
            <a:prstGeom prst="ellipse">
              <a:avLst/>
            </a:prstGeom>
            <a:solidFill>
              <a:schemeClr val="accent1">
                <a:alpha val="6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20" name="Oval 134+"/>
            <p:cNvSpPr/>
            <p:nvPr/>
          </p:nvSpPr>
          <p:spPr>
            <a:xfrm>
              <a:off x="3260697" y="2128904"/>
              <a:ext cx="822918" cy="822918"/>
            </a:xfrm>
            <a:prstGeom prst="ellipse">
              <a:avLst/>
            </a:prstGeom>
            <a:gradFill>
              <a:gsLst>
                <a:gs pos="25000">
                  <a:schemeClr val="accent1"/>
                </a:gs>
                <a:gs pos="100000">
                  <a:schemeClr val="accent2"/>
                </a:gs>
              </a:gsLst>
              <a:lin ang="4320000" scaled="0"/>
            </a:gradFill>
            <a:ln w="9525">
              <a:solidFill>
                <a:schemeClr val="accent1"/>
              </a:solidFill>
              <a:prstDash val="solid"/>
            </a:ln>
            <a:effectLst>
              <a:outerShdw blurRad="279400" dist="88900" dir="5400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21" name="图形 20" descr="男人 纯色填充"/>
            <p:cNvPicPr>
              <a:picLocks noChangeAspect="1"/>
            </p:cNvPicPr>
            <p:nvPr/>
          </p:nvPicPr>
          <p:blipFill>
            <a:blip r:embed="rId2">
              <a:extLst>
                <a:ext uri="{96DAC541-7B7A-43D3-8B79-37D633B846F1}">
                  <asvg:svgBlip xmlns:asvg="http://schemas.microsoft.com/office/drawing/2016/SVG/main" r:embed="rId3"/>
                </a:ext>
              </a:extLst>
            </a:blip>
            <a:srcRect/>
            <a:stretch>
              <a:fillRect/>
            </a:stretch>
          </p:blipFill>
          <p:spPr>
            <a:xfrm>
              <a:off x="3398688" y="2266895"/>
              <a:ext cx="546936" cy="546936"/>
            </a:xfrm>
            <a:prstGeom prst="rect">
              <a:avLst/>
            </a:prstGeom>
          </p:spPr>
        </p:pic>
      </p:grpSp>
      <p:grpSp>
        <p:nvGrpSpPr>
          <p:cNvPr id="80" name="组合 79"/>
          <p:cNvGrpSpPr/>
          <p:nvPr/>
        </p:nvGrpSpPr>
        <p:grpSpPr>
          <a:xfrm>
            <a:off x="8023141" y="2016870"/>
            <a:ext cx="990866" cy="990866"/>
            <a:chOff x="8023141" y="2041755"/>
            <a:chExt cx="990866" cy="990866"/>
          </a:xfrm>
        </p:grpSpPr>
        <p:sp>
          <p:nvSpPr>
            <p:cNvPr id="6" name="Oval 134+"/>
            <p:cNvSpPr/>
            <p:nvPr/>
          </p:nvSpPr>
          <p:spPr>
            <a:xfrm>
              <a:off x="8023141" y="2041755"/>
              <a:ext cx="990866" cy="990866"/>
            </a:xfrm>
            <a:prstGeom prst="ellipse">
              <a:avLst/>
            </a:prstGeom>
            <a:solidFill>
              <a:schemeClr val="accent1">
                <a:alpha val="6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28" name="Oval 134+"/>
            <p:cNvSpPr/>
            <p:nvPr/>
          </p:nvSpPr>
          <p:spPr>
            <a:xfrm>
              <a:off x="8105845" y="2128904"/>
              <a:ext cx="822918" cy="822918"/>
            </a:xfrm>
            <a:prstGeom prst="ellipse">
              <a:avLst/>
            </a:prstGeom>
            <a:gradFill>
              <a:gsLst>
                <a:gs pos="25000">
                  <a:schemeClr val="accent1"/>
                </a:gs>
                <a:gs pos="100000">
                  <a:schemeClr val="accent2"/>
                </a:gs>
              </a:gsLst>
              <a:lin ang="4320000" scaled="0"/>
            </a:gradFill>
            <a:ln w="9525">
              <a:solidFill>
                <a:schemeClr val="accent1"/>
              </a:solidFill>
              <a:prstDash val="solid"/>
            </a:ln>
            <a:effectLst>
              <a:outerShdw blurRad="279400" dist="88900" dir="5400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29" name="图形 28" descr="搏动的心 纯色填充"/>
            <p:cNvPicPr>
              <a:picLocks noChangeAspect="1"/>
            </p:cNvPicPr>
            <p:nvPr/>
          </p:nvPicPr>
          <p:blipFill>
            <a:blip r:embed="rId4">
              <a:extLst>
                <a:ext uri="{96DAC541-7B7A-43D3-8B79-37D633B846F1}">
                  <asvg:svgBlip xmlns:asvg="http://schemas.microsoft.com/office/drawing/2016/SVG/main" r:embed="rId5"/>
                </a:ext>
              </a:extLst>
            </a:blip>
            <a:srcRect/>
            <a:stretch>
              <a:fillRect/>
            </a:stretch>
          </p:blipFill>
          <p:spPr>
            <a:xfrm>
              <a:off x="8264832" y="2290010"/>
              <a:ext cx="537460" cy="537460"/>
            </a:xfrm>
            <a:prstGeom prst="rect">
              <a:avLst/>
            </a:prstGeom>
          </p:spPr>
        </p:pic>
      </p:grpSp>
      <p:grpSp>
        <p:nvGrpSpPr>
          <p:cNvPr id="82" name="组合 81"/>
          <p:cNvGrpSpPr/>
          <p:nvPr/>
        </p:nvGrpSpPr>
        <p:grpSpPr>
          <a:xfrm>
            <a:off x="3177993" y="4631070"/>
            <a:ext cx="990866" cy="990866"/>
            <a:chOff x="3177993" y="4655955"/>
            <a:chExt cx="990866" cy="990866"/>
          </a:xfrm>
        </p:grpSpPr>
        <p:sp>
          <p:nvSpPr>
            <p:cNvPr id="7" name="Oval 134+"/>
            <p:cNvSpPr/>
            <p:nvPr/>
          </p:nvSpPr>
          <p:spPr>
            <a:xfrm>
              <a:off x="3177993" y="4655955"/>
              <a:ext cx="990866" cy="990866"/>
            </a:xfrm>
            <a:prstGeom prst="ellipse">
              <a:avLst/>
            </a:prstGeom>
            <a:solidFill>
              <a:schemeClr val="accent1">
                <a:alpha val="6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0" name="Oval 134+"/>
            <p:cNvSpPr/>
            <p:nvPr/>
          </p:nvSpPr>
          <p:spPr>
            <a:xfrm>
              <a:off x="3260697" y="4739929"/>
              <a:ext cx="822918" cy="822918"/>
            </a:xfrm>
            <a:prstGeom prst="ellipse">
              <a:avLst/>
            </a:prstGeom>
            <a:gradFill>
              <a:gsLst>
                <a:gs pos="25000">
                  <a:schemeClr val="accent1"/>
                </a:gs>
                <a:gs pos="100000">
                  <a:schemeClr val="accent2"/>
                </a:gs>
              </a:gsLst>
              <a:lin ang="4320000" scaled="0"/>
            </a:gradFill>
            <a:ln w="9525">
              <a:solidFill>
                <a:schemeClr val="accent1"/>
              </a:solidFill>
              <a:prstDash val="solid"/>
            </a:ln>
            <a:effectLst>
              <a:outerShdw blurRad="279400" dist="88900" dir="5400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31" name="图形 30" descr="地球仪 - 亚洲 纯色填充"/>
            <p:cNvPicPr>
              <a:picLocks noChangeAspect="1"/>
            </p:cNvPicPr>
            <p:nvPr/>
          </p:nvPicPr>
          <p:blipFill>
            <a:blip r:embed="rId6">
              <a:extLst>
                <a:ext uri="{96DAC541-7B7A-43D3-8B79-37D633B846F1}">
                  <asvg:svgBlip xmlns:asvg="http://schemas.microsoft.com/office/drawing/2016/SVG/main" r:embed="rId7"/>
                </a:ext>
              </a:extLst>
            </a:blip>
            <a:srcRect/>
            <a:stretch>
              <a:fillRect/>
            </a:stretch>
          </p:blipFill>
          <p:spPr>
            <a:xfrm>
              <a:off x="3449017" y="4928249"/>
              <a:ext cx="446278" cy="446278"/>
            </a:xfrm>
            <a:prstGeom prst="rect">
              <a:avLst/>
            </a:prstGeom>
          </p:spPr>
        </p:pic>
      </p:grpSp>
      <p:grpSp>
        <p:nvGrpSpPr>
          <p:cNvPr id="9" name="组合 8"/>
          <p:cNvGrpSpPr/>
          <p:nvPr/>
        </p:nvGrpSpPr>
        <p:grpSpPr>
          <a:xfrm>
            <a:off x="8023141" y="4631070"/>
            <a:ext cx="990866" cy="990866"/>
            <a:chOff x="8023141" y="4631070"/>
            <a:chExt cx="990866" cy="990866"/>
          </a:xfrm>
        </p:grpSpPr>
        <p:sp>
          <p:nvSpPr>
            <p:cNvPr id="5" name="Oval 134+"/>
            <p:cNvSpPr/>
            <p:nvPr/>
          </p:nvSpPr>
          <p:spPr>
            <a:xfrm>
              <a:off x="8023141" y="4631070"/>
              <a:ext cx="990866" cy="990866"/>
            </a:xfrm>
            <a:prstGeom prst="ellipse">
              <a:avLst/>
            </a:prstGeom>
            <a:solidFill>
              <a:schemeClr val="accent1">
                <a:alpha val="6000"/>
              </a:schemeClr>
            </a:solidFill>
            <a:ln w="952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26" name="Oval 134+"/>
            <p:cNvSpPr/>
            <p:nvPr/>
          </p:nvSpPr>
          <p:spPr>
            <a:xfrm>
              <a:off x="8105845" y="4715044"/>
              <a:ext cx="822918" cy="822918"/>
            </a:xfrm>
            <a:prstGeom prst="ellipse">
              <a:avLst/>
            </a:prstGeom>
            <a:gradFill>
              <a:gsLst>
                <a:gs pos="25000">
                  <a:schemeClr val="accent1"/>
                </a:gs>
                <a:gs pos="100000">
                  <a:schemeClr val="accent2"/>
                </a:gs>
              </a:gsLst>
              <a:lin ang="4320000" scaled="0"/>
            </a:gradFill>
            <a:ln w="9525">
              <a:solidFill>
                <a:schemeClr val="accent1"/>
              </a:solidFill>
              <a:prstDash val="solid"/>
            </a:ln>
            <a:effectLst>
              <a:outerShdw blurRad="279400" dist="88900" dir="5400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27" name="图形 26" descr="清单 纯色填充"/>
            <p:cNvPicPr>
              <a:picLocks noChangeAspect="1"/>
            </p:cNvPicPr>
            <p:nvPr/>
          </p:nvPicPr>
          <p:blipFill>
            <a:blip r:embed="rId8">
              <a:extLst>
                <a:ext uri="{96DAC541-7B7A-43D3-8B79-37D633B846F1}">
                  <asvg:svgBlip xmlns:asvg="http://schemas.microsoft.com/office/drawing/2016/SVG/main" r:embed="rId9"/>
                </a:ext>
              </a:extLst>
            </a:blip>
            <a:srcRect/>
            <a:stretch>
              <a:fillRect/>
            </a:stretch>
          </p:blipFill>
          <p:spPr>
            <a:xfrm>
              <a:off x="8294165" y="4903364"/>
              <a:ext cx="446278" cy="446278"/>
            </a:xfrm>
            <a:prstGeom prst="rect">
              <a:avLst/>
            </a:prstGeom>
          </p:spPr>
        </p:pic>
      </p:grpSp>
      <p:cxnSp>
        <p:nvCxnSpPr>
          <p:cNvPr id="63" name="直接连接符 62"/>
          <p:cNvCxnSpPr/>
          <p:nvPr/>
        </p:nvCxnSpPr>
        <p:spPr>
          <a:xfrm>
            <a:off x="8825013" y="3819403"/>
            <a:ext cx="1971040" cy="0"/>
          </a:xfrm>
          <a:prstGeom prst="line">
            <a:avLst/>
          </a:prstGeom>
          <a:ln w="9525">
            <a:gradFill>
              <a:gsLst>
                <a:gs pos="0">
                  <a:schemeClr val="accent1">
                    <a:alpha val="20000"/>
                  </a:schemeClr>
                </a:gs>
                <a:gs pos="100000">
                  <a:schemeClr val="accent1">
                    <a:alpha val="0"/>
                  </a:schemeClr>
                </a:gs>
              </a:gsLst>
              <a:lin ang="0" scaled="0"/>
            </a:gradFill>
          </a:ln>
        </p:spPr>
        <p:style>
          <a:lnRef idx="2">
            <a:schemeClr val="accent1"/>
          </a:lnRef>
          <a:fillRef idx="0">
            <a:schemeClr val="accent1"/>
          </a:fillRef>
          <a:effectRef idx="1">
            <a:schemeClr val="accent1"/>
          </a:effectRef>
          <a:fontRef idx="minor">
            <a:schemeClr val="tx1"/>
          </a:fontRef>
        </p:style>
      </p:cxnSp>
      <p:sp>
        <p:nvSpPr>
          <p:cNvPr id="64" name="Oval 134+"/>
          <p:cNvSpPr/>
          <p:nvPr/>
        </p:nvSpPr>
        <p:spPr>
          <a:xfrm>
            <a:off x="8745583" y="3759450"/>
            <a:ext cx="119906" cy="119906"/>
          </a:xfrm>
          <a:prstGeom prst="ellipse">
            <a:avLst/>
          </a:prstGeom>
          <a:gradFill>
            <a:gsLst>
              <a:gs pos="25000">
                <a:schemeClr val="accent1"/>
              </a:gs>
              <a:gs pos="100000">
                <a:schemeClr val="accent2"/>
              </a:gs>
            </a:gsLst>
            <a:lin ang="4320000" scaled="0"/>
          </a:gradFill>
          <a:ln w="9525">
            <a:solidFill>
              <a:schemeClr val="accent1"/>
            </a:solidFill>
            <a:prstDash val="solid"/>
          </a:ln>
          <a:effectLst>
            <a:outerShdw blurRad="279400" dist="88900" dir="5400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cxnSp>
        <p:nvCxnSpPr>
          <p:cNvPr id="65" name="直接连接符 64"/>
          <p:cNvCxnSpPr/>
          <p:nvPr/>
        </p:nvCxnSpPr>
        <p:spPr>
          <a:xfrm flipH="1">
            <a:off x="1422357" y="3819403"/>
            <a:ext cx="1971040" cy="0"/>
          </a:xfrm>
          <a:prstGeom prst="line">
            <a:avLst/>
          </a:prstGeom>
          <a:ln w="9525">
            <a:gradFill>
              <a:gsLst>
                <a:gs pos="0">
                  <a:schemeClr val="accent1">
                    <a:alpha val="20000"/>
                  </a:schemeClr>
                </a:gs>
                <a:gs pos="100000">
                  <a:schemeClr val="accent1">
                    <a:alpha val="0"/>
                  </a:schemeClr>
                </a:gs>
              </a:gsLst>
              <a:lin ang="0" scaled="0"/>
            </a:gradFill>
          </a:ln>
        </p:spPr>
        <p:style>
          <a:lnRef idx="2">
            <a:schemeClr val="accent1"/>
          </a:lnRef>
          <a:fillRef idx="0">
            <a:schemeClr val="accent1"/>
          </a:fillRef>
          <a:effectRef idx="1">
            <a:schemeClr val="accent1"/>
          </a:effectRef>
          <a:fontRef idx="minor">
            <a:schemeClr val="tx1"/>
          </a:fontRef>
        </p:style>
      </p:cxnSp>
      <p:sp>
        <p:nvSpPr>
          <p:cNvPr id="66" name="Oval 134+"/>
          <p:cNvSpPr/>
          <p:nvPr/>
        </p:nvSpPr>
        <p:spPr>
          <a:xfrm>
            <a:off x="3330336" y="3759450"/>
            <a:ext cx="119906" cy="119906"/>
          </a:xfrm>
          <a:prstGeom prst="ellipse">
            <a:avLst/>
          </a:prstGeom>
          <a:gradFill>
            <a:gsLst>
              <a:gs pos="25000">
                <a:schemeClr val="accent1"/>
              </a:gs>
              <a:gs pos="100000">
                <a:schemeClr val="accent2"/>
              </a:gs>
            </a:gsLst>
            <a:lin ang="4320000" scaled="0"/>
          </a:gradFill>
          <a:ln w="9525">
            <a:solidFill>
              <a:schemeClr val="accent1"/>
            </a:solidFill>
            <a:prstDash val="solid"/>
          </a:ln>
          <a:effectLst>
            <a:outerShdw blurRad="279400" dist="88900" dir="5400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grpSp>
        <p:nvGrpSpPr>
          <p:cNvPr id="10" name="组合 9"/>
          <p:cNvGrpSpPr/>
          <p:nvPr/>
        </p:nvGrpSpPr>
        <p:grpSpPr>
          <a:xfrm>
            <a:off x="579818" y="1988614"/>
            <a:ext cx="2484680" cy="1144290"/>
            <a:chOff x="579818" y="1768877"/>
            <a:chExt cx="2484680" cy="1144290"/>
          </a:xfrm>
        </p:grpSpPr>
        <p:sp>
          <p:nvSpPr>
            <p:cNvPr id="14" name="矩形 13"/>
            <p:cNvSpPr/>
            <p:nvPr/>
          </p:nvSpPr>
          <p:spPr>
            <a:xfrm>
              <a:off x="579818" y="2182282"/>
              <a:ext cx="2484680" cy="730885"/>
            </a:xfrm>
            <a:prstGeom prst="rect">
              <a:avLst/>
            </a:prstGeom>
          </p:spPr>
          <p:txBody>
            <a:bodyPr wrap="square">
              <a:spAutoFit/>
            </a:bodyPr>
            <a:lstStyle/>
            <a:p>
              <a:pPr algn="r">
                <a:lnSpc>
                  <a:spcPct val="130000"/>
                </a:lnSpc>
                <a:defRPr/>
              </a:pPr>
              <a:r>
                <a:rPr lang="zh-CN" altLang="en-US" sz="1600" dirty="0">
                  <a:solidFill>
                    <a:srgbClr val="637490"/>
                  </a:solidFill>
                  <a:latin typeface="微软雅黑" panose="020B0503020204020204" charset="-122"/>
                  <a:ea typeface="微软雅黑" panose="020B0503020204020204" charset="-122"/>
                </a:rPr>
                <a:t>心理疾病困扰</a:t>
              </a:r>
              <a:endParaRPr lang="zh-CN" altLang="en-US" sz="1600" dirty="0">
                <a:solidFill>
                  <a:srgbClr val="637490"/>
                </a:solidFill>
                <a:latin typeface="微软雅黑" panose="020B0503020204020204" charset="-122"/>
                <a:ea typeface="微软雅黑" panose="020B0503020204020204" charset="-122"/>
              </a:endParaRPr>
            </a:p>
            <a:p>
              <a:pPr algn="r">
                <a:lnSpc>
                  <a:spcPct val="130000"/>
                </a:lnSpc>
                <a:defRPr/>
              </a:pPr>
              <a:r>
                <a:rPr lang="zh-CN" altLang="en-US" sz="1600" dirty="0">
                  <a:solidFill>
                    <a:srgbClr val="637490"/>
                  </a:solidFill>
                  <a:latin typeface="微软雅黑" panose="020B0503020204020204" charset="-122"/>
                  <a:ea typeface="微软雅黑" panose="020B0503020204020204" charset="-122"/>
                </a:rPr>
                <a:t>政策理解障碍</a:t>
              </a:r>
              <a:endParaRPr lang="zh-CN" altLang="en-US" sz="1600" dirty="0">
                <a:solidFill>
                  <a:srgbClr val="637490"/>
                </a:solidFill>
                <a:latin typeface="微软雅黑" panose="020B0503020204020204" charset="-122"/>
                <a:ea typeface="微软雅黑" panose="020B0503020204020204" charset="-122"/>
              </a:endParaRPr>
            </a:p>
          </p:txBody>
        </p:sp>
        <p:sp>
          <p:nvSpPr>
            <p:cNvPr id="32" name="矩形 31"/>
            <p:cNvSpPr/>
            <p:nvPr/>
          </p:nvSpPr>
          <p:spPr>
            <a:xfrm>
              <a:off x="1787993" y="1768877"/>
              <a:ext cx="1276505" cy="400110"/>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rPr>
                <a:t>退役军人</a:t>
              </a:r>
              <a:endParaRPr kumimoji="0" lang="zh-CN" altLang="en-US" sz="20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endParaRPr>
            </a:p>
          </p:txBody>
        </p:sp>
      </p:grpSp>
      <p:sp>
        <p:nvSpPr>
          <p:cNvPr id="15" name="矩形 14"/>
          <p:cNvSpPr/>
          <p:nvPr/>
        </p:nvSpPr>
        <p:spPr>
          <a:xfrm>
            <a:off x="9101455" y="4967605"/>
            <a:ext cx="2484755" cy="1050925"/>
          </a:xfrm>
          <a:prstGeom prst="rect">
            <a:avLst/>
          </a:prstGeom>
        </p:spPr>
        <p:txBody>
          <a:bodyPr wrap="square">
            <a:spAutoFit/>
          </a:bodyPr>
          <a:lstStyle/>
          <a:p>
            <a:pPr algn="l">
              <a:lnSpc>
                <a:spcPct val="130000"/>
              </a:lnSpc>
              <a:defRPr/>
            </a:pPr>
            <a:r>
              <a:rPr lang="zh-CN" altLang="en-US" sz="1600" dirty="0">
                <a:solidFill>
                  <a:srgbClr val="637490"/>
                </a:solidFill>
                <a:latin typeface="微软雅黑" panose="020B0503020204020204" charset="-122"/>
                <a:ea typeface="微软雅黑" panose="020B0503020204020204" charset="-122"/>
              </a:rPr>
              <a:t>强调</a:t>
            </a:r>
            <a:r>
              <a:rPr lang="zh-CN" altLang="en-US" sz="1600" b="1" dirty="0">
                <a:gradFill>
                  <a:gsLst>
                    <a:gs pos="0">
                      <a:srgbClr val="DDCA57"/>
                    </a:gs>
                    <a:gs pos="99000">
                      <a:srgbClr val="F03752"/>
                    </a:gs>
                  </a:gsLst>
                  <a:lin ang="2700000" scaled="1"/>
                </a:gradFill>
                <a:latin typeface="微软雅黑" panose="020B0503020204020204" charset="-122"/>
                <a:ea typeface="微软雅黑" panose="020B0503020204020204" charset="-122"/>
              </a:rPr>
              <a:t>群体差异，城乡差异</a:t>
            </a:r>
            <a:endParaRPr lang="zh-CN" altLang="en-US" sz="1600" b="1" dirty="0">
              <a:gradFill>
                <a:gsLst>
                  <a:gs pos="0">
                    <a:srgbClr val="DDCA57"/>
                  </a:gs>
                  <a:gs pos="99000">
                    <a:srgbClr val="F03752"/>
                  </a:gs>
                </a:gsLst>
                <a:lin ang="2700000" scaled="1"/>
              </a:gradFill>
              <a:latin typeface="微软雅黑" panose="020B0503020204020204" charset="-122"/>
              <a:ea typeface="微软雅黑" panose="020B0503020204020204" charset="-122"/>
            </a:endParaRPr>
          </a:p>
          <a:p>
            <a:pPr algn="l">
              <a:lnSpc>
                <a:spcPct val="130000"/>
              </a:lnSpc>
              <a:defRPr/>
            </a:pPr>
            <a:r>
              <a:rPr lang="zh-CN" altLang="en-US" sz="1600" dirty="0">
                <a:solidFill>
                  <a:srgbClr val="637490"/>
                </a:solidFill>
                <a:latin typeface="微软雅黑" panose="020B0503020204020204" charset="-122"/>
                <a:ea typeface="微软雅黑" panose="020B0503020204020204" charset="-122"/>
              </a:rPr>
              <a:t>伤残认定难</a:t>
            </a:r>
            <a:endParaRPr lang="zh-CN" altLang="en-US" sz="1600" dirty="0">
              <a:solidFill>
                <a:srgbClr val="637490"/>
              </a:solidFill>
              <a:latin typeface="微软雅黑" panose="020B0503020204020204" charset="-122"/>
              <a:ea typeface="微软雅黑" panose="020B0503020204020204" charset="-122"/>
            </a:endParaRPr>
          </a:p>
          <a:p>
            <a:pPr algn="l">
              <a:lnSpc>
                <a:spcPct val="130000"/>
              </a:lnSpc>
              <a:defRPr/>
            </a:pPr>
            <a:r>
              <a:rPr lang="zh-CN" altLang="en-US" sz="1600" dirty="0">
                <a:solidFill>
                  <a:srgbClr val="637490"/>
                </a:solidFill>
                <a:latin typeface="微软雅黑" panose="020B0503020204020204" charset="-122"/>
                <a:ea typeface="微软雅黑" panose="020B0503020204020204" charset="-122"/>
              </a:rPr>
              <a:t>财政压力</a:t>
            </a:r>
            <a:endParaRPr lang="zh-CN" altLang="en-US" sz="1600" dirty="0">
              <a:solidFill>
                <a:srgbClr val="637490"/>
              </a:solidFill>
              <a:latin typeface="微软雅黑" panose="020B0503020204020204" charset="-122"/>
              <a:ea typeface="微软雅黑" panose="020B0503020204020204" charset="-122"/>
            </a:endParaRPr>
          </a:p>
        </p:txBody>
      </p:sp>
      <p:grpSp>
        <p:nvGrpSpPr>
          <p:cNvPr id="45" name="组合 44"/>
          <p:cNvGrpSpPr/>
          <p:nvPr/>
        </p:nvGrpSpPr>
        <p:grpSpPr>
          <a:xfrm>
            <a:off x="9128037" y="1563164"/>
            <a:ext cx="2780155" cy="1875810"/>
            <a:chOff x="11802022" y="1754974"/>
            <a:chExt cx="2780155" cy="1875810"/>
          </a:xfrm>
        </p:grpSpPr>
        <p:sp>
          <p:nvSpPr>
            <p:cNvPr id="18" name="矩形 17"/>
            <p:cNvSpPr/>
            <p:nvPr/>
          </p:nvSpPr>
          <p:spPr>
            <a:xfrm>
              <a:off x="12026177" y="2701144"/>
              <a:ext cx="2556000" cy="929640"/>
            </a:xfrm>
            <a:prstGeom prst="rect">
              <a:avLst/>
            </a:prstGeom>
          </p:spPr>
          <p:txBody>
            <a:bodyPr wrap="square">
              <a:spAutoFit/>
            </a:bodyPr>
            <a:lstStyle/>
            <a:p>
              <a:pPr>
                <a:lnSpc>
                  <a:spcPct val="130000"/>
                </a:lnSpc>
                <a:defRPr/>
              </a:pPr>
              <a:r>
                <a:rPr lang="zh-CN" altLang="en-US" sz="1400" dirty="0">
                  <a:solidFill>
                    <a:srgbClr val="637490"/>
                  </a:solidFill>
                  <a:latin typeface="微软雅黑" panose="020B0503020204020204" charset="-122"/>
                  <a:ea typeface="微软雅黑" panose="020B0503020204020204" charset="-122"/>
                </a:rPr>
                <a:t>肯定分层</a:t>
              </a:r>
              <a:r>
                <a:rPr lang="zh-CN" altLang="en-US" sz="1400" dirty="0">
                  <a:solidFill>
                    <a:srgbClr val="637490"/>
                  </a:solidFill>
                  <a:latin typeface="微软雅黑" panose="020B0503020204020204" charset="-122"/>
                  <a:ea typeface="微软雅黑" panose="020B0503020204020204" charset="-122"/>
                </a:rPr>
                <a:t>设计</a:t>
              </a:r>
              <a:endParaRPr lang="zh-CN" altLang="en-US" sz="1400" dirty="0">
                <a:solidFill>
                  <a:srgbClr val="637490"/>
                </a:solidFill>
                <a:latin typeface="微软雅黑" panose="020B0503020204020204" charset="-122"/>
                <a:ea typeface="微软雅黑" panose="020B0503020204020204" charset="-122"/>
              </a:endParaRPr>
            </a:p>
            <a:p>
              <a:pPr>
                <a:lnSpc>
                  <a:spcPct val="130000"/>
                </a:lnSpc>
                <a:defRPr/>
              </a:pPr>
              <a:r>
                <a:rPr lang="zh-CN" altLang="en-US" sz="1400" dirty="0">
                  <a:solidFill>
                    <a:srgbClr val="637490"/>
                  </a:solidFill>
                  <a:latin typeface="微软雅黑" panose="020B0503020204020204" charset="-122"/>
                  <a:ea typeface="微软雅黑" panose="020B0503020204020204" charset="-122"/>
                </a:rPr>
                <a:t>聚焦差异化定价</a:t>
              </a:r>
              <a:endParaRPr lang="zh-CN" altLang="en-US" sz="1400" dirty="0">
                <a:solidFill>
                  <a:srgbClr val="637490"/>
                </a:solidFill>
                <a:latin typeface="微软雅黑" panose="020B0503020204020204" charset="-122"/>
                <a:ea typeface="微软雅黑" panose="020B0503020204020204" charset="-122"/>
              </a:endParaRPr>
            </a:p>
            <a:p>
              <a:pPr>
                <a:lnSpc>
                  <a:spcPct val="130000"/>
                </a:lnSpc>
                <a:defRPr/>
              </a:pPr>
              <a:r>
                <a:rPr lang="zh-CN" altLang="en-US" sz="1400" dirty="0">
                  <a:solidFill>
                    <a:srgbClr val="637490"/>
                  </a:solidFill>
                  <a:latin typeface="微软雅黑" panose="020B0503020204020204" charset="-122"/>
                  <a:ea typeface="微软雅黑" panose="020B0503020204020204" charset="-122"/>
                </a:rPr>
                <a:t>军人专属健康险</a:t>
              </a:r>
              <a:endParaRPr lang="zh-CN" altLang="en-US" sz="1400" dirty="0">
                <a:solidFill>
                  <a:srgbClr val="637490"/>
                </a:solidFill>
                <a:latin typeface="微软雅黑" panose="020B0503020204020204" charset="-122"/>
                <a:ea typeface="微软雅黑" panose="020B0503020204020204" charset="-122"/>
              </a:endParaRPr>
            </a:p>
          </p:txBody>
        </p:sp>
        <p:sp>
          <p:nvSpPr>
            <p:cNvPr id="36" name="矩形 35"/>
            <p:cNvSpPr/>
            <p:nvPr/>
          </p:nvSpPr>
          <p:spPr>
            <a:xfrm>
              <a:off x="11802022" y="1754974"/>
              <a:ext cx="2458085" cy="1704340"/>
            </a:xfrm>
            <a:prstGeom prst="rect">
              <a:avLst/>
            </a:prstGeom>
          </p:spPr>
          <p:txBody>
            <a:bodyPr wrap="square">
              <a:no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rPr>
                <a:t>融通保险公司（</a:t>
              </a:r>
              <a:r>
                <a:rPr kumimoji="0" lang="zh-CN" altLang="en-US" sz="16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rPr>
                <a:t>国内</a:t>
              </a:r>
              <a:r>
                <a:rPr kumimoji="0" lang="zh-CN" altLang="en-US" b="1" i="0" u="none" strike="noStrike" kern="1200" cap="none" spc="0" normalizeH="0" baseline="0" noProof="0" dirty="0">
                  <a:ln>
                    <a:noFill/>
                  </a:ln>
                  <a:gradFill>
                    <a:gsLst>
                      <a:gs pos="0">
                        <a:srgbClr val="DDCA57"/>
                      </a:gs>
                      <a:gs pos="99000">
                        <a:srgbClr val="F03752"/>
                      </a:gs>
                    </a:gsLst>
                    <a:lin ang="2700000" scaled="1"/>
                  </a:gradFill>
                  <a:effectLst/>
                  <a:uLnTx/>
                  <a:uFillTx/>
                  <a:latin typeface="微软雅黑" panose="020B0503020204020204" charset="-122"/>
                  <a:ea typeface="微软雅黑" panose="020B0503020204020204" charset="-122"/>
                  <a:cs typeface="+mn-cs"/>
                </a:rPr>
                <a:t>唯一</a:t>
              </a:r>
              <a:r>
                <a:rPr kumimoji="0" lang="zh-CN" altLang="en-US" sz="16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rPr>
                <a:t>一家军资背景</a:t>
              </a:r>
              <a:r>
                <a:rPr kumimoji="0" lang="zh-CN" altLang="en-US" sz="16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rPr>
                <a:t>的保险公司）</a:t>
              </a:r>
              <a:endParaRPr kumimoji="0" lang="zh-CN" altLang="en-US" sz="16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endParaRPr>
            </a:p>
            <a:p>
              <a:pPr marL="0" marR="0" lvl="0" indent="0" defTabSz="914400" rtl="0" eaLnBrk="1" fontAlgn="auto" latinLnBrk="0" hangingPunct="1">
                <a:lnSpc>
                  <a:spcPct val="100000"/>
                </a:lnSpc>
                <a:spcBef>
                  <a:spcPts val="0"/>
                </a:spcBef>
                <a:spcAft>
                  <a:spcPts val="0"/>
                </a:spcAft>
                <a:buClrTx/>
                <a:buSzTx/>
                <a:buFontTx/>
                <a:buNone/>
                <a:defRPr/>
              </a:pPr>
              <a:endParaRPr kumimoji="0" lang="en-US" altLang="zh-CN" sz="20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endParaRPr>
            </a:p>
            <a:p>
              <a:pPr marL="0" marR="0" lvl="0" indent="0" defTabSz="914400" rtl="0" eaLnBrk="1" fontAlgn="auto" latinLnBrk="0" hangingPunct="1">
                <a:lnSpc>
                  <a:spcPct val="100000"/>
                </a:lnSpc>
                <a:spcBef>
                  <a:spcPts val="0"/>
                </a:spcBef>
                <a:spcAft>
                  <a:spcPts val="0"/>
                </a:spcAft>
                <a:buClrTx/>
                <a:buSzTx/>
                <a:buFontTx/>
                <a:buNone/>
                <a:defRPr/>
              </a:pPr>
              <a:endParaRPr kumimoji="0" lang="en-US" altLang="zh-CN" sz="20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endParaRPr>
            </a:p>
            <a:p>
              <a:pPr marL="0" marR="0" lvl="0" indent="0" defTabSz="914400" rtl="0" eaLnBrk="1" fontAlgn="auto" latinLnBrk="0" hangingPunct="1">
                <a:lnSpc>
                  <a:spcPct val="100000"/>
                </a:lnSpc>
                <a:spcBef>
                  <a:spcPts val="0"/>
                </a:spcBef>
                <a:spcAft>
                  <a:spcPts val="0"/>
                </a:spcAft>
                <a:buClrTx/>
                <a:buSzTx/>
                <a:buFontTx/>
                <a:buNone/>
                <a:defRPr/>
              </a:pPr>
              <a:endParaRPr kumimoji="0" lang="en-US" altLang="zh-CN" sz="20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endParaRPr>
            </a:p>
            <a:p>
              <a:pPr marL="0" marR="0" lvl="0" indent="0" defTabSz="914400" rtl="0" eaLnBrk="1" fontAlgn="auto" latinLnBrk="0" hangingPunct="1">
                <a:lnSpc>
                  <a:spcPct val="100000"/>
                </a:lnSpc>
                <a:spcBef>
                  <a:spcPts val="0"/>
                </a:spcBef>
                <a:spcAft>
                  <a:spcPts val="0"/>
                </a:spcAft>
                <a:buClrTx/>
                <a:buSzTx/>
                <a:buFontTx/>
                <a:buNone/>
                <a:defRPr/>
              </a:pPr>
              <a:endParaRPr kumimoji="0" lang="en-US" altLang="zh-CN" sz="20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endParaRPr>
            </a:p>
            <a:p>
              <a:pPr marL="0" marR="0" lvl="0" indent="0" defTabSz="914400" rtl="0" eaLnBrk="1" fontAlgn="auto" latinLnBrk="0" hangingPunct="1">
                <a:lnSpc>
                  <a:spcPct val="100000"/>
                </a:lnSpc>
                <a:spcBef>
                  <a:spcPts val="0"/>
                </a:spcBef>
                <a:spcAft>
                  <a:spcPts val="0"/>
                </a:spcAft>
                <a:buClrTx/>
                <a:buSzTx/>
                <a:buFontTx/>
                <a:buNone/>
                <a:defRPr/>
              </a:pPr>
              <a:endParaRPr kumimoji="0" lang="en-US" altLang="zh-CN" sz="20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endParaRPr>
            </a:p>
            <a:p>
              <a:pPr marL="0" marR="0" lvl="0" indent="0" defTabSz="914400" rtl="0" eaLnBrk="1" fontAlgn="auto" latinLnBrk="0" hangingPunct="1">
                <a:lnSpc>
                  <a:spcPct val="100000"/>
                </a:lnSpc>
                <a:spcBef>
                  <a:spcPts val="0"/>
                </a:spcBef>
                <a:spcAft>
                  <a:spcPts val="0"/>
                </a:spcAft>
                <a:buClrTx/>
                <a:buSzTx/>
                <a:buFontTx/>
                <a:buNone/>
                <a:defRPr/>
              </a:pPr>
              <a:endParaRPr kumimoji="0" lang="en-US" altLang="zh-CN" sz="20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endParaRPr>
            </a:p>
          </p:txBody>
        </p:sp>
      </p:grpSp>
      <p:grpSp>
        <p:nvGrpSpPr>
          <p:cNvPr id="12" name="组合 11"/>
          <p:cNvGrpSpPr/>
          <p:nvPr/>
        </p:nvGrpSpPr>
        <p:grpSpPr>
          <a:xfrm>
            <a:off x="750482" y="4630758"/>
            <a:ext cx="2780428" cy="1492111"/>
            <a:chOff x="750482" y="4340137"/>
            <a:chExt cx="2780428" cy="1492111"/>
          </a:xfrm>
        </p:grpSpPr>
        <p:sp>
          <p:nvSpPr>
            <p:cNvPr id="19" name="矩形 18"/>
            <p:cNvSpPr/>
            <p:nvPr/>
          </p:nvSpPr>
          <p:spPr>
            <a:xfrm>
              <a:off x="874942" y="4781323"/>
              <a:ext cx="2518321" cy="1050925"/>
            </a:xfrm>
            <a:prstGeom prst="rect">
              <a:avLst/>
            </a:prstGeom>
          </p:spPr>
          <p:txBody>
            <a:bodyPr wrap="square">
              <a:spAutoFit/>
            </a:bodyPr>
            <a:lstStyle/>
            <a:p>
              <a:pPr>
                <a:lnSpc>
                  <a:spcPct val="130000"/>
                </a:lnSpc>
                <a:defRPr/>
              </a:pPr>
              <a:r>
                <a:rPr lang="zh-CN" altLang="en-US" sz="1600" dirty="0">
                  <a:solidFill>
                    <a:srgbClr val="637490"/>
                  </a:solidFill>
                  <a:latin typeface="微软雅黑" panose="020B0503020204020204" charset="-122"/>
                  <a:ea typeface="微软雅黑" panose="020B0503020204020204" charset="-122"/>
                </a:rPr>
                <a:t>服务覆盖不足</a:t>
              </a:r>
              <a:endParaRPr lang="zh-CN" altLang="en-US" sz="1600" dirty="0">
                <a:solidFill>
                  <a:srgbClr val="637490"/>
                </a:solidFill>
                <a:latin typeface="微软雅黑" panose="020B0503020204020204" charset="-122"/>
                <a:ea typeface="微软雅黑" panose="020B0503020204020204" charset="-122"/>
              </a:endParaRPr>
            </a:p>
            <a:p>
              <a:pPr>
                <a:lnSpc>
                  <a:spcPct val="130000"/>
                </a:lnSpc>
                <a:defRPr/>
              </a:pPr>
              <a:r>
                <a:rPr lang="zh-CN" altLang="en-US" sz="1600" dirty="0">
                  <a:solidFill>
                    <a:srgbClr val="637490"/>
                  </a:solidFill>
                  <a:latin typeface="微软雅黑" panose="020B0503020204020204" charset="-122"/>
                  <a:ea typeface="微软雅黑" panose="020B0503020204020204" charset="-122"/>
                </a:rPr>
                <a:t>一站式服务缺乏</a:t>
              </a:r>
              <a:endParaRPr lang="zh-CN" altLang="en-US" sz="1600" dirty="0">
                <a:solidFill>
                  <a:srgbClr val="637490"/>
                </a:solidFill>
                <a:latin typeface="微软雅黑" panose="020B0503020204020204" charset="-122"/>
                <a:ea typeface="微软雅黑" panose="020B0503020204020204" charset="-122"/>
              </a:endParaRPr>
            </a:p>
            <a:p>
              <a:pPr>
                <a:lnSpc>
                  <a:spcPct val="130000"/>
                </a:lnSpc>
                <a:defRPr/>
              </a:pPr>
              <a:r>
                <a:rPr lang="zh-CN" altLang="en-US" sz="1600" dirty="0">
                  <a:solidFill>
                    <a:srgbClr val="637490"/>
                  </a:solidFill>
                  <a:latin typeface="微软雅黑" panose="020B0503020204020204" charset="-122"/>
                  <a:ea typeface="微软雅黑" panose="020B0503020204020204" charset="-122"/>
                </a:rPr>
                <a:t>需关注遗留疾病</a:t>
              </a:r>
              <a:endParaRPr lang="zh-CN" altLang="en-US" sz="1600" dirty="0">
                <a:solidFill>
                  <a:srgbClr val="637490"/>
                </a:solidFill>
                <a:latin typeface="微软雅黑" panose="020B0503020204020204" charset="-122"/>
                <a:ea typeface="微软雅黑" panose="020B0503020204020204" charset="-122"/>
              </a:endParaRPr>
            </a:p>
          </p:txBody>
        </p:sp>
        <p:sp>
          <p:nvSpPr>
            <p:cNvPr id="37" name="矩形 36"/>
            <p:cNvSpPr/>
            <p:nvPr/>
          </p:nvSpPr>
          <p:spPr>
            <a:xfrm>
              <a:off x="750482" y="4340137"/>
              <a:ext cx="2780428" cy="398780"/>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rPr>
                <a:t>社区退役军人</a:t>
              </a:r>
              <a:r>
                <a:rPr kumimoji="0" lang="zh-CN" altLang="en-US" sz="20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rPr>
                <a:t>服务站</a:t>
              </a:r>
              <a:endParaRPr kumimoji="0" lang="zh-CN" altLang="en-US" sz="20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endParaRPr>
            </a:p>
          </p:txBody>
        </p:sp>
      </p:grpSp>
      <p:sp>
        <p:nvSpPr>
          <p:cNvPr id="75" name="椭圆 74"/>
          <p:cNvSpPr/>
          <p:nvPr/>
        </p:nvSpPr>
        <p:spPr>
          <a:xfrm>
            <a:off x="4331368" y="2054771"/>
            <a:ext cx="3529264" cy="3529264"/>
          </a:xfrm>
          <a:prstGeom prst="ellipse">
            <a:avLst/>
          </a:prstGeom>
          <a:solidFill>
            <a:schemeClr val="accent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6" name="图片 75"/>
          <p:cNvPicPr>
            <a:picLocks noChangeAspect="1" noChangeArrowheads="1"/>
          </p:cNvPicPr>
          <p:nvPr/>
        </p:nvPicPr>
        <p:blipFill>
          <a:blip r:embed="rId10">
            <a:extLst>
              <a:ext uri="{28A0092B-C50C-407E-A947-70E740481C1C}">
                <a14:useLocalDpi xmlns:a14="http://schemas.microsoft.com/office/drawing/2010/main" val="0"/>
              </a:ext>
            </a:extLst>
          </a:blip>
          <a:srcRect l="1463" r="1463"/>
          <a:stretch>
            <a:fillRect/>
          </a:stretch>
        </p:blipFill>
        <p:spPr bwMode="auto">
          <a:xfrm>
            <a:off x="4460299" y="2183702"/>
            <a:ext cx="3271402" cy="3271402"/>
          </a:xfrm>
          <a:custGeom>
            <a:avLst/>
            <a:gdLst>
              <a:gd name="connsiteX0" fmla="*/ 2054707 w 4109414"/>
              <a:gd name="connsiteY0" fmla="*/ 0 h 4109414"/>
              <a:gd name="connsiteX1" fmla="*/ 4109414 w 4109414"/>
              <a:gd name="connsiteY1" fmla="*/ 2054707 h 4109414"/>
              <a:gd name="connsiteX2" fmla="*/ 2054707 w 4109414"/>
              <a:gd name="connsiteY2" fmla="*/ 4109414 h 4109414"/>
              <a:gd name="connsiteX3" fmla="*/ 0 w 4109414"/>
              <a:gd name="connsiteY3" fmla="*/ 2054707 h 4109414"/>
              <a:gd name="connsiteX4" fmla="*/ 2054707 w 4109414"/>
              <a:gd name="connsiteY4" fmla="*/ 0 h 4109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09414" h="4109414">
                <a:moveTo>
                  <a:pt x="2054707" y="0"/>
                </a:moveTo>
                <a:cubicBezTo>
                  <a:pt x="3189490" y="0"/>
                  <a:pt x="4109414" y="919924"/>
                  <a:pt x="4109414" y="2054707"/>
                </a:cubicBezTo>
                <a:cubicBezTo>
                  <a:pt x="4109414" y="3189490"/>
                  <a:pt x="3189490" y="4109414"/>
                  <a:pt x="2054707" y="4109414"/>
                </a:cubicBezTo>
                <a:cubicBezTo>
                  <a:pt x="919924" y="4109414"/>
                  <a:pt x="0" y="3189490"/>
                  <a:pt x="0" y="2054707"/>
                </a:cubicBezTo>
                <a:cubicBezTo>
                  <a:pt x="0" y="919924"/>
                  <a:pt x="919924" y="0"/>
                  <a:pt x="2054707" y="0"/>
                </a:cubicBezTo>
                <a:close/>
              </a:path>
            </a:pathLst>
          </a:custGeom>
          <a:noFill/>
          <a:extLst>
            <a:ext uri="{909E8E84-426E-40DD-AFC4-6F175D3DCCD1}">
              <a14:hiddenFill xmlns:a14="http://schemas.microsoft.com/office/drawing/2010/main">
                <a:solidFill>
                  <a:srgbClr val="FFFFFF"/>
                </a:solidFill>
              </a14:hiddenFill>
            </a:ext>
          </a:extLst>
        </p:spPr>
      </p:pic>
      <p:grpSp>
        <p:nvGrpSpPr>
          <p:cNvPr id="4" name="组合 3"/>
          <p:cNvGrpSpPr/>
          <p:nvPr/>
        </p:nvGrpSpPr>
        <p:grpSpPr>
          <a:xfrm>
            <a:off x="-801446" y="0"/>
            <a:ext cx="13073260" cy="902312"/>
            <a:chOff x="-801446" y="0"/>
            <a:chExt cx="13073260" cy="902312"/>
          </a:xfrm>
        </p:grpSpPr>
        <p:sp>
          <p:nvSpPr>
            <p:cNvPr id="13" name="PA-任意多边形 900"/>
            <p:cNvSpPr/>
            <p:nvPr>
              <p:custDataLst>
                <p:tags r:id="rId11"/>
              </p:custDataLst>
            </p:nvPr>
          </p:nvSpPr>
          <p:spPr>
            <a:xfrm flipV="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91000">
                  <a:schemeClr val="accent2">
                    <a:lumMod val="75000"/>
                  </a:schemeClr>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6" name="PA-任意多边形 46"/>
            <p:cNvSpPr/>
            <p:nvPr>
              <p:custDataLst>
                <p:tags r:id="rId12"/>
              </p:custDataLst>
            </p:nvPr>
          </p:nvSpPr>
          <p:spPr>
            <a:xfrm>
              <a:off x="17585" y="140988"/>
              <a:ext cx="10477775" cy="713837"/>
            </a:xfrm>
            <a:custGeom>
              <a:avLst/>
              <a:gdLst>
                <a:gd name="connsiteX0" fmla="*/ 0 w 10477775"/>
                <a:gd name="connsiteY0" fmla="*/ 0 h 713837"/>
                <a:gd name="connsiteX1" fmla="*/ 9872819 w 10477775"/>
                <a:gd name="connsiteY1" fmla="*/ 0 h 713837"/>
                <a:gd name="connsiteX2" fmla="*/ 10477775 w 10477775"/>
                <a:gd name="connsiteY2" fmla="*/ 713837 h 713837"/>
                <a:gd name="connsiteX3" fmla="*/ 0 w 10477775"/>
                <a:gd name="connsiteY3" fmla="*/ 713837 h 713837"/>
                <a:gd name="connsiteX4" fmla="*/ 0 w 10477775"/>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775" h="713837">
                  <a:moveTo>
                    <a:pt x="0" y="0"/>
                  </a:moveTo>
                  <a:lnTo>
                    <a:pt x="9872819" y="0"/>
                  </a:lnTo>
                  <a:lnTo>
                    <a:pt x="10477775" y="713837"/>
                  </a:lnTo>
                  <a:lnTo>
                    <a:pt x="0" y="713837"/>
                  </a:lnTo>
                  <a:lnTo>
                    <a:pt x="0" y="0"/>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7" name="PA-任意多边形 50"/>
            <p:cNvSpPr/>
            <p:nvPr>
              <p:custDataLst>
                <p:tags r:id="rId13"/>
              </p:custDataLst>
            </p:nvPr>
          </p:nvSpPr>
          <p:spPr>
            <a:xfrm>
              <a:off x="79814" y="136543"/>
              <a:ext cx="12192000" cy="713837"/>
            </a:xfrm>
            <a:custGeom>
              <a:avLst/>
              <a:gdLst>
                <a:gd name="connsiteX0" fmla="*/ 0 w 12192000"/>
                <a:gd name="connsiteY0" fmla="*/ 0 h 713837"/>
                <a:gd name="connsiteX1" fmla="*/ 12192000 w 12192000"/>
                <a:gd name="connsiteY1" fmla="*/ 0 h 713837"/>
                <a:gd name="connsiteX2" fmla="*/ 12192000 w 12192000"/>
                <a:gd name="connsiteY2" fmla="*/ 713837 h 713837"/>
                <a:gd name="connsiteX3" fmla="*/ 0 w 12192000"/>
                <a:gd name="connsiteY3" fmla="*/ 713837 h 713837"/>
              </a:gdLst>
              <a:ahLst/>
              <a:cxnLst>
                <a:cxn ang="0">
                  <a:pos x="connsiteX0" y="connsiteY0"/>
                </a:cxn>
                <a:cxn ang="0">
                  <a:pos x="connsiteX1" y="connsiteY1"/>
                </a:cxn>
                <a:cxn ang="0">
                  <a:pos x="connsiteX2" y="connsiteY2"/>
                </a:cxn>
                <a:cxn ang="0">
                  <a:pos x="connsiteX3" y="connsiteY3"/>
                </a:cxn>
              </a:cxnLst>
              <a:rect l="l" t="t" r="r" b="b"/>
              <a:pathLst>
                <a:path w="12192000" h="713837">
                  <a:moveTo>
                    <a:pt x="0" y="0"/>
                  </a:moveTo>
                  <a:lnTo>
                    <a:pt x="12192000" y="0"/>
                  </a:lnTo>
                  <a:lnTo>
                    <a:pt x="12192000" y="713837"/>
                  </a:lnTo>
                  <a:lnTo>
                    <a:pt x="0" y="713837"/>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mn-cs"/>
              </a:endParaRPr>
            </a:p>
          </p:txBody>
        </p:sp>
        <p:sp>
          <p:nvSpPr>
            <p:cNvPr id="22" name="PA-文本框 24"/>
            <p:cNvSpPr txBox="1"/>
            <p:nvPr>
              <p:custDataLst>
                <p:tags r:id="rId14"/>
              </p:custDataLst>
            </p:nvPr>
          </p:nvSpPr>
          <p:spPr>
            <a:xfrm>
              <a:off x="1600150" y="236296"/>
              <a:ext cx="1605280" cy="521970"/>
            </a:xfrm>
            <a:prstGeom prst="rect">
              <a:avLst/>
            </a:prstGeom>
            <a:noFill/>
          </p:spPr>
          <p:txBody>
            <a:bodyPr wrap="none">
              <a:spAutoFit/>
            </a:bodyPr>
            <a:lstStyle>
              <a:defPPr>
                <a:defRPr lang="zh-CN"/>
              </a:defPPr>
              <a:lvl1pPr>
                <a:defRPr sz="2400" b="1">
                  <a:gradFill>
                    <a:gsLst>
                      <a:gs pos="100000">
                        <a:schemeClr val="accent1">
                          <a:lumMod val="50000"/>
                        </a:schemeClr>
                      </a:gs>
                      <a:gs pos="17000">
                        <a:schemeClr val="accent1">
                          <a:lumMod val="50000"/>
                        </a:schemeClr>
                      </a:gs>
                    </a:gsLst>
                    <a:path path="circle">
                      <a:fillToRect r="100000" b="100000"/>
                    </a:path>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gradFill>
                    <a:gsLst>
                      <a:gs pos="100000">
                        <a:srgbClr val="206252">
                          <a:lumMod val="50000"/>
                        </a:srgbClr>
                      </a:gs>
                      <a:gs pos="17000">
                        <a:srgbClr val="206252">
                          <a:lumMod val="75000"/>
                        </a:srgbClr>
                      </a:gs>
                    </a:gsLst>
                    <a:path path="circle">
                      <a:fillToRect r="100000" b="100000"/>
                    </a:path>
                  </a:gradFill>
                  <a:effectLst/>
                  <a:uLnTx/>
                  <a:uFillTx/>
                  <a:latin typeface="微软雅黑" panose="020B0503020204020204" charset="-122"/>
                  <a:ea typeface="微软雅黑" panose="020B0503020204020204" charset="-122"/>
                  <a:cs typeface="+mn-cs"/>
                  <a:sym typeface="阿里妈妈数黑体" pitchFamily="2" charset="-122"/>
                </a:rPr>
                <a:t>前期调研</a:t>
              </a:r>
              <a:endParaRPr kumimoji="0" lang="zh-CN" altLang="en-US" sz="2800" b="1" i="0" u="none" strike="noStrike" kern="1200" cap="none" spc="0" normalizeH="0" baseline="0" noProof="0" dirty="0">
                <a:ln>
                  <a:noFill/>
                </a:ln>
                <a:gradFill>
                  <a:gsLst>
                    <a:gs pos="100000">
                      <a:srgbClr val="206252">
                        <a:lumMod val="50000"/>
                      </a:srgbClr>
                    </a:gs>
                    <a:gs pos="17000">
                      <a:srgbClr val="206252">
                        <a:lumMod val="75000"/>
                      </a:srgbClr>
                    </a:gs>
                  </a:gsLst>
                  <a:path path="circle">
                    <a:fillToRect r="100000" b="100000"/>
                  </a:path>
                </a:gradFill>
                <a:effectLst/>
                <a:uLnTx/>
                <a:uFillTx/>
                <a:latin typeface="微软雅黑" panose="020B0503020204020204" charset="-122"/>
                <a:ea typeface="微软雅黑" panose="020B0503020204020204" charset="-122"/>
                <a:cs typeface="+mn-cs"/>
                <a:sym typeface="阿里妈妈数黑体" pitchFamily="2" charset="-122"/>
              </a:endParaRPr>
            </a:p>
          </p:txBody>
        </p:sp>
        <p:sp>
          <p:nvSpPr>
            <p:cNvPr id="23" name="PA-任意多边形 6"/>
            <p:cNvSpPr/>
            <p:nvPr>
              <p:custDataLst>
                <p:tags r:id="rId15"/>
              </p:custDataLst>
            </p:nvPr>
          </p:nvSpPr>
          <p:spPr>
            <a:xfrm>
              <a:off x="-52754" y="850261"/>
              <a:ext cx="12262339" cy="52051"/>
            </a:xfrm>
            <a:custGeom>
              <a:avLst/>
              <a:gdLst>
                <a:gd name="connsiteX0" fmla="*/ 0 w 4366736"/>
                <a:gd name="connsiteY0" fmla="*/ 0 h 64293"/>
                <a:gd name="connsiteX1" fmla="*/ 4366737 w 4366736"/>
                <a:gd name="connsiteY1" fmla="*/ 0 h 64293"/>
                <a:gd name="connsiteX2" fmla="*/ 4366737 w 4366736"/>
                <a:gd name="connsiteY2" fmla="*/ 64294 h 64293"/>
                <a:gd name="connsiteX3" fmla="*/ 0 w 4366736"/>
                <a:gd name="connsiteY3" fmla="*/ 64294 h 64293"/>
              </a:gdLst>
              <a:ahLst/>
              <a:cxnLst>
                <a:cxn ang="0">
                  <a:pos x="connsiteX0" y="connsiteY0"/>
                </a:cxn>
                <a:cxn ang="0">
                  <a:pos x="connsiteX1" y="connsiteY1"/>
                </a:cxn>
                <a:cxn ang="0">
                  <a:pos x="connsiteX2" y="connsiteY2"/>
                </a:cxn>
                <a:cxn ang="0">
                  <a:pos x="connsiteX3" y="connsiteY3"/>
                </a:cxn>
              </a:cxnLst>
              <a:rect l="l" t="t" r="r" b="b"/>
              <a:pathLst>
                <a:path w="4366736" h="64293">
                  <a:moveTo>
                    <a:pt x="0" y="0"/>
                  </a:moveTo>
                  <a:lnTo>
                    <a:pt x="4366737" y="0"/>
                  </a:lnTo>
                  <a:lnTo>
                    <a:pt x="4366737" y="64294"/>
                  </a:lnTo>
                  <a:lnTo>
                    <a:pt x="0" y="64294"/>
                  </a:lnTo>
                  <a:close/>
                </a:path>
              </a:pathLst>
            </a:custGeom>
            <a:gradFill flip="none" rotWithShape="1">
              <a:gsLst>
                <a:gs pos="100000">
                  <a:schemeClr val="accent1"/>
                </a:gs>
                <a:gs pos="12000">
                  <a:schemeClr val="accent1">
                    <a:lumMod val="20000"/>
                    <a:lumOff val="80000"/>
                  </a:schemeClr>
                </a:gs>
              </a:gsLst>
              <a:lin ang="0" scaled="0"/>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24" name="PA-任意多边形 899"/>
            <p:cNvSpPr/>
            <p:nvPr>
              <p:custDataLst>
                <p:tags r:id="rId16"/>
              </p:custDataLst>
            </p:nvPr>
          </p:nvSpPr>
          <p:spPr>
            <a:xfrm flipH="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55000">
                  <a:schemeClr val="accent1"/>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25" name="PA-文本框 26"/>
            <p:cNvSpPr txBox="1"/>
            <p:nvPr>
              <p:custDataLst>
                <p:tags r:id="rId17"/>
              </p:custDataLst>
            </p:nvPr>
          </p:nvSpPr>
          <p:spPr>
            <a:xfrm>
              <a:off x="6507233" y="328996"/>
              <a:ext cx="17830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noProof="0" dirty="0">
                  <a:ln>
                    <a:noFill/>
                  </a:ln>
                  <a:solidFill>
                    <a:srgbClr val="206252">
                      <a:lumMod val="50000"/>
                    </a:srgbClr>
                  </a:solidFill>
                  <a:effectLst/>
                  <a:uLnTx/>
                  <a:uFillTx/>
                  <a:latin typeface="微软雅黑" panose="020B0503020204020204" charset="-122"/>
                  <a:ea typeface="微软雅黑" panose="020B0503020204020204" charset="-122"/>
                  <a:sym typeface="OPPOSans M" panose="00020600040101010101" pitchFamily="18" charset="-122"/>
                </a:rPr>
                <a:t>调查设计与实施</a:t>
              </a:r>
              <a:endParaRPr kumimoji="0" lang="zh-CN" altLang="en-US" sz="180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sp>
          <p:nvSpPr>
            <p:cNvPr id="34" name="PA-文本框 26"/>
            <p:cNvSpPr txBox="1"/>
            <p:nvPr>
              <p:custDataLst>
                <p:tags r:id="rId18"/>
              </p:custDataLst>
            </p:nvPr>
          </p:nvSpPr>
          <p:spPr>
            <a:xfrm>
              <a:off x="8672698" y="313756"/>
              <a:ext cx="3098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cxnSp>
          <p:nvCxnSpPr>
            <p:cNvPr id="41" name="PA-直接连接符 18"/>
            <p:cNvCxnSpPr/>
            <p:nvPr>
              <p:custDataLst>
                <p:tags r:id="rId19"/>
              </p:custDataLst>
            </p:nvPr>
          </p:nvCxnSpPr>
          <p:spPr>
            <a:xfrm flipH="1">
              <a:off x="5253886"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42" name="PA-直接连接符 22"/>
            <p:cNvCxnSpPr/>
            <p:nvPr>
              <p:custDataLst>
                <p:tags r:id="rId20"/>
              </p:custDataLst>
            </p:nvPr>
          </p:nvCxnSpPr>
          <p:spPr>
            <a:xfrm flipH="1">
              <a:off x="6412243"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43" name="PA-直接连接符 23"/>
            <p:cNvCxnSpPr/>
            <p:nvPr>
              <p:custDataLst>
                <p:tags r:id="rId21"/>
              </p:custDataLst>
            </p:nvPr>
          </p:nvCxnSpPr>
          <p:spPr>
            <a:xfrm flipH="1">
              <a:off x="8264655" y="37265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44" name="PA-文本框 26"/>
            <p:cNvSpPr txBox="1"/>
            <p:nvPr>
              <p:custDataLst>
                <p:tags r:id="rId22"/>
              </p:custDataLst>
            </p:nvPr>
          </p:nvSpPr>
          <p:spPr>
            <a:xfrm>
              <a:off x="5410470" y="313956"/>
              <a:ext cx="10972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33692B"/>
                  </a:solidFill>
                  <a:effectLst/>
                  <a:uLnTx/>
                  <a:uFillTx/>
                  <a:latin typeface="微软雅黑" panose="020B0503020204020204" charset="-122"/>
                  <a:ea typeface="微软雅黑" panose="020B0503020204020204" charset="-122"/>
                  <a:cs typeface="+mn-cs"/>
                  <a:sym typeface="阿里妈妈数黑体" pitchFamily="2" charset="-122"/>
                </a:rPr>
                <a:t>前期调研</a:t>
              </a:r>
              <a:endParaRPr kumimoji="0" lang="zh-CN" altLang="en-US" sz="1800" b="1" i="0" u="none" strike="noStrike" kern="1200" cap="none" spc="0" normalizeH="0" baseline="0" noProof="0" dirty="0">
                <a:ln>
                  <a:noFill/>
                </a:ln>
                <a:solidFill>
                  <a:srgbClr val="33692B"/>
                </a:solidFill>
                <a:effectLst/>
                <a:uLnTx/>
                <a:uFillTx/>
                <a:latin typeface="微软雅黑" panose="020B0503020204020204" charset="-122"/>
                <a:ea typeface="微软雅黑" panose="020B0503020204020204" charset="-122"/>
                <a:cs typeface="+mn-cs"/>
                <a:sym typeface="阿里妈妈数黑体" pitchFamily="2" charset="-122"/>
              </a:endParaRPr>
            </a:p>
          </p:txBody>
        </p:sp>
        <p:sp>
          <p:nvSpPr>
            <p:cNvPr id="46" name="PA-图形 7"/>
            <p:cNvSpPr/>
            <p:nvPr>
              <p:custDataLst>
                <p:tags r:id="rId23"/>
              </p:custDataLst>
            </p:nvPr>
          </p:nvSpPr>
          <p:spPr>
            <a:xfrm>
              <a:off x="273980" y="148474"/>
              <a:ext cx="555983" cy="416889"/>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0">
                  <a:schemeClr val="bg1"/>
                </a:gs>
                <a:gs pos="87000">
                  <a:schemeClr val="accent1">
                    <a:lumMod val="20000"/>
                    <a:lumOff val="80000"/>
                  </a:schemeClr>
                </a:gs>
              </a:gsLst>
              <a:lin ang="2700000" scaled="0"/>
            </a:gradFill>
            <a:ln w="36909" cap="flat">
              <a:noFill/>
              <a:prstDash val="solid"/>
              <a:miter/>
            </a:ln>
            <a:effectLst>
              <a:outerShdw blurRad="50800" dist="38100" dir="5400000" algn="t" rotWithShape="0">
                <a:schemeClr val="accent1">
                  <a:alpha val="30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47" name="矩形 46"/>
          <p:cNvSpPr/>
          <p:nvPr/>
        </p:nvSpPr>
        <p:spPr>
          <a:xfrm>
            <a:off x="3629660" y="298450"/>
            <a:ext cx="2100580" cy="522605"/>
          </a:xfrm>
          <a:prstGeom prst="rect">
            <a:avLst/>
          </a:prstGeom>
          <a:noFill/>
          <a:ln>
            <a:noFill/>
          </a:ln>
        </p:spPr>
        <p:txBody>
          <a:bodyPr wrap="square" rtlCol="0" anchor="t">
            <a:noAutofit/>
          </a:bodyPr>
          <a:lstStyle/>
          <a:p>
            <a:pPr algn="ctr"/>
            <a:r>
              <a:rPr lang="zh-CN" altLang="en-US" dirty="0">
                <a:solidFill>
                  <a:schemeClr val="tx1"/>
                </a:solidFill>
                <a:effectLst/>
                <a:latin typeface="微软雅黑" panose="020B0503020204020204" charset="-122"/>
                <a:ea typeface="微软雅黑" panose="020B0503020204020204" charset="-122"/>
              </a:rPr>
              <a:t>研究背景</a:t>
            </a:r>
            <a:endParaRPr lang="zh-CN" altLang="en-US" dirty="0">
              <a:solidFill>
                <a:schemeClr val="tx1"/>
              </a:solidFill>
              <a:effectLst/>
              <a:latin typeface="微软雅黑" panose="020B0503020204020204" charset="-122"/>
              <a:ea typeface="微软雅黑" panose="020B0503020204020204" charset="-122"/>
            </a:endParaRPr>
          </a:p>
        </p:txBody>
      </p:sp>
      <p:cxnSp>
        <p:nvCxnSpPr>
          <p:cNvPr id="48" name="PA-直接连接符 23"/>
          <p:cNvCxnSpPr/>
          <p:nvPr>
            <p:custDataLst>
              <p:tags r:id="rId24"/>
            </p:custDataLst>
          </p:nvPr>
        </p:nvCxnSpPr>
        <p:spPr>
          <a:xfrm flipH="1">
            <a:off x="9460995" y="3802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49" name="文本框 48"/>
          <p:cNvSpPr txBox="1"/>
          <p:nvPr/>
        </p:nvSpPr>
        <p:spPr>
          <a:xfrm>
            <a:off x="8453755" y="308610"/>
            <a:ext cx="110934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数据分析</a:t>
            </a:r>
            <a:endParaRPr lang="zh-CN" altLang="en-US">
              <a:latin typeface="微软雅黑" panose="020B0503020204020204" charset="-122"/>
              <a:ea typeface="微软雅黑" panose="020B0503020204020204" charset="-122"/>
            </a:endParaRPr>
          </a:p>
        </p:txBody>
      </p:sp>
      <p:cxnSp>
        <p:nvCxnSpPr>
          <p:cNvPr id="50" name="PA-直接连接符 23"/>
          <p:cNvCxnSpPr/>
          <p:nvPr>
            <p:custDataLst>
              <p:tags r:id="rId25"/>
            </p:custDataLst>
          </p:nvPr>
        </p:nvCxnSpPr>
        <p:spPr>
          <a:xfrm flipH="1">
            <a:off x="10733535" y="3802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57" name="椭圆 56"/>
          <p:cNvSpPr/>
          <p:nvPr/>
        </p:nvSpPr>
        <p:spPr>
          <a:xfrm>
            <a:off x="4428915" y="2138209"/>
            <a:ext cx="3357061" cy="3357061"/>
          </a:xfrm>
          <a:prstGeom prst="ellipse">
            <a:avLst/>
          </a:prstGeom>
          <a:gradFill>
            <a:gsLst>
              <a:gs pos="68000">
                <a:srgbClr val="30937B"/>
              </a:gs>
              <a:gs pos="0">
                <a:schemeClr val="accent3">
                  <a:lumMod val="25000"/>
                  <a:lumOff val="75000"/>
                </a:schemeClr>
              </a:gs>
              <a:gs pos="100000">
                <a:srgbClr val="2D8A73"/>
              </a:gs>
            </a:gsLst>
            <a:path path="rect">
              <a:fillToRect l="100000" b="100000"/>
            </a:path>
            <a:tileRect t="-100000" r="-100000"/>
          </a:gradFill>
        </p:spPr>
        <p:style>
          <a:lnRef idx="0">
            <a:srgbClr val="FFFFFF"/>
          </a:lnRef>
          <a:fillRef idx="1">
            <a:schemeClr val="accent1"/>
          </a:fillRef>
          <a:effectRef idx="2">
            <a:schemeClr val="accent1"/>
          </a:effectRef>
          <a:fontRef idx="minor">
            <a:schemeClr val="lt1"/>
          </a:fontRef>
        </p:style>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gradFill>
                <a:gsLst>
                  <a:gs pos="50000">
                    <a:srgbClr val="3474CB"/>
                  </a:gs>
                  <a:gs pos="0">
                    <a:srgbClr val="03BEC1"/>
                  </a:gs>
                  <a:gs pos="100000">
                    <a:srgbClr val="8E52DF"/>
                  </a:gs>
                </a:gsLst>
                <a:lin ang="5400000" scaled="1"/>
              </a:gradFill>
              <a:effectLst/>
              <a:uLnTx/>
              <a:uFillTx/>
              <a:latin typeface="微软雅黑" panose="020B0503020204020204" charset="-122"/>
              <a:ea typeface="微软雅黑" panose="020B0503020204020204" charset="-122"/>
              <a:cs typeface="+mn-cs"/>
            </a:endParaRPr>
          </a:p>
        </p:txBody>
      </p:sp>
      <p:sp>
        <p:nvSpPr>
          <p:cNvPr id="51" name="文本框 50"/>
          <p:cNvSpPr txBox="1"/>
          <p:nvPr/>
        </p:nvSpPr>
        <p:spPr>
          <a:xfrm>
            <a:off x="10953115" y="313690"/>
            <a:ext cx="136969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结论与建议</a:t>
            </a:r>
            <a:endParaRPr lang="zh-CN" altLang="en-US">
              <a:latin typeface="微软雅黑" panose="020B0503020204020204" charset="-122"/>
              <a:ea typeface="微软雅黑" panose="020B0503020204020204" charset="-122"/>
            </a:endParaRPr>
          </a:p>
        </p:txBody>
      </p:sp>
      <p:sp>
        <p:nvSpPr>
          <p:cNvPr id="53" name="文本框 52"/>
          <p:cNvSpPr txBox="1"/>
          <p:nvPr/>
        </p:nvSpPr>
        <p:spPr>
          <a:xfrm>
            <a:off x="4460081" y="2764936"/>
            <a:ext cx="3242628" cy="2306955"/>
          </a:xfrm>
          <a:prstGeom prst="rect">
            <a:avLst/>
          </a:prstGeom>
          <a:noFill/>
          <a:effectLst>
            <a:outerShdw blurRad="1270000" dist="38100" dir="8100000" algn="tr" rotWithShape="0">
              <a:prstClr val="black"/>
            </a:outerShdw>
          </a:effectLst>
        </p:spPr>
        <p:txBody>
          <a:bodyPr wrap="square">
            <a:spAutoFit/>
          </a:bodyPr>
          <a:lstStyle/>
          <a:p>
            <a:pPr algn="ctr">
              <a:lnSpc>
                <a:spcPct val="100000"/>
              </a:lnSpc>
            </a:pPr>
            <a:r>
              <a:rPr lang="zh-CN" altLang="en-US" sz="3600" b="1" dirty="0">
                <a:solidFill>
                  <a:srgbClr val="FFC000"/>
                </a:solidFill>
                <a:latin typeface="微软雅黑" panose="020B0503020204020204" charset="-122"/>
                <a:ea typeface="微软雅黑" panose="020B0503020204020204" charset="-122"/>
                <a:sym typeface="汉仪超粗宋简" panose="02010600000101010101" charset="-122"/>
              </a:rPr>
              <a:t>解决方案：</a:t>
            </a:r>
            <a:endParaRPr lang="zh-CN" altLang="en-US" sz="3600" b="1" dirty="0">
              <a:solidFill>
                <a:srgbClr val="FFC000"/>
              </a:solidFill>
              <a:latin typeface="微软雅黑" panose="020B0503020204020204" charset="-122"/>
              <a:ea typeface="微软雅黑" panose="020B0503020204020204" charset="-122"/>
              <a:sym typeface="汉仪超粗宋简" panose="02010600000101010101" charset="-122"/>
            </a:endParaRPr>
          </a:p>
          <a:p>
            <a:pPr algn="ctr">
              <a:lnSpc>
                <a:spcPct val="100000"/>
              </a:lnSpc>
            </a:pPr>
            <a:r>
              <a:rPr lang="zh-CN" altLang="en-US" sz="3600" b="1" dirty="0">
                <a:solidFill>
                  <a:srgbClr val="FFC000"/>
                </a:solidFill>
                <a:latin typeface="微软雅黑" panose="020B0503020204020204" charset="-122"/>
                <a:ea typeface="微软雅黑" panose="020B0503020204020204" charset="-122"/>
                <a:sym typeface="汉仪超粗宋简" panose="02010600000101010101" charset="-122"/>
              </a:rPr>
              <a:t>分层设计</a:t>
            </a:r>
            <a:endParaRPr lang="zh-CN" altLang="en-US" sz="3600" b="1" dirty="0">
              <a:solidFill>
                <a:srgbClr val="FFC000"/>
              </a:solidFill>
              <a:latin typeface="微软雅黑" panose="020B0503020204020204" charset="-122"/>
              <a:ea typeface="微软雅黑" panose="020B0503020204020204" charset="-122"/>
              <a:sym typeface="汉仪超粗宋简" panose="02010600000101010101" charset="-122"/>
            </a:endParaRPr>
          </a:p>
          <a:p>
            <a:pPr algn="ctr">
              <a:lnSpc>
                <a:spcPct val="100000"/>
              </a:lnSpc>
            </a:pPr>
            <a:r>
              <a:rPr lang="zh-CN" altLang="en-US" sz="3600" b="1" dirty="0">
                <a:solidFill>
                  <a:srgbClr val="FFC000"/>
                </a:solidFill>
                <a:latin typeface="微软雅黑" panose="020B0503020204020204" charset="-122"/>
                <a:ea typeface="微软雅黑" panose="020B0503020204020204" charset="-122"/>
                <a:sym typeface="汉仪超粗宋简" panose="02010600000101010101" charset="-122"/>
              </a:rPr>
              <a:t>覆盖服役相关疾病</a:t>
            </a:r>
            <a:endParaRPr lang="zh-CN" altLang="en-US" sz="3600" b="1" dirty="0">
              <a:solidFill>
                <a:srgbClr val="FFC000"/>
              </a:solidFill>
              <a:latin typeface="微软雅黑" panose="020B0503020204020204" charset="-122"/>
              <a:ea typeface="微软雅黑" panose="020B0503020204020204" charset="-122"/>
              <a:sym typeface="汉仪超粗宋简" panose="02010600000101010101" charset="-122"/>
            </a:endParaRPr>
          </a:p>
        </p:txBody>
      </p:sp>
      <p:sp>
        <p:nvSpPr>
          <p:cNvPr id="8" name="矩形 7" descr="7b0a2020202022776f7264617274223a2022220a7d0a"/>
          <p:cNvSpPr/>
          <p:nvPr/>
        </p:nvSpPr>
        <p:spPr>
          <a:xfrm>
            <a:off x="1084580" y="2025015"/>
            <a:ext cx="10022840" cy="2807970"/>
          </a:xfrm>
          <a:prstGeom prst="rect">
            <a:avLst/>
          </a:prstGeom>
          <a:noFill/>
        </p:spPr>
        <p:txBody>
          <a:bodyPr wrap="none" lIns="90170" tIns="46990" rIns="90170" bIns="46990" rtlCol="0" anchor="t">
            <a:normAutofit fontScale="90000" lnSpcReduction="10000"/>
            <a:scene3d>
              <a:camera prst="obliqueTopRight"/>
              <a:lightRig rig="flat" dir="t"/>
            </a:scene3d>
            <a:sp3d prstMaterial="matte">
              <a:extrusionClr>
                <a:schemeClr val="tx2">
                  <a:lumMod val="90000"/>
                  <a:lumOff val="10000"/>
                </a:schemeClr>
              </a:extrusionClr>
              <a:contourClr>
                <a:schemeClr val="bg1"/>
              </a:contourClr>
            </a:sp3d>
          </a:bodyPr>
          <a:p>
            <a:pPr algn="ctr"/>
            <a:endParaRPr lang="zh-CN" altLang="en-US" sz="18600" b="1">
              <a:ln w="41275" cap="rnd" cmpd="sng">
                <a:solidFill>
                  <a:srgbClr val="F6DE00"/>
                </a:solidFill>
                <a:prstDash val="solid"/>
              </a:ln>
              <a:solidFill>
                <a:srgbClr val="ED6145"/>
              </a:solidFill>
              <a:effectLst>
                <a:reflection blurRad="50800" stA="30000" endA="900" endPos="60000" dist="88900" dir="5400000" sy="-100000" algn="bl" rotWithShape="0"/>
              </a:effectLst>
              <a:latin typeface="微软雅黑" panose="020B0503020204020204" charset="-122"/>
              <a:ea typeface="微软雅黑" panose="020B0503020204020204" charset="-122"/>
            </a:endParaRPr>
          </a:p>
        </p:txBody>
      </p:sp>
      <p:sp>
        <p:nvSpPr>
          <p:cNvPr id="35" name="矩形 34" descr="7b0a2020202022776f7264617274223a2022220a7d0a"/>
          <p:cNvSpPr/>
          <p:nvPr/>
        </p:nvSpPr>
        <p:spPr>
          <a:xfrm>
            <a:off x="1084580" y="2025015"/>
            <a:ext cx="10022840" cy="2807970"/>
          </a:xfrm>
          <a:prstGeom prst="rect">
            <a:avLst/>
          </a:prstGeom>
          <a:noFill/>
        </p:spPr>
        <p:txBody>
          <a:bodyPr wrap="none" lIns="90170" tIns="46990" rIns="90170" bIns="46990" rtlCol="0" anchor="t">
            <a:normAutofit fontScale="90000" lnSpcReduction="10000"/>
            <a:scene3d>
              <a:camera prst="obliqueTopRight"/>
              <a:lightRig rig="flat" dir="t"/>
            </a:scene3d>
            <a:sp3d prstMaterial="matte">
              <a:extrusionClr>
                <a:schemeClr val="tx2">
                  <a:lumMod val="90000"/>
                  <a:lumOff val="10000"/>
                </a:schemeClr>
              </a:extrusionClr>
              <a:contourClr>
                <a:schemeClr val="bg1"/>
              </a:contourClr>
            </a:sp3d>
          </a:bodyPr>
          <a:p>
            <a:pPr algn="ctr"/>
            <a:endParaRPr lang="zh-CN" altLang="en-US" sz="18600" b="1">
              <a:ln w="41275" cap="rnd" cmpd="sng">
                <a:solidFill>
                  <a:srgbClr val="F6DE00"/>
                </a:solidFill>
                <a:prstDash val="solid"/>
              </a:ln>
              <a:solidFill>
                <a:srgbClr val="ED6145"/>
              </a:solidFill>
              <a:effectLst>
                <a:reflection blurRad="50800" stA="30000" endA="900" endPos="60000" dist="88900" dir="5400000" sy="-100000" algn="bl" rotWithShape="0"/>
              </a:effectLst>
              <a:latin typeface="微软雅黑" panose="020B0503020204020204" charset="-122"/>
              <a:ea typeface="微软雅黑" panose="020B0503020204020204" charset="-122"/>
            </a:endParaRPr>
          </a:p>
        </p:txBody>
      </p:sp>
      <p:sp>
        <p:nvSpPr>
          <p:cNvPr id="39" name="矩形 38"/>
          <p:cNvSpPr/>
          <p:nvPr/>
        </p:nvSpPr>
        <p:spPr>
          <a:xfrm>
            <a:off x="8808148" y="4504393"/>
            <a:ext cx="2825750" cy="398780"/>
          </a:xfrm>
          <a:prstGeom prst="rect">
            <a:avLst/>
          </a:prstGeom>
        </p:spPr>
        <p:txBody>
          <a:bodyPr wrap="square">
            <a:spAutoFit/>
          </a:bodyPr>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rPr>
              <a:t>上海</a:t>
            </a:r>
            <a:r>
              <a:rPr kumimoji="0" lang="zh-CN" altLang="en-US" sz="20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rPr>
              <a:t>市退役军人事务局</a:t>
            </a:r>
            <a:endParaRPr kumimoji="0" lang="zh-CN" altLang="en-US" sz="20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endParaRPr>
          </a:p>
        </p:txBody>
      </p:sp>
      <p:sp>
        <p:nvSpPr>
          <p:cNvPr id="40" name="矩形: 圆角 24"/>
          <p:cNvSpPr/>
          <p:nvPr/>
        </p:nvSpPr>
        <p:spPr>
          <a:xfrm>
            <a:off x="314325" y="961390"/>
            <a:ext cx="2682240" cy="534035"/>
          </a:xfrm>
          <a:prstGeom prst="roundRect">
            <a:avLst>
              <a:gd name="adj" fmla="val 29695"/>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   </a:t>
            </a:r>
            <a:r>
              <a:rPr kumimoji="0" lang="en-US" altLang="zh-CN" sz="2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2</a:t>
            </a:r>
            <a:r>
              <a:rPr lang="en-US" altLang="zh-CN" sz="2800" dirty="0">
                <a:solidFill>
                  <a:prstClr val="black"/>
                </a:solidFill>
                <a:latin typeface="微软雅黑" panose="020B0503020204020204" charset="-122"/>
                <a:ea typeface="微软雅黑" panose="020B0503020204020204" charset="-122"/>
                <a:cs typeface="微软雅黑" panose="020B0503020204020204" charset="-122"/>
                <a:sym typeface="微软雅黑" panose="020B0503020204020204" charset="-122"/>
              </a:rPr>
              <a:t>.2</a:t>
            </a:r>
            <a:r>
              <a:rPr lang="zh-CN" altLang="en-US" sz="2800" dirty="0">
                <a:solidFill>
                  <a:prstClr val="black"/>
                </a:solidFill>
                <a:latin typeface="微软雅黑" panose="020B0503020204020204" charset="-122"/>
                <a:ea typeface="微软雅黑" panose="020B0503020204020204" charset="-122"/>
                <a:cs typeface="微软雅黑" panose="020B0503020204020204" charset="-122"/>
                <a:sym typeface="微软雅黑" panose="020B0503020204020204" charset="-122"/>
              </a:rPr>
              <a:t>实地调研</a:t>
            </a:r>
            <a:endParaRPr lang="zh-CN" altLang="en-US" sz="2800" dirty="0">
              <a:solidFill>
                <a:prstClr val="black"/>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3" name="文本框 32"/>
          <p:cNvSpPr txBox="1"/>
          <p:nvPr/>
        </p:nvSpPr>
        <p:spPr>
          <a:xfrm>
            <a:off x="9709150" y="298450"/>
            <a:ext cx="124396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产品</a:t>
            </a:r>
            <a:r>
              <a:rPr lang="zh-CN" altLang="en-US">
                <a:latin typeface="微软雅黑" panose="020B0503020204020204" charset="-122"/>
                <a:ea typeface="微软雅黑" panose="020B0503020204020204" charset="-122"/>
              </a:rPr>
              <a:t>设计</a:t>
            </a:r>
            <a:endParaRPr lang="zh-CN" altLang="en-US">
              <a:latin typeface="微软雅黑" panose="020B0503020204020204" charset="-122"/>
              <a:ea typeface="微软雅黑" panose="020B0503020204020204" charset="-122"/>
            </a:endParaRPr>
          </a:p>
        </p:txBody>
      </p:sp>
      <p:pic>
        <p:nvPicPr>
          <p:cNvPr id="38" name="图片 37" descr="箭头"/>
          <p:cNvPicPr>
            <a:picLocks noChangeAspect="1"/>
          </p:cNvPicPr>
          <p:nvPr>
            <p:custDataLst>
              <p:tags r:id="rId26"/>
            </p:custDataLst>
          </p:nvPr>
        </p:nvPicPr>
        <p:blipFill>
          <a:blip r:embed="rId27">
            <a:extLst>
              <a:ext uri="{96DAC541-7B7A-43D3-8B79-37D633B846F1}">
                <asvg:svgBlip xmlns:asvg="http://schemas.microsoft.com/office/drawing/2016/SVG/main" r:embed="rId28"/>
              </a:ext>
            </a:extLst>
          </a:blip>
          <a:stretch>
            <a:fillRect/>
          </a:stretch>
        </p:blipFill>
        <p:spPr>
          <a:xfrm flipH="1">
            <a:off x="365760" y="1035685"/>
            <a:ext cx="369570" cy="369570"/>
          </a:xfrm>
          <a:prstGeom prst="rect">
            <a:avLst/>
          </a:prstGeom>
        </p:spPr>
      </p:pic>
      <p:grpSp>
        <p:nvGrpSpPr>
          <p:cNvPr id="172" name="组合 171"/>
          <p:cNvGrpSpPr/>
          <p:nvPr/>
        </p:nvGrpSpPr>
        <p:grpSpPr>
          <a:xfrm>
            <a:off x="-674446" y="-6350"/>
            <a:ext cx="13073260" cy="902312"/>
            <a:chOff x="-801446" y="0"/>
            <a:chExt cx="13073260" cy="902312"/>
          </a:xfrm>
        </p:grpSpPr>
        <p:sp>
          <p:nvSpPr>
            <p:cNvPr id="173" name="PA-任意多边形 900"/>
            <p:cNvSpPr/>
            <p:nvPr>
              <p:custDataLst>
                <p:tags r:id="rId29"/>
              </p:custDataLst>
            </p:nvPr>
          </p:nvSpPr>
          <p:spPr>
            <a:xfrm flipV="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91000">
                  <a:schemeClr val="accent2">
                    <a:lumMod val="75000"/>
                  </a:schemeClr>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74" name="PA-任意多边形 46"/>
            <p:cNvSpPr/>
            <p:nvPr>
              <p:custDataLst>
                <p:tags r:id="rId30"/>
              </p:custDataLst>
            </p:nvPr>
          </p:nvSpPr>
          <p:spPr>
            <a:xfrm>
              <a:off x="17585" y="140988"/>
              <a:ext cx="10477775" cy="713837"/>
            </a:xfrm>
            <a:custGeom>
              <a:avLst/>
              <a:gdLst>
                <a:gd name="connsiteX0" fmla="*/ 0 w 10477775"/>
                <a:gd name="connsiteY0" fmla="*/ 0 h 713837"/>
                <a:gd name="connsiteX1" fmla="*/ 9872819 w 10477775"/>
                <a:gd name="connsiteY1" fmla="*/ 0 h 713837"/>
                <a:gd name="connsiteX2" fmla="*/ 10477775 w 10477775"/>
                <a:gd name="connsiteY2" fmla="*/ 713837 h 713837"/>
                <a:gd name="connsiteX3" fmla="*/ 0 w 10477775"/>
                <a:gd name="connsiteY3" fmla="*/ 713837 h 713837"/>
                <a:gd name="connsiteX4" fmla="*/ 0 w 10477775"/>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775" h="713837">
                  <a:moveTo>
                    <a:pt x="0" y="0"/>
                  </a:moveTo>
                  <a:lnTo>
                    <a:pt x="9872819" y="0"/>
                  </a:lnTo>
                  <a:lnTo>
                    <a:pt x="10477775" y="713837"/>
                  </a:lnTo>
                  <a:lnTo>
                    <a:pt x="0" y="713837"/>
                  </a:lnTo>
                  <a:lnTo>
                    <a:pt x="0" y="0"/>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75" name="PA-任意多边形 50"/>
            <p:cNvSpPr/>
            <p:nvPr>
              <p:custDataLst>
                <p:tags r:id="rId31"/>
              </p:custDataLst>
            </p:nvPr>
          </p:nvSpPr>
          <p:spPr>
            <a:xfrm>
              <a:off x="79814" y="136543"/>
              <a:ext cx="12192000" cy="713837"/>
            </a:xfrm>
            <a:custGeom>
              <a:avLst/>
              <a:gdLst>
                <a:gd name="connsiteX0" fmla="*/ 0 w 12192000"/>
                <a:gd name="connsiteY0" fmla="*/ 0 h 713837"/>
                <a:gd name="connsiteX1" fmla="*/ 12192000 w 12192000"/>
                <a:gd name="connsiteY1" fmla="*/ 0 h 713837"/>
                <a:gd name="connsiteX2" fmla="*/ 12192000 w 12192000"/>
                <a:gd name="connsiteY2" fmla="*/ 713837 h 713837"/>
                <a:gd name="connsiteX3" fmla="*/ 0 w 12192000"/>
                <a:gd name="connsiteY3" fmla="*/ 713837 h 713837"/>
              </a:gdLst>
              <a:ahLst/>
              <a:cxnLst>
                <a:cxn ang="0">
                  <a:pos x="connsiteX0" y="connsiteY0"/>
                </a:cxn>
                <a:cxn ang="0">
                  <a:pos x="connsiteX1" y="connsiteY1"/>
                </a:cxn>
                <a:cxn ang="0">
                  <a:pos x="connsiteX2" y="connsiteY2"/>
                </a:cxn>
                <a:cxn ang="0">
                  <a:pos x="connsiteX3" y="connsiteY3"/>
                </a:cxn>
              </a:cxnLst>
              <a:rect l="l" t="t" r="r" b="b"/>
              <a:pathLst>
                <a:path w="12192000" h="713837">
                  <a:moveTo>
                    <a:pt x="0" y="0"/>
                  </a:moveTo>
                  <a:lnTo>
                    <a:pt x="12192000" y="0"/>
                  </a:lnTo>
                  <a:lnTo>
                    <a:pt x="12192000" y="713837"/>
                  </a:lnTo>
                  <a:lnTo>
                    <a:pt x="0" y="713837"/>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mn-cs"/>
              </a:endParaRPr>
            </a:p>
          </p:txBody>
        </p:sp>
        <p:sp>
          <p:nvSpPr>
            <p:cNvPr id="176" name="PA-文本框 24"/>
            <p:cNvSpPr txBox="1"/>
            <p:nvPr>
              <p:custDataLst>
                <p:tags r:id="rId32"/>
              </p:custDataLst>
            </p:nvPr>
          </p:nvSpPr>
          <p:spPr>
            <a:xfrm>
              <a:off x="1600150" y="236296"/>
              <a:ext cx="1605280" cy="521970"/>
            </a:xfrm>
            <a:prstGeom prst="rect">
              <a:avLst/>
            </a:prstGeom>
            <a:noFill/>
          </p:spPr>
          <p:txBody>
            <a:bodyPr wrap="none">
              <a:spAutoFit/>
            </a:bodyPr>
            <a:lstStyle>
              <a:defPPr>
                <a:defRPr lang="zh-CN"/>
              </a:defPPr>
              <a:lvl1pPr>
                <a:defRPr sz="2400" b="1">
                  <a:gradFill>
                    <a:gsLst>
                      <a:gs pos="100000">
                        <a:schemeClr val="accent1">
                          <a:lumMod val="50000"/>
                        </a:schemeClr>
                      </a:gs>
                      <a:gs pos="17000">
                        <a:schemeClr val="accent1">
                          <a:lumMod val="50000"/>
                        </a:schemeClr>
                      </a:gs>
                    </a:gsLst>
                    <a:path path="circle">
                      <a:fillToRect r="100000" b="100000"/>
                    </a:path>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dirty="0">
                  <a:gradFill>
                    <a:gsLst>
                      <a:gs pos="100000">
                        <a:srgbClr val="206252">
                          <a:lumMod val="50000"/>
                        </a:srgbClr>
                      </a:gs>
                      <a:gs pos="17000">
                        <a:srgbClr val="206252">
                          <a:lumMod val="75000"/>
                        </a:srgbClr>
                      </a:gs>
                    </a:gsLst>
                    <a:path path="circle">
                      <a:fillToRect r="100000" b="100000"/>
                    </a:path>
                  </a:gradFill>
                  <a:latin typeface="微软雅黑" panose="020B0503020204020204" charset="-122"/>
                  <a:ea typeface="微软雅黑" panose="020B0503020204020204" charset="-122"/>
                  <a:sym typeface="阿里妈妈数黑体" pitchFamily="2" charset="-122"/>
                </a:rPr>
                <a:t>前期调研</a:t>
              </a:r>
              <a:endParaRPr lang="zh-CN" altLang="en-US" sz="2800" dirty="0">
                <a:gradFill>
                  <a:gsLst>
                    <a:gs pos="100000">
                      <a:srgbClr val="206252">
                        <a:lumMod val="50000"/>
                      </a:srgbClr>
                    </a:gs>
                    <a:gs pos="17000">
                      <a:srgbClr val="206252">
                        <a:lumMod val="75000"/>
                      </a:srgbClr>
                    </a:gs>
                  </a:gsLst>
                  <a:path path="circle">
                    <a:fillToRect r="100000" b="100000"/>
                  </a:path>
                </a:gradFill>
                <a:latin typeface="微软雅黑" panose="020B0503020204020204" charset="-122"/>
                <a:ea typeface="微软雅黑" panose="020B0503020204020204" charset="-122"/>
                <a:sym typeface="阿里妈妈数黑体" pitchFamily="2" charset="-122"/>
              </a:endParaRPr>
            </a:p>
          </p:txBody>
        </p:sp>
        <p:sp>
          <p:nvSpPr>
            <p:cNvPr id="177" name="PA-任意多边形 6"/>
            <p:cNvSpPr/>
            <p:nvPr>
              <p:custDataLst>
                <p:tags r:id="rId33"/>
              </p:custDataLst>
            </p:nvPr>
          </p:nvSpPr>
          <p:spPr>
            <a:xfrm>
              <a:off x="-52754" y="850261"/>
              <a:ext cx="12262339" cy="52051"/>
            </a:xfrm>
            <a:custGeom>
              <a:avLst/>
              <a:gdLst>
                <a:gd name="connsiteX0" fmla="*/ 0 w 4366736"/>
                <a:gd name="connsiteY0" fmla="*/ 0 h 64293"/>
                <a:gd name="connsiteX1" fmla="*/ 4366737 w 4366736"/>
                <a:gd name="connsiteY1" fmla="*/ 0 h 64293"/>
                <a:gd name="connsiteX2" fmla="*/ 4366737 w 4366736"/>
                <a:gd name="connsiteY2" fmla="*/ 64294 h 64293"/>
                <a:gd name="connsiteX3" fmla="*/ 0 w 4366736"/>
                <a:gd name="connsiteY3" fmla="*/ 64294 h 64293"/>
              </a:gdLst>
              <a:ahLst/>
              <a:cxnLst>
                <a:cxn ang="0">
                  <a:pos x="connsiteX0" y="connsiteY0"/>
                </a:cxn>
                <a:cxn ang="0">
                  <a:pos x="connsiteX1" y="connsiteY1"/>
                </a:cxn>
                <a:cxn ang="0">
                  <a:pos x="connsiteX2" y="connsiteY2"/>
                </a:cxn>
                <a:cxn ang="0">
                  <a:pos x="connsiteX3" y="connsiteY3"/>
                </a:cxn>
              </a:cxnLst>
              <a:rect l="l" t="t" r="r" b="b"/>
              <a:pathLst>
                <a:path w="4366736" h="64293">
                  <a:moveTo>
                    <a:pt x="0" y="0"/>
                  </a:moveTo>
                  <a:lnTo>
                    <a:pt x="4366737" y="0"/>
                  </a:lnTo>
                  <a:lnTo>
                    <a:pt x="4366737" y="64294"/>
                  </a:lnTo>
                  <a:lnTo>
                    <a:pt x="0" y="64294"/>
                  </a:lnTo>
                  <a:close/>
                </a:path>
              </a:pathLst>
            </a:custGeom>
            <a:gradFill flip="none" rotWithShape="1">
              <a:gsLst>
                <a:gs pos="100000">
                  <a:schemeClr val="accent1"/>
                </a:gs>
                <a:gs pos="12000">
                  <a:schemeClr val="accent1">
                    <a:lumMod val="20000"/>
                    <a:lumOff val="80000"/>
                  </a:schemeClr>
                </a:gs>
              </a:gsLst>
              <a:lin ang="0" scaled="0"/>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78" name="PA-任意多边形 899"/>
            <p:cNvSpPr/>
            <p:nvPr>
              <p:custDataLst>
                <p:tags r:id="rId34"/>
              </p:custDataLst>
            </p:nvPr>
          </p:nvSpPr>
          <p:spPr>
            <a:xfrm flipH="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55000">
                  <a:schemeClr val="accent1"/>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79" name="PA-文本框 26"/>
            <p:cNvSpPr txBox="1"/>
            <p:nvPr>
              <p:custDataLst>
                <p:tags r:id="rId35"/>
              </p:custDataLst>
            </p:nvPr>
          </p:nvSpPr>
          <p:spPr>
            <a:xfrm>
              <a:off x="6507233" y="309946"/>
              <a:ext cx="17830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noProof="0" dirty="0">
                  <a:ln>
                    <a:noFill/>
                  </a:ln>
                  <a:solidFill>
                    <a:srgbClr val="206252">
                      <a:lumMod val="50000"/>
                    </a:srgbClr>
                  </a:solidFill>
                  <a:effectLst/>
                  <a:uLnTx/>
                  <a:uFillTx/>
                  <a:latin typeface="微软雅黑" panose="020B0503020204020204" charset="-122"/>
                  <a:ea typeface="微软雅黑" panose="020B0503020204020204" charset="-122"/>
                  <a:sym typeface="OPPOSans M" panose="00020600040101010101" pitchFamily="18" charset="-122"/>
                </a:rPr>
                <a:t>调查设计与实施</a:t>
              </a:r>
              <a:endParaRPr kumimoji="0" lang="zh-CN" altLang="en-US" sz="180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sp>
          <p:nvSpPr>
            <p:cNvPr id="180" name="PA-文本框 26"/>
            <p:cNvSpPr txBox="1"/>
            <p:nvPr>
              <p:custDataLst>
                <p:tags r:id="rId36"/>
              </p:custDataLst>
            </p:nvPr>
          </p:nvSpPr>
          <p:spPr>
            <a:xfrm>
              <a:off x="8672698" y="313756"/>
              <a:ext cx="3098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cxnSp>
          <p:nvCxnSpPr>
            <p:cNvPr id="181" name="PA-直接连接符 18"/>
            <p:cNvCxnSpPr/>
            <p:nvPr>
              <p:custDataLst>
                <p:tags r:id="rId37"/>
              </p:custDataLst>
            </p:nvPr>
          </p:nvCxnSpPr>
          <p:spPr>
            <a:xfrm flipH="1">
              <a:off x="5253886"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182" name="PA-直接连接符 22"/>
            <p:cNvCxnSpPr/>
            <p:nvPr>
              <p:custDataLst>
                <p:tags r:id="rId38"/>
              </p:custDataLst>
            </p:nvPr>
          </p:nvCxnSpPr>
          <p:spPr>
            <a:xfrm flipH="1">
              <a:off x="6412243"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183" name="PA-文本框 26"/>
            <p:cNvSpPr txBox="1"/>
            <p:nvPr>
              <p:custDataLst>
                <p:tags r:id="rId39"/>
              </p:custDataLst>
            </p:nvPr>
          </p:nvSpPr>
          <p:spPr>
            <a:xfrm>
              <a:off x="5407930" y="313956"/>
              <a:ext cx="110236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a:defRPr/>
              </a:pPr>
              <a:r>
                <a:rPr lang="zh-CN" altLang="en-US" sz="1800" b="1" dirty="0">
                  <a:solidFill>
                    <a:srgbClr val="2D8A73"/>
                  </a:solidFill>
                  <a:latin typeface="微软雅黑" panose="020B0503020204020204" charset="-122"/>
                  <a:ea typeface="微软雅黑" panose="020B0503020204020204" charset="-122"/>
                  <a:sym typeface="阿里妈妈数黑体" pitchFamily="2" charset="-122"/>
                </a:rPr>
                <a:t>前期调研</a:t>
              </a:r>
              <a:endParaRPr lang="zh-CN" altLang="en-US" sz="1800" b="1" dirty="0">
                <a:solidFill>
                  <a:srgbClr val="2D8A73"/>
                </a:solidFill>
                <a:latin typeface="微软雅黑" panose="020B0503020204020204" charset="-122"/>
                <a:ea typeface="微软雅黑" panose="020B0503020204020204" charset="-122"/>
                <a:sym typeface="阿里妈妈数黑体" pitchFamily="2" charset="-122"/>
              </a:endParaRPr>
            </a:p>
          </p:txBody>
        </p:sp>
        <p:sp>
          <p:nvSpPr>
            <p:cNvPr id="184" name="PA-图形 7"/>
            <p:cNvSpPr/>
            <p:nvPr>
              <p:custDataLst>
                <p:tags r:id="rId40"/>
              </p:custDataLst>
            </p:nvPr>
          </p:nvSpPr>
          <p:spPr>
            <a:xfrm>
              <a:off x="273980" y="148474"/>
              <a:ext cx="555983" cy="416889"/>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0">
                  <a:schemeClr val="bg1"/>
                </a:gs>
                <a:gs pos="87000">
                  <a:schemeClr val="accent1">
                    <a:lumMod val="20000"/>
                    <a:lumOff val="80000"/>
                  </a:schemeClr>
                </a:gs>
              </a:gsLst>
              <a:lin ang="2700000" scaled="0"/>
            </a:gradFill>
            <a:ln w="36909" cap="flat">
              <a:noFill/>
              <a:prstDash val="solid"/>
              <a:miter/>
            </a:ln>
            <a:effectLst>
              <a:outerShdw blurRad="50800" dist="38100" dir="5400000" algn="t" rotWithShape="0">
                <a:schemeClr val="accent1">
                  <a:alpha val="30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cxnSp>
        <p:nvCxnSpPr>
          <p:cNvPr id="186" name="PA-直接连接符 23"/>
          <p:cNvCxnSpPr/>
          <p:nvPr>
            <p:custDataLst>
              <p:tags r:id="rId41"/>
            </p:custDataLst>
          </p:nvPr>
        </p:nvCxnSpPr>
        <p:spPr>
          <a:xfrm flipH="1">
            <a:off x="8337045" y="36122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187" name="PA-直接连接符 23"/>
          <p:cNvCxnSpPr/>
          <p:nvPr>
            <p:custDataLst>
              <p:tags r:id="rId42"/>
            </p:custDataLst>
          </p:nvPr>
        </p:nvCxnSpPr>
        <p:spPr>
          <a:xfrm flipH="1">
            <a:off x="9622285" y="3294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188" name="文本框 187"/>
          <p:cNvSpPr txBox="1"/>
          <p:nvPr/>
        </p:nvSpPr>
        <p:spPr>
          <a:xfrm>
            <a:off x="9886315" y="300990"/>
            <a:ext cx="136969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结论与建议</a:t>
            </a:r>
            <a:endParaRPr lang="zh-CN" altLang="en-US">
              <a:latin typeface="微软雅黑" panose="020B0503020204020204" charset="-122"/>
              <a:ea typeface="微软雅黑" panose="020B0503020204020204" charset="-122"/>
            </a:endParaRPr>
          </a:p>
        </p:txBody>
      </p:sp>
      <p:sp>
        <p:nvSpPr>
          <p:cNvPr id="189" name="文本框 188"/>
          <p:cNvSpPr txBox="1"/>
          <p:nvPr/>
        </p:nvSpPr>
        <p:spPr>
          <a:xfrm>
            <a:off x="8540750" y="304800"/>
            <a:ext cx="121221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产品设计</a:t>
            </a:r>
            <a:endParaRPr lang="zh-CN" altLang="en-US">
              <a:latin typeface="微软雅黑" panose="020B0503020204020204" charset="-122"/>
              <a:ea typeface="微软雅黑" panose="020B0503020204020204" charset="-122"/>
            </a:endParaRPr>
          </a:p>
        </p:txBody>
      </p:sp>
      <p:sp>
        <p:nvSpPr>
          <p:cNvPr id="185" name="矩形 184"/>
          <p:cNvSpPr/>
          <p:nvPr/>
        </p:nvSpPr>
        <p:spPr>
          <a:xfrm>
            <a:off x="3756660" y="292100"/>
            <a:ext cx="2100580" cy="522605"/>
          </a:xfrm>
          <a:prstGeom prst="rect">
            <a:avLst/>
          </a:prstGeom>
          <a:noFill/>
          <a:ln>
            <a:noFill/>
          </a:ln>
        </p:spPr>
        <p:txBody>
          <a:bodyPr wrap="square" rtlCol="0" anchor="t">
            <a:noAutofit/>
          </a:bodyPr>
          <a:lstStyle/>
          <a:p>
            <a:pPr algn="ctr">
              <a:defRPr/>
            </a:pPr>
            <a:r>
              <a:rPr lang="zh-CN" altLang="en-US" dirty="0">
                <a:solidFill>
                  <a:schemeClr val="tx1"/>
                </a:solidFill>
                <a:latin typeface="微软雅黑" panose="020B0503020204020204" charset="-122"/>
                <a:ea typeface="微软雅黑" panose="020B0503020204020204" charset="-122"/>
              </a:rPr>
              <a:t>研究背景</a:t>
            </a:r>
            <a:endParaRPr lang="zh-CN" altLang="en-US" dirty="0">
              <a:solidFill>
                <a:schemeClr val="tx1"/>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fill="hold" grpId="0" nodeType="withEffect">
                                  <p:stCondLst>
                                    <p:cond delay="0"/>
                                  </p:stCondLst>
                                  <p:iterate type="lt">
                                    <p:tmPct val="5000"/>
                                  </p:iterate>
                                  <p:childTnLst>
                                    <p:anim to="" calcmode="lin" valueType="num">
                                      <p:cBhvr>
                                        <p:cTn id="6" dur="1000" fill="hold">
                                          <p:stCondLst>
                                            <p:cond delay="0"/>
                                          </p:stCondLst>
                                        </p:cTn>
                                        <p:tgtEl>
                                          <p:spTgt spid="75"/>
                                        </p:tgtEl>
                                        <p:attrNameLst>
                                          <p:attrName>ppt_h</p:attrName>
                                        </p:attrNameLst>
                                      </p:cBhvr>
                                      <p:tavLst>
                                        <p:tav tm="0" fmla="#ppt_h-(#ppt_h-#ppt_h*8)*(1-$)^8">
                                          <p:val>
                                            <p:fltVal val="0"/>
                                          </p:val>
                                        </p:tav>
                                        <p:tav tm="100000">
                                          <p:val>
                                            <p:fltVal val="1"/>
                                          </p:val>
                                        </p:tav>
                                      </p:tavLst>
                                    </p:anim>
                                    <p:anim to="" calcmode="lin" valueType="num">
                                      <p:cBhvr>
                                        <p:cTn id="7" dur="1000" fill="hold">
                                          <p:stCondLst>
                                            <p:cond delay="0"/>
                                          </p:stCondLst>
                                        </p:cTn>
                                        <p:tgtEl>
                                          <p:spTgt spid="75"/>
                                        </p:tgtEl>
                                        <p:attrNameLst>
                                          <p:attrName>ppt_w</p:attrName>
                                        </p:attrNameLst>
                                      </p:cBhvr>
                                      <p:tavLst>
                                        <p:tav tm="0" fmla="#ppt_w-(#ppt_w-#ppt_w*8)*(1-$)^8">
                                          <p:val>
                                            <p:fltVal val="0"/>
                                          </p:val>
                                        </p:tav>
                                        <p:tav tm="100000">
                                          <p:val>
                                            <p:fltVal val="1"/>
                                          </p:val>
                                        </p:tav>
                                      </p:tavLst>
                                    </p:anim>
                                    <p:animEffect filter="fade">
                                      <p:cBhvr additive="base">
                                        <p:cTn id="8" dur="1000" fill="hold">
                                          <p:stCondLst>
                                            <p:cond delay="0"/>
                                          </p:stCondLst>
                                        </p:cTn>
                                        <p:tgtEl>
                                          <p:spTgt spid="75"/>
                                        </p:tgtEl>
                                      </p:cBhvr>
                                    </p:animEffect>
                                    <p:set>
                                      <p:cBhvr additive="base">
                                        <p:cTn id="9" dur="1000" fill="hold">
                                          <p:stCondLst>
                                            <p:cond delay="0"/>
                                          </p:stCondLst>
                                        </p:cTn>
                                        <p:tgtEl>
                                          <p:spTgt spid="75"/>
                                        </p:tgtEl>
                                        <p:attrNameLst>
                                          <p:attrName>style.visibility</p:attrName>
                                        </p:attrNameLst>
                                      </p:cBhvr>
                                      <p:to>
                                        <p:strVal val="visible"/>
                                      </p:to>
                                    </p:set>
                                  </p:childTnLst>
                                </p:cTn>
                              </p:par>
                              <p:par>
                                <p:cTn id="10" presetID="0" presetClass="entr" presetSubtype="0" fill="hold" grpId="0" nodeType="withEffect">
                                  <p:stCondLst>
                                    <p:cond delay="250"/>
                                  </p:stCondLst>
                                  <p:iterate type="lt">
                                    <p:tmPct val="5000"/>
                                  </p:iterate>
                                  <p:childTnLst>
                                    <p:anim to="" calcmode="lin" valueType="num">
                                      <p:cBhvr>
                                        <p:cTn id="11" dur="1000" fill="hold">
                                          <p:stCondLst>
                                            <p:cond delay="0"/>
                                          </p:stCondLst>
                                        </p:cTn>
                                        <p:tgtEl>
                                          <p:spTgt spid="3"/>
                                        </p:tgtEl>
                                        <p:attrNameLst>
                                          <p:attrName>ppt_h</p:attrName>
                                        </p:attrNameLst>
                                      </p:cBhvr>
                                      <p:tavLst>
                                        <p:tav tm="0" fmla="#ppt_h-(#ppt_h-#ppt_h*8)*(1-$)^8">
                                          <p:val>
                                            <p:fltVal val="0"/>
                                          </p:val>
                                        </p:tav>
                                        <p:tav tm="100000">
                                          <p:val>
                                            <p:fltVal val="1"/>
                                          </p:val>
                                        </p:tav>
                                      </p:tavLst>
                                    </p:anim>
                                    <p:anim to="" calcmode="lin" valueType="num">
                                      <p:cBhvr>
                                        <p:cTn id="12" dur="1000" fill="hold">
                                          <p:stCondLst>
                                            <p:cond delay="0"/>
                                          </p:stCondLst>
                                        </p:cTn>
                                        <p:tgtEl>
                                          <p:spTgt spid="3"/>
                                        </p:tgtEl>
                                        <p:attrNameLst>
                                          <p:attrName>ppt_w</p:attrName>
                                        </p:attrNameLst>
                                      </p:cBhvr>
                                      <p:tavLst>
                                        <p:tav tm="0" fmla="#ppt_w-(#ppt_w-#ppt_w*8)*(1-$)^8">
                                          <p:val>
                                            <p:fltVal val="0"/>
                                          </p:val>
                                        </p:tav>
                                        <p:tav tm="100000">
                                          <p:val>
                                            <p:fltVal val="1"/>
                                          </p:val>
                                        </p:tav>
                                      </p:tavLst>
                                    </p:anim>
                                    <p:animEffect filter="fade">
                                      <p:cBhvr additive="base">
                                        <p:cTn id="13" dur="1000" fill="hold">
                                          <p:stCondLst>
                                            <p:cond delay="0"/>
                                          </p:stCondLst>
                                        </p:cTn>
                                        <p:tgtEl>
                                          <p:spTgt spid="3"/>
                                        </p:tgtEl>
                                      </p:cBhvr>
                                    </p:animEffect>
                                    <p:set>
                                      <p:cBhvr additive="base">
                                        <p:cTn id="14" dur="1000" fill="hold">
                                          <p:stCondLst>
                                            <p:cond delay="0"/>
                                          </p:stCondLst>
                                        </p:cTn>
                                        <p:tgtEl>
                                          <p:spTgt spid="3"/>
                                        </p:tgtEl>
                                        <p:attrNameLst>
                                          <p:attrName>style.visibility</p:attrName>
                                        </p:attrNameLst>
                                      </p:cBhvr>
                                      <p:to>
                                        <p:strVal val="visible"/>
                                      </p:to>
                                    </p:set>
                                  </p:childTnLst>
                                </p:cTn>
                              </p:par>
                              <p:par>
                                <p:cTn id="15" presetID="23" presetClass="entr" presetSubtype="16" accel="50000" decel="100000" fill="hold" grpId="0" nodeType="withEffect">
                                  <p:stCondLst>
                                    <p:cond delay="1750"/>
                                  </p:stCondLst>
                                  <p:childTnLst>
                                    <p:set>
                                      <p:cBhvr>
                                        <p:cTn id="16" dur="1" fill="hold">
                                          <p:stCondLst>
                                            <p:cond delay="0"/>
                                          </p:stCondLst>
                                        </p:cTn>
                                        <p:tgtEl>
                                          <p:spTgt spid="66"/>
                                        </p:tgtEl>
                                        <p:attrNameLst>
                                          <p:attrName>style.visibility</p:attrName>
                                        </p:attrNameLst>
                                      </p:cBhvr>
                                      <p:to>
                                        <p:strVal val="visible"/>
                                      </p:to>
                                    </p:set>
                                    <p:animScale>
                                      <p:cBhvr>
                                        <p:cTn id="17" dur="300" fill="hold">
                                          <p:stCondLst>
                                            <p:cond delay="0"/>
                                          </p:stCondLst>
                                        </p:cTn>
                                        <p:tgtEl>
                                          <p:spTgt spid="66"/>
                                        </p:tgtEl>
                                      </p:cBhvr>
                                      <p:from x="0" y="0"/>
                                      <p:to x="85000" y="85000"/>
                                    </p:animScale>
                                    <p:animScale>
                                      <p:cBhvr>
                                        <p:cTn id="18" dur="600" fill="hold">
                                          <p:stCondLst>
                                            <p:cond delay="300"/>
                                          </p:stCondLst>
                                        </p:cTn>
                                        <p:tgtEl>
                                          <p:spTgt spid="66"/>
                                        </p:tgtEl>
                                      </p:cBhvr>
                                      <p:from x="85000" y="85000"/>
                                      <p:to x="100000" y="100000"/>
                                    </p:animScale>
                                  </p:childTnLst>
                                </p:cTn>
                              </p:par>
                              <p:par>
                                <p:cTn id="19" presetID="23" presetClass="entr" presetSubtype="16" accel="50000" decel="100000" fill="hold" grpId="0" nodeType="withEffect">
                                  <p:stCondLst>
                                    <p:cond delay="1750"/>
                                  </p:stCondLst>
                                  <p:childTnLst>
                                    <p:set>
                                      <p:cBhvr>
                                        <p:cTn id="20" dur="1" fill="hold">
                                          <p:stCondLst>
                                            <p:cond delay="0"/>
                                          </p:stCondLst>
                                        </p:cTn>
                                        <p:tgtEl>
                                          <p:spTgt spid="64"/>
                                        </p:tgtEl>
                                        <p:attrNameLst>
                                          <p:attrName>style.visibility</p:attrName>
                                        </p:attrNameLst>
                                      </p:cBhvr>
                                      <p:to>
                                        <p:strVal val="visible"/>
                                      </p:to>
                                    </p:set>
                                    <p:animScale>
                                      <p:cBhvr>
                                        <p:cTn id="21" dur="300" fill="hold">
                                          <p:stCondLst>
                                            <p:cond delay="0"/>
                                          </p:stCondLst>
                                        </p:cTn>
                                        <p:tgtEl>
                                          <p:spTgt spid="64"/>
                                        </p:tgtEl>
                                      </p:cBhvr>
                                      <p:from x="0" y="0"/>
                                      <p:to x="85000" y="85000"/>
                                    </p:animScale>
                                    <p:animScale>
                                      <p:cBhvr>
                                        <p:cTn id="22" dur="600" fill="hold">
                                          <p:stCondLst>
                                            <p:cond delay="300"/>
                                          </p:stCondLst>
                                        </p:cTn>
                                        <p:tgtEl>
                                          <p:spTgt spid="64"/>
                                        </p:tgtEl>
                                      </p:cBhvr>
                                      <p:from x="85000" y="85000"/>
                                      <p:to x="100000" y="100000"/>
                                    </p:animScale>
                                  </p:childTnLst>
                                </p:cTn>
                              </p:par>
                              <p:par>
                                <p:cTn id="23" presetID="23" presetClass="entr" presetSubtype="16" decel="100000" fill="hold" nodeType="withEffect">
                                  <p:stCondLst>
                                    <p:cond delay="1750"/>
                                  </p:stCondLst>
                                  <p:childTnLst>
                                    <p:set>
                                      <p:cBhvr>
                                        <p:cTn id="24" dur="1" fill="hold">
                                          <p:stCondLst>
                                            <p:cond delay="0"/>
                                          </p:stCondLst>
                                        </p:cTn>
                                        <p:tgtEl>
                                          <p:spTgt spid="81"/>
                                        </p:tgtEl>
                                        <p:attrNameLst>
                                          <p:attrName>style.visibility</p:attrName>
                                        </p:attrNameLst>
                                      </p:cBhvr>
                                      <p:to>
                                        <p:strVal val="visible"/>
                                      </p:to>
                                    </p:set>
                                    <p:anim calcmode="lin" valueType="num">
                                      <p:cBhvr>
                                        <p:cTn id="25" dur="500" fill="hold"/>
                                        <p:tgtEl>
                                          <p:spTgt spid="81"/>
                                        </p:tgtEl>
                                        <p:attrNameLst>
                                          <p:attrName>ppt_w</p:attrName>
                                        </p:attrNameLst>
                                      </p:cBhvr>
                                      <p:tavLst>
                                        <p:tav tm="0">
                                          <p:val>
                                            <p:fltVal val="0"/>
                                          </p:val>
                                        </p:tav>
                                        <p:tav tm="100000">
                                          <p:val>
                                            <p:strVal val="#ppt_w"/>
                                          </p:val>
                                        </p:tav>
                                      </p:tavLst>
                                    </p:anim>
                                    <p:anim calcmode="lin" valueType="num">
                                      <p:cBhvr>
                                        <p:cTn id="26" dur="500" fill="hold"/>
                                        <p:tgtEl>
                                          <p:spTgt spid="81"/>
                                        </p:tgtEl>
                                        <p:attrNameLst>
                                          <p:attrName>ppt_h</p:attrName>
                                        </p:attrNameLst>
                                      </p:cBhvr>
                                      <p:tavLst>
                                        <p:tav tm="0">
                                          <p:val>
                                            <p:fltVal val="0"/>
                                          </p:val>
                                        </p:tav>
                                        <p:tav tm="100000">
                                          <p:val>
                                            <p:strVal val="#ppt_h"/>
                                          </p:val>
                                        </p:tav>
                                      </p:tavLst>
                                    </p:anim>
                                  </p:childTnLst>
                                </p:cTn>
                              </p:par>
                              <p:par>
                                <p:cTn id="27" presetID="23" presetClass="entr" presetSubtype="16" decel="100000" fill="hold" nodeType="withEffect">
                                  <p:stCondLst>
                                    <p:cond delay="1750"/>
                                  </p:stCondLst>
                                  <p:childTnLst>
                                    <p:set>
                                      <p:cBhvr>
                                        <p:cTn id="28" dur="1" fill="hold">
                                          <p:stCondLst>
                                            <p:cond delay="0"/>
                                          </p:stCondLst>
                                        </p:cTn>
                                        <p:tgtEl>
                                          <p:spTgt spid="82"/>
                                        </p:tgtEl>
                                        <p:attrNameLst>
                                          <p:attrName>style.visibility</p:attrName>
                                        </p:attrNameLst>
                                      </p:cBhvr>
                                      <p:to>
                                        <p:strVal val="visible"/>
                                      </p:to>
                                    </p:set>
                                    <p:anim calcmode="lin" valueType="num">
                                      <p:cBhvr>
                                        <p:cTn id="29" dur="500" fill="hold"/>
                                        <p:tgtEl>
                                          <p:spTgt spid="82"/>
                                        </p:tgtEl>
                                        <p:attrNameLst>
                                          <p:attrName>ppt_w</p:attrName>
                                        </p:attrNameLst>
                                      </p:cBhvr>
                                      <p:tavLst>
                                        <p:tav tm="0">
                                          <p:val>
                                            <p:fltVal val="0"/>
                                          </p:val>
                                        </p:tav>
                                        <p:tav tm="100000">
                                          <p:val>
                                            <p:strVal val="#ppt_w"/>
                                          </p:val>
                                        </p:tav>
                                      </p:tavLst>
                                    </p:anim>
                                    <p:anim calcmode="lin" valueType="num">
                                      <p:cBhvr>
                                        <p:cTn id="30" dur="500" fill="hold"/>
                                        <p:tgtEl>
                                          <p:spTgt spid="82"/>
                                        </p:tgtEl>
                                        <p:attrNameLst>
                                          <p:attrName>ppt_h</p:attrName>
                                        </p:attrNameLst>
                                      </p:cBhvr>
                                      <p:tavLst>
                                        <p:tav tm="0">
                                          <p:val>
                                            <p:fltVal val="0"/>
                                          </p:val>
                                        </p:tav>
                                        <p:tav tm="100000">
                                          <p:val>
                                            <p:strVal val="#ppt_h"/>
                                          </p:val>
                                        </p:tav>
                                      </p:tavLst>
                                    </p:anim>
                                  </p:childTnLst>
                                </p:cTn>
                              </p:par>
                              <p:par>
                                <p:cTn id="31" presetID="23" presetClass="entr" presetSubtype="16" decel="100000" fill="hold" nodeType="withEffect">
                                  <p:stCondLst>
                                    <p:cond delay="1750"/>
                                  </p:stCondLst>
                                  <p:childTnLst>
                                    <p:set>
                                      <p:cBhvr>
                                        <p:cTn id="32" dur="1" fill="hold">
                                          <p:stCondLst>
                                            <p:cond delay="0"/>
                                          </p:stCondLst>
                                        </p:cTn>
                                        <p:tgtEl>
                                          <p:spTgt spid="80"/>
                                        </p:tgtEl>
                                        <p:attrNameLst>
                                          <p:attrName>style.visibility</p:attrName>
                                        </p:attrNameLst>
                                      </p:cBhvr>
                                      <p:to>
                                        <p:strVal val="visible"/>
                                      </p:to>
                                    </p:set>
                                    <p:anim calcmode="lin" valueType="num">
                                      <p:cBhvr>
                                        <p:cTn id="33" dur="500" fill="hold"/>
                                        <p:tgtEl>
                                          <p:spTgt spid="80"/>
                                        </p:tgtEl>
                                        <p:attrNameLst>
                                          <p:attrName>ppt_w</p:attrName>
                                        </p:attrNameLst>
                                      </p:cBhvr>
                                      <p:tavLst>
                                        <p:tav tm="0">
                                          <p:val>
                                            <p:fltVal val="0"/>
                                          </p:val>
                                        </p:tav>
                                        <p:tav tm="100000">
                                          <p:val>
                                            <p:strVal val="#ppt_w"/>
                                          </p:val>
                                        </p:tav>
                                      </p:tavLst>
                                    </p:anim>
                                    <p:anim calcmode="lin" valueType="num">
                                      <p:cBhvr>
                                        <p:cTn id="34" dur="500" fill="hold"/>
                                        <p:tgtEl>
                                          <p:spTgt spid="80"/>
                                        </p:tgtEl>
                                        <p:attrNameLst>
                                          <p:attrName>ppt_h</p:attrName>
                                        </p:attrNameLst>
                                      </p:cBhvr>
                                      <p:tavLst>
                                        <p:tav tm="0">
                                          <p:val>
                                            <p:fltVal val="0"/>
                                          </p:val>
                                        </p:tav>
                                        <p:tav tm="100000">
                                          <p:val>
                                            <p:strVal val="#ppt_h"/>
                                          </p:val>
                                        </p:tav>
                                      </p:tavLst>
                                    </p:anim>
                                  </p:childTnLst>
                                </p:cTn>
                              </p:par>
                              <p:par>
                                <p:cTn id="35" presetID="23" presetClass="entr" presetSubtype="16" decel="100000" fill="hold" nodeType="withEffect">
                                  <p:stCondLst>
                                    <p:cond delay="1750"/>
                                  </p:stCondLst>
                                  <p:childTnLst>
                                    <p:set>
                                      <p:cBhvr>
                                        <p:cTn id="36" dur="1" fill="hold">
                                          <p:stCondLst>
                                            <p:cond delay="0"/>
                                          </p:stCondLst>
                                        </p:cTn>
                                        <p:tgtEl>
                                          <p:spTgt spid="9"/>
                                        </p:tgtEl>
                                        <p:attrNameLst>
                                          <p:attrName>style.visibility</p:attrName>
                                        </p:attrNameLst>
                                      </p:cBhvr>
                                      <p:to>
                                        <p:strVal val="visible"/>
                                      </p:to>
                                    </p:set>
                                    <p:anim calcmode="lin" valueType="num">
                                      <p:cBhvr>
                                        <p:cTn id="37" dur="500" fill="hold"/>
                                        <p:tgtEl>
                                          <p:spTgt spid="9"/>
                                        </p:tgtEl>
                                        <p:attrNameLst>
                                          <p:attrName>ppt_w</p:attrName>
                                        </p:attrNameLst>
                                      </p:cBhvr>
                                      <p:tavLst>
                                        <p:tav tm="0">
                                          <p:val>
                                            <p:fltVal val="0"/>
                                          </p:val>
                                        </p:tav>
                                        <p:tav tm="100000">
                                          <p:val>
                                            <p:strVal val="#ppt_w"/>
                                          </p:val>
                                        </p:tav>
                                      </p:tavLst>
                                    </p:anim>
                                    <p:anim calcmode="lin" valueType="num">
                                      <p:cBhvr>
                                        <p:cTn id="38" dur="500" fill="hold"/>
                                        <p:tgtEl>
                                          <p:spTgt spid="9"/>
                                        </p:tgtEl>
                                        <p:attrNameLst>
                                          <p:attrName>ppt_h</p:attrName>
                                        </p:attrNameLst>
                                      </p:cBhvr>
                                      <p:tavLst>
                                        <p:tav tm="0">
                                          <p:val>
                                            <p:fltVal val="0"/>
                                          </p:val>
                                        </p:tav>
                                        <p:tav tm="100000">
                                          <p:val>
                                            <p:strVal val="#ppt_h"/>
                                          </p:val>
                                        </p:tav>
                                      </p:tavLst>
                                    </p:anim>
                                  </p:childTnLst>
                                </p:cTn>
                              </p:par>
                              <p:par>
                                <p:cTn id="39" presetID="22" presetClass="entr" presetSubtype="8" fill="hold" nodeType="withEffect">
                                  <p:stCondLst>
                                    <p:cond delay="2250"/>
                                  </p:stCondLst>
                                  <p:childTnLst>
                                    <p:set>
                                      <p:cBhvr>
                                        <p:cTn id="40" dur="1" fill="hold">
                                          <p:stCondLst>
                                            <p:cond delay="0"/>
                                          </p:stCondLst>
                                        </p:cTn>
                                        <p:tgtEl>
                                          <p:spTgt spid="63"/>
                                        </p:tgtEl>
                                        <p:attrNameLst>
                                          <p:attrName>style.visibility</p:attrName>
                                        </p:attrNameLst>
                                      </p:cBhvr>
                                      <p:to>
                                        <p:strVal val="visible"/>
                                      </p:to>
                                    </p:set>
                                    <p:animEffect transition="in" filter="wipe(left)">
                                      <p:cBhvr>
                                        <p:cTn id="41" dur="500"/>
                                        <p:tgtEl>
                                          <p:spTgt spid="63"/>
                                        </p:tgtEl>
                                      </p:cBhvr>
                                    </p:animEffect>
                                  </p:childTnLst>
                                </p:cTn>
                              </p:par>
                              <p:par>
                                <p:cTn id="42" presetID="22" presetClass="entr" presetSubtype="2" fill="hold" nodeType="withEffect">
                                  <p:stCondLst>
                                    <p:cond delay="2250"/>
                                  </p:stCondLst>
                                  <p:childTnLst>
                                    <p:set>
                                      <p:cBhvr>
                                        <p:cTn id="43" dur="1" fill="hold">
                                          <p:stCondLst>
                                            <p:cond delay="0"/>
                                          </p:stCondLst>
                                        </p:cTn>
                                        <p:tgtEl>
                                          <p:spTgt spid="65"/>
                                        </p:tgtEl>
                                        <p:attrNameLst>
                                          <p:attrName>style.visibility</p:attrName>
                                        </p:attrNameLst>
                                      </p:cBhvr>
                                      <p:to>
                                        <p:strVal val="visible"/>
                                      </p:to>
                                    </p:set>
                                    <p:animEffect transition="in" filter="wipe(right)">
                                      <p:cBhvr>
                                        <p:cTn id="44" dur="500"/>
                                        <p:tgtEl>
                                          <p:spTgt spid="65"/>
                                        </p:tgtEl>
                                      </p:cBhvr>
                                    </p:animEffect>
                                  </p:childTnLst>
                                </p:cTn>
                              </p:par>
                              <p:par>
                                <p:cTn id="45" presetID="10" presetClass="entr" presetSubtype="0" fill="hold" nodeType="withEffect">
                                  <p:stCondLst>
                                    <p:cond delay="225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500"/>
                                        <p:tgtEl>
                                          <p:spTgt spid="10"/>
                                        </p:tgtEl>
                                      </p:cBhvr>
                                    </p:animEffect>
                                  </p:childTnLst>
                                </p:cTn>
                              </p:par>
                              <p:par>
                                <p:cTn id="48" presetID="35" presetClass="path" presetSubtype="0" decel="100000" fill="hold" nodeType="withEffect">
                                  <p:stCondLst>
                                    <p:cond delay="2250"/>
                                  </p:stCondLst>
                                  <p:childTnLst>
                                    <p:animMotion origin="layout" path="M 1.04167E-6 -2.22222E-6 L -0.0582 -2.22222E-6 " pathEditMode="relative" rAng="0" ptsTypes="AA">
                                      <p:cBhvr>
                                        <p:cTn id="49" dur="1250" spd="-100000" fill="hold"/>
                                        <p:tgtEl>
                                          <p:spTgt spid="10"/>
                                        </p:tgtEl>
                                        <p:attrNameLst>
                                          <p:attrName>ppt_x</p:attrName>
                                          <p:attrName>ppt_y</p:attrName>
                                        </p:attrNameLst>
                                      </p:cBhvr>
                                      <p:rCtr x="-2917" y="0"/>
                                    </p:animMotion>
                                  </p:childTnLst>
                                </p:cTn>
                              </p:par>
                              <p:par>
                                <p:cTn id="50" presetID="10" presetClass="entr" presetSubtype="0" fill="hold" nodeType="withEffect">
                                  <p:stCondLst>
                                    <p:cond delay="2250"/>
                                  </p:stCondLst>
                                  <p:childTnLst>
                                    <p:set>
                                      <p:cBhvr>
                                        <p:cTn id="51" dur="1" fill="hold">
                                          <p:stCondLst>
                                            <p:cond delay="0"/>
                                          </p:stCondLst>
                                        </p:cTn>
                                        <p:tgtEl>
                                          <p:spTgt spid="45"/>
                                        </p:tgtEl>
                                        <p:attrNameLst>
                                          <p:attrName>style.visibility</p:attrName>
                                        </p:attrNameLst>
                                      </p:cBhvr>
                                      <p:to>
                                        <p:strVal val="visible"/>
                                      </p:to>
                                    </p:set>
                                    <p:animEffect transition="in" filter="fade">
                                      <p:cBhvr>
                                        <p:cTn id="52" dur="500"/>
                                        <p:tgtEl>
                                          <p:spTgt spid="45"/>
                                        </p:tgtEl>
                                      </p:cBhvr>
                                    </p:animEffect>
                                  </p:childTnLst>
                                </p:cTn>
                              </p:par>
                              <p:par>
                                <p:cTn id="53" presetID="63" presetClass="path" presetSubtype="0" decel="100000" fill="hold" nodeType="withEffect">
                                  <p:stCondLst>
                                    <p:cond delay="2250"/>
                                  </p:stCondLst>
                                  <p:childTnLst>
                                    <p:animMotion origin="layout" path="M 4.375E-6 -2.22222E-6 L 0.05208 -2.22222E-6 " pathEditMode="relative" rAng="0" ptsTypes="AA">
                                      <p:cBhvr>
                                        <p:cTn id="54" dur="1250" spd="-100000" fill="hold"/>
                                        <p:tgtEl>
                                          <p:spTgt spid="45"/>
                                        </p:tgtEl>
                                        <p:attrNameLst>
                                          <p:attrName>ppt_x</p:attrName>
                                          <p:attrName>ppt_y</p:attrName>
                                        </p:attrNameLst>
                                      </p:cBhvr>
                                      <p:rCtr x="2604" y="0"/>
                                    </p:animMotion>
                                  </p:childTnLst>
                                </p:cTn>
                              </p:par>
                              <p:par>
                                <p:cTn id="55" presetID="10" presetClass="entr" presetSubtype="0" fill="hold" nodeType="withEffect">
                                  <p:stCondLst>
                                    <p:cond delay="225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500"/>
                                        <p:tgtEl>
                                          <p:spTgt spid="12"/>
                                        </p:tgtEl>
                                      </p:cBhvr>
                                    </p:animEffect>
                                  </p:childTnLst>
                                </p:cTn>
                              </p:par>
                              <p:par>
                                <p:cTn id="58" presetID="63" presetClass="path" presetSubtype="0" decel="100000" fill="hold" nodeType="withEffect">
                                  <p:stCondLst>
                                    <p:cond delay="2250"/>
                                  </p:stCondLst>
                                  <p:childTnLst>
                                    <p:animMotion origin="layout" path="M -2.08333E-7 2.22222E-6 L 0.05208 2.22222E-6 " pathEditMode="relative" rAng="0" ptsTypes="AA">
                                      <p:cBhvr>
                                        <p:cTn id="59" dur="1250" spd="-100000" fill="hold"/>
                                        <p:tgtEl>
                                          <p:spTgt spid="12"/>
                                        </p:tgtEl>
                                        <p:attrNameLst>
                                          <p:attrName>ppt_x</p:attrName>
                                          <p:attrName>ppt_y</p:attrName>
                                        </p:attrNameLst>
                                      </p:cBhvr>
                                      <p:rCtr x="2604" y="0"/>
                                    </p:animMotion>
                                  </p:childTnLst>
                                </p:cTn>
                              </p:par>
                              <p:par>
                                <p:cTn id="60" presetID="10" presetClass="entr" presetSubtype="0" fill="hold" grpId="0" nodeType="withEffect">
                                  <p:stCondLst>
                                    <p:cond delay="2250"/>
                                  </p:stCondLst>
                                  <p:childTnLst>
                                    <p:set>
                                      <p:cBhvr>
                                        <p:cTn id="61" dur="1" fill="hold">
                                          <p:stCondLst>
                                            <p:cond delay="0"/>
                                          </p:stCondLst>
                                        </p:cTn>
                                        <p:tgtEl>
                                          <p:spTgt spid="39"/>
                                        </p:tgtEl>
                                        <p:attrNameLst>
                                          <p:attrName>style.visibility</p:attrName>
                                        </p:attrNameLst>
                                      </p:cBhvr>
                                      <p:to>
                                        <p:strVal val="visible"/>
                                      </p:to>
                                    </p:set>
                                    <p:animEffect transition="in" filter="fade">
                                      <p:cBhvr>
                                        <p:cTn id="62" dur="500"/>
                                        <p:tgtEl>
                                          <p:spTgt spid="39"/>
                                        </p:tgtEl>
                                      </p:cBhvr>
                                    </p:animEffect>
                                  </p:childTnLst>
                                </p:cTn>
                              </p:par>
                              <p:par>
                                <p:cTn id="63" presetID="63" presetClass="path" presetSubtype="0" decel="100000" fill="hold" grpId="1" nodeType="withEffect">
                                  <p:stCondLst>
                                    <p:cond delay="2250"/>
                                  </p:stCondLst>
                                  <p:childTnLst>
                                    <p:animMotion origin="layout" path="M 4.375E-6 -2.22222E-6 L 0.05208 -2.22222E-6 " pathEditMode="relative" rAng="0" ptsTypes="AA">
                                      <p:cBhvr>
                                        <p:cTn id="64" dur="1250" spd="-100000" fill="hold"/>
                                        <p:tgtEl>
                                          <p:spTgt spid="39"/>
                                        </p:tgtEl>
                                        <p:attrNameLst>
                                          <p:attrName>ppt_x</p:attrName>
                                          <p:attrName>ppt_y</p:attrName>
                                        </p:attrNameLst>
                                      </p:cBhvr>
                                      <p:rCtr x="2604" y="0"/>
                                    </p:animMotion>
                                  </p:childTnLst>
                                </p:cTn>
                              </p:par>
                              <p:par>
                                <p:cTn id="65" presetID="10" presetClass="entr" presetSubtype="0" fill="hold" grpId="0" nodeType="withEffect">
                                  <p:stCondLst>
                                    <p:cond delay="2250"/>
                                  </p:stCondLst>
                                  <p:childTnLst>
                                    <p:set>
                                      <p:cBhvr>
                                        <p:cTn id="66" dur="1" fill="hold">
                                          <p:stCondLst>
                                            <p:cond delay="0"/>
                                          </p:stCondLst>
                                        </p:cTn>
                                        <p:tgtEl>
                                          <p:spTgt spid="15"/>
                                        </p:tgtEl>
                                        <p:attrNameLst>
                                          <p:attrName>style.visibility</p:attrName>
                                        </p:attrNameLst>
                                      </p:cBhvr>
                                      <p:to>
                                        <p:strVal val="visible"/>
                                      </p:to>
                                    </p:set>
                                    <p:animEffect transition="in" filter="fade">
                                      <p:cBhvr>
                                        <p:cTn id="67" dur="500"/>
                                        <p:tgtEl>
                                          <p:spTgt spid="15"/>
                                        </p:tgtEl>
                                      </p:cBhvr>
                                    </p:animEffect>
                                  </p:childTnLst>
                                </p:cTn>
                              </p:par>
                              <p:par>
                                <p:cTn id="68" presetID="63" presetClass="path" presetSubtype="0" decel="100000" fill="hold" grpId="1" nodeType="withEffect">
                                  <p:stCondLst>
                                    <p:cond delay="2250"/>
                                  </p:stCondLst>
                                  <p:childTnLst>
                                    <p:animMotion origin="layout" path="M 4.375E-6 -2.22222E-6 L 0.05208 -2.22222E-6 " pathEditMode="relative" rAng="0" ptsTypes="AA">
                                      <p:cBhvr>
                                        <p:cTn id="69" dur="1250" spd="-100000" fill="hold"/>
                                        <p:tgtEl>
                                          <p:spTgt spid="15"/>
                                        </p:tgtEl>
                                        <p:attrNameLst>
                                          <p:attrName>ppt_x</p:attrName>
                                          <p:attrName>ppt_y</p:attrName>
                                        </p:attrNameLst>
                                      </p:cBhvr>
                                      <p:rCtr x="2604"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64" grpId="0" bldLvl="0" animBg="1"/>
      <p:bldP spid="66" grpId="0" bldLvl="0" animBg="1"/>
      <p:bldP spid="75" grpId="0" bldLvl="0" animBg="1"/>
      <p:bldP spid="39" grpId="0"/>
      <p:bldP spid="39" grpId="1"/>
      <p:bldP spid="15" grpId="0"/>
      <p:bldP spid="15"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任意多边形: 形状 126"/>
          <p:cNvSpPr/>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flip="none" rotWithShape="1">
            <a:gsLst>
              <a:gs pos="0">
                <a:srgbClr val="FAD77E">
                  <a:lumMod val="20000"/>
                  <a:lumOff val="80000"/>
                </a:srgbClr>
              </a:gs>
              <a:gs pos="54000">
                <a:schemeClr val="accent3">
                  <a:lumMod val="75000"/>
                </a:schemeClr>
              </a:gs>
              <a:gs pos="100000">
                <a:schemeClr val="accent2">
                  <a:lumMod val="50000"/>
                </a:schemeClr>
              </a:gs>
            </a:gsLst>
            <a:path path="circle">
              <a:fillToRect l="50000" t="130000" r="50000" b="-30000"/>
            </a:path>
            <a:tileRect/>
          </a:gra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Regular"/>
              <a:ea typeface="思源黑体 CN Regular"/>
              <a:cs typeface="+mn-cs"/>
            </a:endParaRPr>
          </a:p>
        </p:txBody>
      </p:sp>
      <p:pic>
        <p:nvPicPr>
          <p:cNvPr id="122" name="Picture 119"/>
          <p:cNvPicPr>
            <a:picLocks noChangeAspect="1"/>
          </p:cNvPicPr>
          <p:nvPr/>
        </p:nvPicPr>
        <p:blipFill>
          <a:blip r:embed="rId1"/>
          <a:stretch>
            <a:fillRect/>
          </a:stretch>
        </p:blipFill>
        <p:spPr>
          <a:xfrm>
            <a:off x="6579038" y="-423714"/>
            <a:ext cx="5608320" cy="6858000"/>
          </a:xfrm>
          <a:prstGeom prst="rect">
            <a:avLst/>
          </a:prstGeom>
        </p:spPr>
      </p:pic>
      <p:pic>
        <p:nvPicPr>
          <p:cNvPr id="135" name="Picture 132"/>
          <p:cNvPicPr>
            <a:picLocks noChangeAspect="1"/>
          </p:cNvPicPr>
          <p:nvPr/>
        </p:nvPicPr>
        <p:blipFill>
          <a:blip r:embed="rId2"/>
          <a:stretch>
            <a:fillRect/>
          </a:stretch>
        </p:blipFill>
        <p:spPr>
          <a:xfrm>
            <a:off x="4312607" y="0"/>
            <a:ext cx="7782155" cy="6235700"/>
          </a:xfrm>
          <a:prstGeom prst="rect">
            <a:avLst/>
          </a:prstGeom>
        </p:spPr>
      </p:pic>
      <p:pic>
        <p:nvPicPr>
          <p:cNvPr id="5" name="Picture 1046"/>
          <p:cNvPicPr>
            <a:picLocks noChangeAspect="1"/>
          </p:cNvPicPr>
          <p:nvPr/>
        </p:nvPicPr>
        <p:blipFill>
          <a:blip r:embed="rId3"/>
          <a:stretch>
            <a:fillRect/>
          </a:stretch>
        </p:blipFill>
        <p:spPr>
          <a:xfrm>
            <a:off x="10243" y="4021183"/>
            <a:ext cx="12185106" cy="2869592"/>
          </a:xfrm>
          <a:prstGeom prst="rect">
            <a:avLst/>
          </a:prstGeom>
        </p:spPr>
      </p:pic>
      <p:grpSp>
        <p:nvGrpSpPr>
          <p:cNvPr id="141" name="组合 140"/>
          <p:cNvGrpSpPr/>
          <p:nvPr/>
        </p:nvGrpSpPr>
        <p:grpSpPr>
          <a:xfrm>
            <a:off x="-1111817" y="1605742"/>
            <a:ext cx="9829353" cy="3152834"/>
            <a:chOff x="-1198766" y="1399948"/>
            <a:chExt cx="9829353" cy="3152834"/>
          </a:xfrm>
        </p:grpSpPr>
        <p:pic>
          <p:nvPicPr>
            <p:cNvPr id="111" name="图片 110"/>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Lst>
            </a:blip>
            <a:srcRect t="24405" b="17763"/>
            <a:stretch>
              <a:fillRect/>
            </a:stretch>
          </p:blipFill>
          <p:spPr>
            <a:xfrm rot="3691259">
              <a:off x="396584" y="3635238"/>
              <a:ext cx="1007909" cy="827179"/>
            </a:xfrm>
            <a:custGeom>
              <a:avLst/>
              <a:gdLst>
                <a:gd name="connsiteX0" fmla="*/ 0 w 5444200"/>
                <a:gd name="connsiteY0" fmla="*/ 0 h 3152023"/>
                <a:gd name="connsiteX1" fmla="*/ 5444200 w 5444200"/>
                <a:gd name="connsiteY1" fmla="*/ 0 h 3152023"/>
                <a:gd name="connsiteX2" fmla="*/ 5444200 w 5444200"/>
                <a:gd name="connsiteY2" fmla="*/ 3152023 h 3152023"/>
                <a:gd name="connsiteX3" fmla="*/ 0 w 5444200"/>
                <a:gd name="connsiteY3" fmla="*/ 3152023 h 3152023"/>
              </a:gdLst>
              <a:ahLst/>
              <a:cxnLst>
                <a:cxn ang="0">
                  <a:pos x="connsiteX0" y="connsiteY0"/>
                </a:cxn>
                <a:cxn ang="0">
                  <a:pos x="connsiteX1" y="connsiteY1"/>
                </a:cxn>
                <a:cxn ang="0">
                  <a:pos x="connsiteX2" y="connsiteY2"/>
                </a:cxn>
                <a:cxn ang="0">
                  <a:pos x="connsiteX3" y="connsiteY3"/>
                </a:cxn>
              </a:cxnLst>
              <a:rect l="l" t="t" r="r" b="b"/>
              <a:pathLst>
                <a:path w="5444200" h="3152023">
                  <a:moveTo>
                    <a:pt x="0" y="0"/>
                  </a:moveTo>
                  <a:lnTo>
                    <a:pt x="5444200" y="0"/>
                  </a:lnTo>
                  <a:lnTo>
                    <a:pt x="5444200" y="3152023"/>
                  </a:lnTo>
                  <a:lnTo>
                    <a:pt x="0" y="3152023"/>
                  </a:lnTo>
                  <a:close/>
                </a:path>
              </a:pathLst>
            </a:custGeom>
            <a:effectLst/>
          </p:spPr>
        </p:pic>
        <p:sp>
          <p:nvSpPr>
            <p:cNvPr id="116" name="文本框 115"/>
            <p:cNvSpPr txBox="1"/>
            <p:nvPr/>
          </p:nvSpPr>
          <p:spPr>
            <a:xfrm>
              <a:off x="-86693" y="2720679"/>
              <a:ext cx="8717280" cy="1568450"/>
            </a:xfrm>
            <a:prstGeom prst="rect">
              <a:avLst/>
            </a:prstGeom>
            <a:noFill/>
          </p:spPr>
          <p:txBody>
            <a:bodyPr wrap="none" rtlCol="0">
              <a:spAutoFit/>
            </a:bodyPr>
            <a:lstStyle>
              <a:defPPr>
                <a:defRPr lang="zh-CN"/>
              </a:defPPr>
              <a:lvl1pPr algn="ctr">
                <a:defRPr sz="8000">
                  <a:gradFill flip="none" rotWithShape="1">
                    <a:gsLst>
                      <a:gs pos="97279">
                        <a:schemeClr val="accent2">
                          <a:lumMod val="20000"/>
                          <a:lumOff val="80000"/>
                        </a:schemeClr>
                      </a:gs>
                      <a:gs pos="57000">
                        <a:schemeClr val="accent2">
                          <a:lumMod val="20000"/>
                          <a:lumOff val="80000"/>
                        </a:schemeClr>
                      </a:gs>
                      <a:gs pos="7000">
                        <a:schemeClr val="accent2">
                          <a:lumMod val="20000"/>
                          <a:lumOff val="80000"/>
                        </a:schemeClr>
                      </a:gs>
                      <a:gs pos="80000">
                        <a:schemeClr val="accent2"/>
                      </a:gs>
                      <a:gs pos="37000">
                        <a:schemeClr val="accent2"/>
                      </a:gs>
                    </a:gsLst>
                    <a:lin ang="0" scaled="1"/>
                    <a:tileRect/>
                  </a:gradFill>
                  <a:effectLst>
                    <a:outerShdw blurRad="50800" dist="38100" dir="5400000" algn="t" rotWithShape="0">
                      <a:schemeClr val="accent1">
                        <a:lumMod val="75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600" b="0" i="0" u="none" strike="noStrike" kern="0" cap="none" spc="0" normalizeH="0" baseline="0" noProof="0" dirty="0">
                  <a:ln>
                    <a:noFill/>
                  </a:ln>
                  <a:gradFill flip="none" rotWithShape="1">
                    <a:gsLst>
                      <a:gs pos="100000">
                        <a:prstClr val="white"/>
                      </a:gs>
                      <a:gs pos="7000">
                        <a:prstClr val="white"/>
                      </a:gs>
                      <a:gs pos="43000">
                        <a:srgbClr val="206252">
                          <a:lumMod val="20000"/>
                          <a:lumOff val="80000"/>
                        </a:srgbClr>
                      </a:gs>
                    </a:gsLst>
                    <a:lin ang="0" scaled="1"/>
                    <a:tileRect/>
                  </a:gradFill>
                  <a:effectLst>
                    <a:outerShdw blurRad="50800" dist="38100" dir="5400000" algn="t" rotWithShape="0">
                      <a:srgbClr val="206252">
                        <a:lumMod val="60000"/>
                        <a:lumOff val="40000"/>
                      </a:srgbClr>
                    </a:outerShdw>
                  </a:effectLst>
                  <a:uLnTx/>
                  <a:uFillTx/>
                  <a:latin typeface="微软雅黑" panose="020B0503020204020204" charset="-122"/>
                  <a:ea typeface="微软雅黑" panose="020B0503020204020204" charset="-122"/>
                  <a:sym typeface="阿里妈妈数黑体" pitchFamily="2" charset="-122"/>
                </a:rPr>
                <a:t>调查设计与实施</a:t>
              </a:r>
              <a:endParaRPr kumimoji="0" lang="zh-CN" altLang="en-US" sz="9600" b="0" i="0" u="none" strike="noStrike" kern="0" cap="none" spc="0" normalizeH="0" baseline="0" noProof="0" dirty="0">
                <a:ln>
                  <a:noFill/>
                </a:ln>
                <a:gradFill flip="none" rotWithShape="1">
                  <a:gsLst>
                    <a:gs pos="100000">
                      <a:prstClr val="white"/>
                    </a:gs>
                    <a:gs pos="7000">
                      <a:prstClr val="white"/>
                    </a:gs>
                    <a:gs pos="43000">
                      <a:srgbClr val="206252">
                        <a:lumMod val="20000"/>
                        <a:lumOff val="80000"/>
                      </a:srgbClr>
                    </a:gs>
                  </a:gsLst>
                  <a:lin ang="0" scaled="1"/>
                  <a:tileRect/>
                </a:gradFill>
                <a:effectLst>
                  <a:outerShdw blurRad="50800" dist="38100" dir="5400000" algn="t" rotWithShape="0">
                    <a:srgbClr val="206252">
                      <a:lumMod val="60000"/>
                      <a:lumOff val="40000"/>
                    </a:srgbClr>
                  </a:outerShdw>
                </a:effectLst>
                <a:uLnTx/>
                <a:uFillTx/>
                <a:latin typeface="微软雅黑" panose="020B0503020204020204" charset="-122"/>
                <a:ea typeface="微软雅黑" panose="020B0503020204020204" charset="-122"/>
                <a:sym typeface="阿里妈妈数黑体" pitchFamily="2" charset="-122"/>
              </a:endParaRPr>
            </a:p>
          </p:txBody>
        </p:sp>
        <p:sp>
          <p:nvSpPr>
            <p:cNvPr id="117" name="文本框 116"/>
            <p:cNvSpPr txBox="1"/>
            <p:nvPr/>
          </p:nvSpPr>
          <p:spPr>
            <a:xfrm>
              <a:off x="1348908" y="1399948"/>
              <a:ext cx="4564380" cy="1861185"/>
            </a:xfrm>
            <a:prstGeom prst="rect">
              <a:avLst/>
            </a:prstGeom>
            <a:noFill/>
          </p:spPr>
          <p:txBody>
            <a:bodyPr wrap="none" rtlCol="0">
              <a:spAutoFit/>
            </a:bodyPr>
            <a:lstStyle>
              <a:defPPr>
                <a:defRPr lang="zh-CN"/>
              </a:defPPr>
              <a:lvl1pPr algn="ctr">
                <a:defRPr sz="8000">
                  <a:gradFill flip="none" rotWithShape="1">
                    <a:gsLst>
                      <a:gs pos="97279">
                        <a:schemeClr val="accent2">
                          <a:lumMod val="20000"/>
                          <a:lumOff val="80000"/>
                        </a:schemeClr>
                      </a:gs>
                      <a:gs pos="57000">
                        <a:schemeClr val="accent2">
                          <a:lumMod val="20000"/>
                          <a:lumOff val="80000"/>
                        </a:schemeClr>
                      </a:gs>
                      <a:gs pos="7000">
                        <a:schemeClr val="accent2">
                          <a:lumMod val="20000"/>
                          <a:lumOff val="80000"/>
                        </a:schemeClr>
                      </a:gs>
                      <a:gs pos="80000">
                        <a:schemeClr val="accent2"/>
                      </a:gs>
                      <a:gs pos="37000">
                        <a:schemeClr val="accent2"/>
                      </a:gs>
                    </a:gsLst>
                    <a:lin ang="0" scaled="1"/>
                    <a:tileRect/>
                  </a:gradFill>
                  <a:effectLst>
                    <a:outerShdw blurRad="50800" dist="38100" dir="5400000" algn="t" rotWithShape="0">
                      <a:schemeClr val="accent1">
                        <a:lumMod val="75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500" b="0" i="1" u="none" strike="noStrike" kern="0" cap="none" spc="0" normalizeH="0" baseline="0" noProof="0" dirty="0">
                  <a:ln w="22225">
                    <a:gradFill flip="none" rotWithShape="1">
                      <a:gsLst>
                        <a:gs pos="24000">
                          <a:srgbClr val="FAD77E">
                            <a:lumMod val="20000"/>
                            <a:lumOff val="80000"/>
                          </a:srgbClr>
                        </a:gs>
                        <a:gs pos="76000">
                          <a:srgbClr val="FAD77E">
                            <a:lumMod val="20000"/>
                            <a:lumOff val="80000"/>
                            <a:alpha val="0"/>
                          </a:srgbClr>
                        </a:gs>
                      </a:gsLst>
                      <a:lin ang="5400000" scaled="1"/>
                      <a:tileRect/>
                    </a:gradFill>
                  </a:ln>
                  <a:gradFill flip="none" rotWithShape="1">
                    <a:gsLst>
                      <a:gs pos="15000">
                        <a:srgbClr val="FAD77E">
                          <a:lumMod val="20000"/>
                          <a:lumOff val="80000"/>
                          <a:alpha val="22000"/>
                        </a:srgbClr>
                      </a:gs>
                      <a:gs pos="68000">
                        <a:srgbClr val="FAD77E">
                          <a:lumMod val="20000"/>
                          <a:lumOff val="80000"/>
                          <a:alpha val="0"/>
                        </a:srgbClr>
                      </a:gs>
                    </a:gsLst>
                    <a:lin ang="5400000" scaled="1"/>
                    <a:tileRect/>
                  </a:gradFill>
                  <a:effectLst/>
                  <a:uLnTx/>
                  <a:uFillTx/>
                  <a:latin typeface="思源宋体 CN Heavy"/>
                  <a:ea typeface="思源宋体 CN Heavy"/>
                  <a:cs typeface="+mn-cs"/>
                </a:rPr>
                <a:t>PART 3</a:t>
              </a:r>
              <a:endParaRPr kumimoji="0" lang="zh-CN" altLang="en-US" sz="11500" b="0" i="1" u="none" strike="noStrike" kern="0" cap="none" spc="0" normalizeH="0" baseline="0" noProof="0" dirty="0">
                <a:ln w="22225">
                  <a:gradFill flip="none" rotWithShape="1">
                    <a:gsLst>
                      <a:gs pos="24000">
                        <a:srgbClr val="FAD77E">
                          <a:lumMod val="20000"/>
                          <a:lumOff val="80000"/>
                        </a:srgbClr>
                      </a:gs>
                      <a:gs pos="76000">
                        <a:srgbClr val="FAD77E">
                          <a:lumMod val="20000"/>
                          <a:lumOff val="80000"/>
                          <a:alpha val="0"/>
                        </a:srgbClr>
                      </a:gs>
                    </a:gsLst>
                    <a:lin ang="5400000" scaled="1"/>
                    <a:tileRect/>
                  </a:gradFill>
                </a:ln>
                <a:gradFill flip="none" rotWithShape="1">
                  <a:gsLst>
                    <a:gs pos="15000">
                      <a:srgbClr val="FAD77E">
                        <a:lumMod val="20000"/>
                        <a:lumOff val="80000"/>
                        <a:alpha val="22000"/>
                      </a:srgbClr>
                    </a:gs>
                    <a:gs pos="68000">
                      <a:srgbClr val="FAD77E">
                        <a:lumMod val="20000"/>
                        <a:lumOff val="80000"/>
                        <a:alpha val="0"/>
                      </a:srgbClr>
                    </a:gs>
                  </a:gsLst>
                  <a:lin ang="5400000" scaled="1"/>
                  <a:tileRect/>
                </a:gradFill>
                <a:effectLst/>
                <a:uLnTx/>
                <a:uFillTx/>
                <a:latin typeface="思源宋体 CN Heavy"/>
                <a:ea typeface="思源宋体 CN Heavy"/>
                <a:cs typeface="+mn-cs"/>
              </a:endParaRPr>
            </a:p>
          </p:txBody>
        </p:sp>
        <p:cxnSp>
          <p:nvCxnSpPr>
            <p:cNvPr id="136" name="直接连接符 135"/>
            <p:cNvCxnSpPr/>
            <p:nvPr/>
          </p:nvCxnSpPr>
          <p:spPr>
            <a:xfrm flipV="1">
              <a:off x="580355" y="1399948"/>
              <a:ext cx="7023551" cy="0"/>
            </a:xfrm>
            <a:prstGeom prst="line">
              <a:avLst/>
            </a:prstGeom>
            <a:noFill/>
            <a:ln w="9525" cap="flat" cmpd="sng" algn="ctr">
              <a:gradFill>
                <a:gsLst>
                  <a:gs pos="0">
                    <a:schemeClr val="bg1"/>
                  </a:gs>
                  <a:gs pos="82000">
                    <a:schemeClr val="bg1">
                      <a:alpha val="0"/>
                    </a:schemeClr>
                  </a:gs>
                </a:gsLst>
                <a:lin ang="0" scaled="0"/>
              </a:gradFill>
              <a:prstDash val="solid"/>
              <a:miter lim="800000"/>
            </a:ln>
            <a:effectLst/>
          </p:spPr>
        </p:cxnSp>
        <p:grpSp>
          <p:nvGrpSpPr>
            <p:cNvPr id="137" name="组合 136"/>
            <p:cNvGrpSpPr/>
            <p:nvPr/>
          </p:nvGrpSpPr>
          <p:grpSpPr>
            <a:xfrm>
              <a:off x="4092130" y="4111884"/>
              <a:ext cx="2501787" cy="228031"/>
              <a:chOff x="4178932" y="1978005"/>
              <a:chExt cx="616525" cy="142461"/>
            </a:xfrm>
          </p:grpSpPr>
          <p:sp>
            <p:nvSpPr>
              <p:cNvPr id="138" name="平行四边形 137"/>
              <p:cNvSpPr/>
              <p:nvPr/>
            </p:nvSpPr>
            <p:spPr>
              <a:xfrm flipH="1" flipV="1">
                <a:off x="4281389" y="1978005"/>
                <a:ext cx="514068" cy="111045"/>
              </a:xfrm>
              <a:prstGeom prst="parallelogram">
                <a:avLst/>
              </a:prstGeom>
              <a:gradFill>
                <a:gsLst>
                  <a:gs pos="0">
                    <a:schemeClr val="accent1">
                      <a:lumMod val="40000"/>
                      <a:lumOff val="60000"/>
                    </a:schemeClr>
                  </a:gs>
                  <a:gs pos="59000">
                    <a:schemeClr val="bg1">
                      <a:alpha val="0"/>
                    </a:schemeClr>
                  </a:gs>
                </a:gsLst>
                <a:lin ang="0" scaled="1"/>
              </a:gradFill>
              <a:ln w="12700" cap="flat" cmpd="sng" algn="ctr">
                <a:noFill/>
                <a:prstDash val="solid"/>
                <a:miter lim="800000"/>
              </a:ln>
              <a:effectLst/>
            </p:spPr>
            <p:txBody>
              <a:bodyPr lIns="80467" tIns="40234" rIns="80467" bIns="40234"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585"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9" name="平行四边形 138"/>
              <p:cNvSpPr/>
              <p:nvPr/>
            </p:nvSpPr>
            <p:spPr>
              <a:xfrm flipH="1" flipV="1">
                <a:off x="4178932" y="2048105"/>
                <a:ext cx="501708" cy="72361"/>
              </a:xfrm>
              <a:prstGeom prst="parallelogram">
                <a:avLst/>
              </a:prstGeom>
              <a:gradFill>
                <a:gsLst>
                  <a:gs pos="0">
                    <a:schemeClr val="accent1">
                      <a:lumMod val="40000"/>
                      <a:lumOff val="60000"/>
                    </a:schemeClr>
                  </a:gs>
                  <a:gs pos="59000">
                    <a:schemeClr val="bg1">
                      <a:alpha val="0"/>
                    </a:schemeClr>
                  </a:gs>
                </a:gsLst>
                <a:lin ang="0" scaled="1"/>
              </a:gradFill>
              <a:ln w="12700" cap="flat" cmpd="sng" algn="ctr">
                <a:noFill/>
                <a:prstDash val="solid"/>
                <a:miter lim="800000"/>
              </a:ln>
              <a:effectLst/>
            </p:spPr>
            <p:txBody>
              <a:bodyPr lIns="80467" tIns="40234" rIns="80467" bIns="40234"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585"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cxnSp>
          <p:nvCxnSpPr>
            <p:cNvPr id="140" name="直接连接符 139"/>
            <p:cNvCxnSpPr/>
            <p:nvPr/>
          </p:nvCxnSpPr>
          <p:spPr>
            <a:xfrm flipH="1" flipV="1">
              <a:off x="-1198766" y="4424486"/>
              <a:ext cx="7023551" cy="0"/>
            </a:xfrm>
            <a:prstGeom prst="line">
              <a:avLst/>
            </a:prstGeom>
            <a:noFill/>
            <a:ln w="9525" cap="flat" cmpd="sng" algn="ctr">
              <a:gradFill>
                <a:gsLst>
                  <a:gs pos="0">
                    <a:schemeClr val="accent1">
                      <a:lumMod val="20000"/>
                      <a:lumOff val="80000"/>
                    </a:schemeClr>
                  </a:gs>
                  <a:gs pos="82000">
                    <a:schemeClr val="accent1">
                      <a:lumMod val="20000"/>
                      <a:lumOff val="80000"/>
                      <a:alpha val="0"/>
                    </a:schemeClr>
                  </a:gs>
                </a:gsLst>
                <a:lin ang="0" scaled="0"/>
              </a:gradFill>
              <a:prstDash val="solid"/>
              <a:miter lim="800000"/>
            </a:ln>
            <a:effectLst/>
          </p:spPr>
        </p:cxnSp>
      </p:grpSp>
    </p:spTree>
    <p:custDataLst>
      <p:tags r:id="rId6"/>
    </p:custDataLst>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 name="图片 60"/>
          <p:cNvPicPr>
            <a:picLocks noChangeAspect="1"/>
          </p:cNvPicPr>
          <p:nvPr/>
        </p:nvPicPr>
        <p:blipFill>
          <a:blip r:embed="rId1"/>
          <a:srcRect l="1166" t="25263"/>
          <a:stretch>
            <a:fillRect/>
          </a:stretch>
        </p:blipFill>
        <p:spPr>
          <a:xfrm>
            <a:off x="1" y="1"/>
            <a:ext cx="12174415" cy="5125479"/>
          </a:xfrm>
          <a:custGeom>
            <a:avLst/>
            <a:gdLst>
              <a:gd name="connsiteX0" fmla="*/ 0 w 12174415"/>
              <a:gd name="connsiteY0" fmla="*/ 0 h 5125479"/>
              <a:gd name="connsiteX1" fmla="*/ 12174415 w 12174415"/>
              <a:gd name="connsiteY1" fmla="*/ 0 h 5125479"/>
              <a:gd name="connsiteX2" fmla="*/ 12174415 w 12174415"/>
              <a:gd name="connsiteY2" fmla="*/ 5125479 h 5125479"/>
              <a:gd name="connsiteX3" fmla="*/ 0 w 12174415"/>
              <a:gd name="connsiteY3" fmla="*/ 5125479 h 5125479"/>
            </a:gdLst>
            <a:ahLst/>
            <a:cxnLst>
              <a:cxn ang="0">
                <a:pos x="connsiteX0" y="connsiteY0"/>
              </a:cxn>
              <a:cxn ang="0">
                <a:pos x="connsiteX1" y="connsiteY1"/>
              </a:cxn>
              <a:cxn ang="0">
                <a:pos x="connsiteX2" y="connsiteY2"/>
              </a:cxn>
              <a:cxn ang="0">
                <a:pos x="connsiteX3" y="connsiteY3"/>
              </a:cxn>
            </a:cxnLst>
            <a:rect l="l" t="t" r="r" b="b"/>
            <a:pathLst>
              <a:path w="12174415" h="5125479">
                <a:moveTo>
                  <a:pt x="0" y="0"/>
                </a:moveTo>
                <a:lnTo>
                  <a:pt x="12174415" y="0"/>
                </a:lnTo>
                <a:lnTo>
                  <a:pt x="12174415" y="5125479"/>
                </a:lnTo>
                <a:lnTo>
                  <a:pt x="0" y="5125479"/>
                </a:lnTo>
                <a:close/>
              </a:path>
            </a:pathLst>
          </a:custGeom>
        </p:spPr>
      </p:pic>
      <p:grpSp>
        <p:nvGrpSpPr>
          <p:cNvPr id="4" name="组合 3"/>
          <p:cNvGrpSpPr/>
          <p:nvPr/>
        </p:nvGrpSpPr>
        <p:grpSpPr>
          <a:xfrm>
            <a:off x="-801446" y="0"/>
            <a:ext cx="13073260" cy="902312"/>
            <a:chOff x="-801446" y="0"/>
            <a:chExt cx="13073260" cy="902312"/>
          </a:xfrm>
        </p:grpSpPr>
        <p:sp>
          <p:nvSpPr>
            <p:cNvPr id="13" name="PA-任意多边形 900"/>
            <p:cNvSpPr/>
            <p:nvPr>
              <p:custDataLst>
                <p:tags r:id="rId2"/>
              </p:custDataLst>
            </p:nvPr>
          </p:nvSpPr>
          <p:spPr>
            <a:xfrm flipV="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91000">
                  <a:schemeClr val="accent2">
                    <a:lumMod val="75000"/>
                  </a:schemeClr>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6" name="PA-任意多边形 46"/>
            <p:cNvSpPr/>
            <p:nvPr>
              <p:custDataLst>
                <p:tags r:id="rId3"/>
              </p:custDataLst>
            </p:nvPr>
          </p:nvSpPr>
          <p:spPr>
            <a:xfrm>
              <a:off x="17585" y="140988"/>
              <a:ext cx="10477775" cy="713837"/>
            </a:xfrm>
            <a:custGeom>
              <a:avLst/>
              <a:gdLst>
                <a:gd name="connsiteX0" fmla="*/ 0 w 10477775"/>
                <a:gd name="connsiteY0" fmla="*/ 0 h 713837"/>
                <a:gd name="connsiteX1" fmla="*/ 9872819 w 10477775"/>
                <a:gd name="connsiteY1" fmla="*/ 0 h 713837"/>
                <a:gd name="connsiteX2" fmla="*/ 10477775 w 10477775"/>
                <a:gd name="connsiteY2" fmla="*/ 713837 h 713837"/>
                <a:gd name="connsiteX3" fmla="*/ 0 w 10477775"/>
                <a:gd name="connsiteY3" fmla="*/ 713837 h 713837"/>
                <a:gd name="connsiteX4" fmla="*/ 0 w 10477775"/>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775" h="713837">
                  <a:moveTo>
                    <a:pt x="0" y="0"/>
                  </a:moveTo>
                  <a:lnTo>
                    <a:pt x="9872819" y="0"/>
                  </a:lnTo>
                  <a:lnTo>
                    <a:pt x="10477775" y="713837"/>
                  </a:lnTo>
                  <a:lnTo>
                    <a:pt x="0" y="713837"/>
                  </a:lnTo>
                  <a:lnTo>
                    <a:pt x="0" y="0"/>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7" name="PA-任意多边形 50"/>
            <p:cNvSpPr/>
            <p:nvPr>
              <p:custDataLst>
                <p:tags r:id="rId4"/>
              </p:custDataLst>
            </p:nvPr>
          </p:nvSpPr>
          <p:spPr>
            <a:xfrm>
              <a:off x="79814" y="136543"/>
              <a:ext cx="12192000" cy="713837"/>
            </a:xfrm>
            <a:custGeom>
              <a:avLst/>
              <a:gdLst>
                <a:gd name="connsiteX0" fmla="*/ 0 w 12192000"/>
                <a:gd name="connsiteY0" fmla="*/ 0 h 713837"/>
                <a:gd name="connsiteX1" fmla="*/ 12192000 w 12192000"/>
                <a:gd name="connsiteY1" fmla="*/ 0 h 713837"/>
                <a:gd name="connsiteX2" fmla="*/ 12192000 w 12192000"/>
                <a:gd name="connsiteY2" fmla="*/ 713837 h 713837"/>
                <a:gd name="connsiteX3" fmla="*/ 0 w 12192000"/>
                <a:gd name="connsiteY3" fmla="*/ 713837 h 713837"/>
              </a:gdLst>
              <a:ahLst/>
              <a:cxnLst>
                <a:cxn ang="0">
                  <a:pos x="connsiteX0" y="connsiteY0"/>
                </a:cxn>
                <a:cxn ang="0">
                  <a:pos x="connsiteX1" y="connsiteY1"/>
                </a:cxn>
                <a:cxn ang="0">
                  <a:pos x="connsiteX2" y="connsiteY2"/>
                </a:cxn>
                <a:cxn ang="0">
                  <a:pos x="connsiteX3" y="connsiteY3"/>
                </a:cxn>
              </a:cxnLst>
              <a:rect l="l" t="t" r="r" b="b"/>
              <a:pathLst>
                <a:path w="12192000" h="713837">
                  <a:moveTo>
                    <a:pt x="0" y="0"/>
                  </a:moveTo>
                  <a:lnTo>
                    <a:pt x="12192000" y="0"/>
                  </a:lnTo>
                  <a:lnTo>
                    <a:pt x="12192000" y="713837"/>
                  </a:lnTo>
                  <a:lnTo>
                    <a:pt x="0" y="713837"/>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mn-cs"/>
              </a:endParaRPr>
            </a:p>
          </p:txBody>
        </p:sp>
        <p:sp>
          <p:nvSpPr>
            <p:cNvPr id="22" name="PA-文本框 24"/>
            <p:cNvSpPr txBox="1"/>
            <p:nvPr>
              <p:custDataLst>
                <p:tags r:id="rId5"/>
              </p:custDataLst>
            </p:nvPr>
          </p:nvSpPr>
          <p:spPr>
            <a:xfrm>
              <a:off x="1600150" y="236296"/>
              <a:ext cx="1620957" cy="523220"/>
            </a:xfrm>
            <a:prstGeom prst="rect">
              <a:avLst/>
            </a:prstGeom>
            <a:noFill/>
          </p:spPr>
          <p:txBody>
            <a:bodyPr wrap="none">
              <a:spAutoFit/>
            </a:bodyPr>
            <a:lstStyle>
              <a:defPPr>
                <a:defRPr lang="zh-CN"/>
              </a:defPPr>
              <a:lvl1pPr>
                <a:defRPr sz="2400" b="1">
                  <a:gradFill>
                    <a:gsLst>
                      <a:gs pos="100000">
                        <a:schemeClr val="accent1">
                          <a:lumMod val="50000"/>
                        </a:schemeClr>
                      </a:gs>
                      <a:gs pos="17000">
                        <a:schemeClr val="accent1">
                          <a:lumMod val="50000"/>
                        </a:schemeClr>
                      </a:gs>
                    </a:gsLst>
                    <a:path path="circle">
                      <a:fillToRect r="100000" b="100000"/>
                    </a:path>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dirty="0">
                  <a:gradFill>
                    <a:gsLst>
                      <a:gs pos="100000">
                        <a:srgbClr val="206252">
                          <a:lumMod val="50000"/>
                        </a:srgbClr>
                      </a:gs>
                      <a:gs pos="17000">
                        <a:srgbClr val="206252">
                          <a:lumMod val="75000"/>
                        </a:srgbClr>
                      </a:gs>
                    </a:gsLst>
                    <a:path path="circle">
                      <a:fillToRect r="100000" b="100000"/>
                    </a:path>
                  </a:gradFill>
                  <a:latin typeface="微软雅黑" panose="020B0503020204020204" charset="-122"/>
                  <a:ea typeface="微软雅黑" panose="020B0503020204020204" charset="-122"/>
                  <a:sym typeface="阿里妈妈数黑体" pitchFamily="2" charset="-122"/>
                </a:rPr>
                <a:t>研究背景</a:t>
              </a:r>
              <a:endParaRPr kumimoji="0" lang="zh-CN" altLang="en-US" sz="2800" b="1" i="0" u="none" strike="noStrike" kern="1200" cap="none" spc="0" normalizeH="0" baseline="0" noProof="0" dirty="0">
                <a:ln>
                  <a:noFill/>
                </a:ln>
                <a:gradFill>
                  <a:gsLst>
                    <a:gs pos="100000">
                      <a:srgbClr val="206252">
                        <a:lumMod val="50000"/>
                      </a:srgbClr>
                    </a:gs>
                    <a:gs pos="17000">
                      <a:srgbClr val="206252">
                        <a:lumMod val="75000"/>
                      </a:srgbClr>
                    </a:gs>
                  </a:gsLst>
                  <a:path path="circle">
                    <a:fillToRect r="100000" b="100000"/>
                  </a:path>
                </a:gradFill>
                <a:effectLst/>
                <a:uLnTx/>
                <a:uFillTx/>
                <a:latin typeface="微软雅黑" panose="020B0503020204020204" charset="-122"/>
                <a:ea typeface="微软雅黑" panose="020B0503020204020204" charset="-122"/>
                <a:cs typeface="+mn-cs"/>
                <a:sym typeface="阿里妈妈数黑体" pitchFamily="2" charset="-122"/>
              </a:endParaRPr>
            </a:p>
          </p:txBody>
        </p:sp>
        <p:sp>
          <p:nvSpPr>
            <p:cNvPr id="23" name="PA-任意多边形 6"/>
            <p:cNvSpPr/>
            <p:nvPr>
              <p:custDataLst>
                <p:tags r:id="rId6"/>
              </p:custDataLst>
            </p:nvPr>
          </p:nvSpPr>
          <p:spPr>
            <a:xfrm>
              <a:off x="-52754" y="850261"/>
              <a:ext cx="12262339" cy="52051"/>
            </a:xfrm>
            <a:custGeom>
              <a:avLst/>
              <a:gdLst>
                <a:gd name="connsiteX0" fmla="*/ 0 w 4366736"/>
                <a:gd name="connsiteY0" fmla="*/ 0 h 64293"/>
                <a:gd name="connsiteX1" fmla="*/ 4366737 w 4366736"/>
                <a:gd name="connsiteY1" fmla="*/ 0 h 64293"/>
                <a:gd name="connsiteX2" fmla="*/ 4366737 w 4366736"/>
                <a:gd name="connsiteY2" fmla="*/ 64294 h 64293"/>
                <a:gd name="connsiteX3" fmla="*/ 0 w 4366736"/>
                <a:gd name="connsiteY3" fmla="*/ 64294 h 64293"/>
              </a:gdLst>
              <a:ahLst/>
              <a:cxnLst>
                <a:cxn ang="0">
                  <a:pos x="connsiteX0" y="connsiteY0"/>
                </a:cxn>
                <a:cxn ang="0">
                  <a:pos x="connsiteX1" y="connsiteY1"/>
                </a:cxn>
                <a:cxn ang="0">
                  <a:pos x="connsiteX2" y="connsiteY2"/>
                </a:cxn>
                <a:cxn ang="0">
                  <a:pos x="connsiteX3" y="connsiteY3"/>
                </a:cxn>
              </a:cxnLst>
              <a:rect l="l" t="t" r="r" b="b"/>
              <a:pathLst>
                <a:path w="4366736" h="64293">
                  <a:moveTo>
                    <a:pt x="0" y="0"/>
                  </a:moveTo>
                  <a:lnTo>
                    <a:pt x="4366737" y="0"/>
                  </a:lnTo>
                  <a:lnTo>
                    <a:pt x="4366737" y="64294"/>
                  </a:lnTo>
                  <a:lnTo>
                    <a:pt x="0" y="64294"/>
                  </a:lnTo>
                  <a:close/>
                </a:path>
              </a:pathLst>
            </a:custGeom>
            <a:gradFill flip="none" rotWithShape="1">
              <a:gsLst>
                <a:gs pos="100000">
                  <a:schemeClr val="accent1"/>
                </a:gs>
                <a:gs pos="12000">
                  <a:schemeClr val="accent1">
                    <a:lumMod val="20000"/>
                    <a:lumOff val="80000"/>
                  </a:schemeClr>
                </a:gs>
              </a:gsLst>
              <a:lin ang="0" scaled="0"/>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24" name="PA-任意多边形 899"/>
            <p:cNvSpPr/>
            <p:nvPr>
              <p:custDataLst>
                <p:tags r:id="rId7"/>
              </p:custDataLst>
            </p:nvPr>
          </p:nvSpPr>
          <p:spPr>
            <a:xfrm flipH="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55000">
                  <a:schemeClr val="accent1"/>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25" name="PA-文本框 26"/>
            <p:cNvSpPr txBox="1"/>
            <p:nvPr>
              <p:custDataLst>
                <p:tags r:id="rId8"/>
              </p:custDataLst>
            </p:nvPr>
          </p:nvSpPr>
          <p:spPr>
            <a:xfrm>
              <a:off x="6507233" y="328996"/>
              <a:ext cx="17830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b="1" dirty="0">
                  <a:solidFill>
                    <a:srgbClr val="33692B"/>
                  </a:solidFill>
                  <a:latin typeface="微软雅黑" panose="020B0503020204020204" charset="-122"/>
                  <a:ea typeface="微软雅黑" panose="020B0503020204020204" charset="-122"/>
                  <a:sym typeface="OPPOSans M" panose="00020600040101010101" pitchFamily="18" charset="-122"/>
                </a:rPr>
                <a:t>调查设计与实施</a:t>
              </a:r>
              <a:endParaRPr kumimoji="0" lang="zh-CN" altLang="en-US" sz="1800" b="1" i="0" u="none" strike="noStrike" kern="1200" cap="none" spc="0" normalizeH="0" baseline="0" noProof="0" dirty="0">
                <a:ln>
                  <a:noFill/>
                </a:ln>
                <a:solidFill>
                  <a:srgbClr val="33692B"/>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sp>
          <p:nvSpPr>
            <p:cNvPr id="34" name="PA-文本框 26"/>
            <p:cNvSpPr txBox="1"/>
            <p:nvPr>
              <p:custDataLst>
                <p:tags r:id="rId9"/>
              </p:custDataLst>
            </p:nvPr>
          </p:nvSpPr>
          <p:spPr>
            <a:xfrm>
              <a:off x="8672698" y="313756"/>
              <a:ext cx="3098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cxnSp>
          <p:nvCxnSpPr>
            <p:cNvPr id="41" name="PA-直接连接符 18"/>
            <p:cNvCxnSpPr/>
            <p:nvPr>
              <p:custDataLst>
                <p:tags r:id="rId10"/>
              </p:custDataLst>
            </p:nvPr>
          </p:nvCxnSpPr>
          <p:spPr>
            <a:xfrm flipH="1">
              <a:off x="5253886"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42" name="PA-直接连接符 22"/>
            <p:cNvCxnSpPr/>
            <p:nvPr>
              <p:custDataLst>
                <p:tags r:id="rId11"/>
              </p:custDataLst>
            </p:nvPr>
          </p:nvCxnSpPr>
          <p:spPr>
            <a:xfrm flipH="1">
              <a:off x="6412243"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43" name="PA-直接连接符 23"/>
            <p:cNvCxnSpPr/>
            <p:nvPr>
              <p:custDataLst>
                <p:tags r:id="rId12"/>
              </p:custDataLst>
            </p:nvPr>
          </p:nvCxnSpPr>
          <p:spPr>
            <a:xfrm flipH="1">
              <a:off x="8264655" y="37265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44" name="PA-文本框 26"/>
            <p:cNvSpPr txBox="1"/>
            <p:nvPr>
              <p:custDataLst>
                <p:tags r:id="rId13"/>
              </p:custDataLst>
            </p:nvPr>
          </p:nvSpPr>
          <p:spPr>
            <a:xfrm>
              <a:off x="5410470" y="313956"/>
              <a:ext cx="10972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a:defRPr/>
              </a:pPr>
              <a:r>
                <a:rPr lang="zh-CN" altLang="en-US" sz="1800" dirty="0">
                  <a:solidFill>
                    <a:srgbClr val="206252">
                      <a:lumMod val="50000"/>
                    </a:srgbClr>
                  </a:solidFill>
                  <a:latin typeface="微软雅黑" panose="020B0503020204020204" charset="-122"/>
                  <a:ea typeface="微软雅黑" panose="020B0503020204020204" charset="-122"/>
                  <a:sym typeface="阿里妈妈数黑体" pitchFamily="2" charset="-122"/>
                </a:rPr>
                <a:t>前期调研</a:t>
              </a:r>
              <a:endParaRPr lang="zh-CN" altLang="en-US" sz="1800" dirty="0">
                <a:solidFill>
                  <a:srgbClr val="206252">
                    <a:lumMod val="50000"/>
                  </a:srgbClr>
                </a:solidFill>
                <a:latin typeface="微软雅黑" panose="020B0503020204020204" charset="-122"/>
                <a:ea typeface="微软雅黑" panose="020B0503020204020204" charset="-122"/>
                <a:sym typeface="阿里妈妈数黑体" pitchFamily="2" charset="-122"/>
              </a:endParaRPr>
            </a:p>
          </p:txBody>
        </p:sp>
        <p:sp>
          <p:nvSpPr>
            <p:cNvPr id="46" name="PA-图形 7"/>
            <p:cNvSpPr/>
            <p:nvPr>
              <p:custDataLst>
                <p:tags r:id="rId14"/>
              </p:custDataLst>
            </p:nvPr>
          </p:nvSpPr>
          <p:spPr>
            <a:xfrm>
              <a:off x="273980" y="148474"/>
              <a:ext cx="555983" cy="416889"/>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0">
                  <a:schemeClr val="bg1"/>
                </a:gs>
                <a:gs pos="87000">
                  <a:schemeClr val="accent1">
                    <a:lumMod val="20000"/>
                    <a:lumOff val="80000"/>
                  </a:schemeClr>
                </a:gs>
              </a:gsLst>
              <a:lin ang="2700000" scaled="0"/>
            </a:gradFill>
            <a:ln w="36909" cap="flat">
              <a:noFill/>
              <a:prstDash val="solid"/>
              <a:miter/>
            </a:ln>
            <a:effectLst>
              <a:outerShdw blurRad="50800" dist="38100" dir="5400000" algn="t" rotWithShape="0">
                <a:schemeClr val="accent1">
                  <a:alpha val="30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47" name="矩形 46"/>
          <p:cNvSpPr/>
          <p:nvPr/>
        </p:nvSpPr>
        <p:spPr>
          <a:xfrm>
            <a:off x="3629660" y="298450"/>
            <a:ext cx="2100580" cy="522605"/>
          </a:xfrm>
          <a:prstGeom prst="rect">
            <a:avLst/>
          </a:prstGeom>
          <a:noFill/>
          <a:ln>
            <a:noFill/>
          </a:ln>
        </p:spPr>
        <p:txBody>
          <a:bodyPr wrap="square" rtlCol="0" anchor="t">
            <a:noAutofit/>
          </a:bodyPr>
          <a:lstStyle/>
          <a:p>
            <a:pPr algn="ctr">
              <a:defRPr/>
            </a:pPr>
            <a:r>
              <a:rPr lang="zh-CN" altLang="en-US" dirty="0">
                <a:solidFill>
                  <a:srgbClr val="206252">
                    <a:lumMod val="50000"/>
                  </a:srgbClr>
                </a:solidFill>
                <a:latin typeface="微软雅黑" panose="020B0503020204020204" charset="-122"/>
                <a:ea typeface="微软雅黑" panose="020B0503020204020204" charset="-122"/>
              </a:rPr>
              <a:t>研究背景</a:t>
            </a:r>
            <a:endParaRPr lang="zh-CN" altLang="en-US" dirty="0">
              <a:solidFill>
                <a:srgbClr val="206252">
                  <a:lumMod val="50000"/>
                </a:srgbClr>
              </a:solidFill>
              <a:latin typeface="微软雅黑" panose="020B0503020204020204" charset="-122"/>
              <a:ea typeface="微软雅黑" panose="020B0503020204020204" charset="-122"/>
            </a:endParaRPr>
          </a:p>
        </p:txBody>
      </p:sp>
      <p:cxnSp>
        <p:nvCxnSpPr>
          <p:cNvPr id="48" name="PA-直接连接符 23"/>
          <p:cNvCxnSpPr/>
          <p:nvPr>
            <p:custDataLst>
              <p:tags r:id="rId15"/>
            </p:custDataLst>
          </p:nvPr>
        </p:nvCxnSpPr>
        <p:spPr>
          <a:xfrm flipH="1">
            <a:off x="9460995" y="3802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49" name="文本框 48"/>
          <p:cNvSpPr txBox="1"/>
          <p:nvPr/>
        </p:nvSpPr>
        <p:spPr>
          <a:xfrm>
            <a:off x="8453755" y="308610"/>
            <a:ext cx="1172210"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数据分析</a:t>
            </a:r>
            <a:endParaRPr lang="zh-CN" altLang="en-US">
              <a:latin typeface="微软雅黑" panose="020B0503020204020204" charset="-122"/>
              <a:ea typeface="微软雅黑" panose="020B0503020204020204" charset="-122"/>
            </a:endParaRPr>
          </a:p>
        </p:txBody>
      </p:sp>
      <p:cxnSp>
        <p:nvCxnSpPr>
          <p:cNvPr id="50" name="PA-直接连接符 23"/>
          <p:cNvCxnSpPr/>
          <p:nvPr>
            <p:custDataLst>
              <p:tags r:id="rId16"/>
            </p:custDataLst>
          </p:nvPr>
        </p:nvCxnSpPr>
        <p:spPr>
          <a:xfrm flipH="1">
            <a:off x="10733535" y="3802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51" name="文本框 50"/>
          <p:cNvSpPr txBox="1"/>
          <p:nvPr/>
        </p:nvSpPr>
        <p:spPr>
          <a:xfrm>
            <a:off x="10953115" y="313690"/>
            <a:ext cx="136969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结论与建议</a:t>
            </a:r>
            <a:endParaRPr lang="zh-CN" altLang="en-US">
              <a:latin typeface="微软雅黑" panose="020B0503020204020204" charset="-122"/>
              <a:ea typeface="微软雅黑" panose="020B0503020204020204" charset="-122"/>
            </a:endParaRPr>
          </a:p>
        </p:txBody>
      </p:sp>
      <p:sp>
        <p:nvSpPr>
          <p:cNvPr id="8" name="矩形 7" descr="7b0a2020202022776f7264617274223a2022220a7d0a"/>
          <p:cNvSpPr/>
          <p:nvPr/>
        </p:nvSpPr>
        <p:spPr>
          <a:xfrm>
            <a:off x="1084580" y="2025015"/>
            <a:ext cx="10022840" cy="2807970"/>
          </a:xfrm>
          <a:prstGeom prst="rect">
            <a:avLst/>
          </a:prstGeom>
          <a:noFill/>
        </p:spPr>
        <p:txBody>
          <a:bodyPr wrap="none" lIns="90170" tIns="46990" rIns="90170" bIns="46990" rtlCol="0" anchor="t">
            <a:normAutofit lnSpcReduction="10000"/>
            <a:scene3d>
              <a:camera prst="obliqueTopRight"/>
              <a:lightRig rig="flat" dir="t"/>
            </a:scene3d>
            <a:sp3d prstMaterial="matte">
              <a:extrusionClr>
                <a:schemeClr val="tx2">
                  <a:lumMod val="90000"/>
                  <a:lumOff val="10000"/>
                </a:schemeClr>
              </a:extrusionClr>
              <a:contourClr>
                <a:schemeClr val="bg1"/>
              </a:contourClr>
            </a:sp3d>
          </a:bodyPr>
          <a:lstStyle/>
          <a:p>
            <a:pPr algn="ctr"/>
            <a:endParaRPr lang="zh-CN" altLang="en-US" sz="18600" b="1">
              <a:ln w="41275" cap="rnd" cmpd="sng">
                <a:solidFill>
                  <a:srgbClr val="F6DE00"/>
                </a:solidFill>
                <a:prstDash val="solid"/>
              </a:ln>
              <a:solidFill>
                <a:srgbClr val="ED6145"/>
              </a:solidFill>
              <a:effectLst>
                <a:reflection blurRad="50800" stA="30000" endA="900" endPos="60000" dist="88900" dir="5400000" sy="-100000" algn="bl" rotWithShape="0"/>
              </a:effectLst>
              <a:latin typeface="微软雅黑" panose="020B0503020204020204" charset="-122"/>
              <a:ea typeface="微软雅黑" panose="020B0503020204020204" charset="-122"/>
            </a:endParaRPr>
          </a:p>
        </p:txBody>
      </p:sp>
      <p:sp>
        <p:nvSpPr>
          <p:cNvPr id="35" name="矩形 34" descr="7b0a2020202022776f7264617274223a2022220a7d0a"/>
          <p:cNvSpPr/>
          <p:nvPr/>
        </p:nvSpPr>
        <p:spPr>
          <a:xfrm>
            <a:off x="1084580" y="2025015"/>
            <a:ext cx="10022840" cy="2807970"/>
          </a:xfrm>
          <a:prstGeom prst="rect">
            <a:avLst/>
          </a:prstGeom>
          <a:noFill/>
        </p:spPr>
        <p:txBody>
          <a:bodyPr wrap="none" lIns="90170" tIns="46990" rIns="90170" bIns="46990" rtlCol="0" anchor="t">
            <a:normAutofit lnSpcReduction="10000"/>
            <a:scene3d>
              <a:camera prst="obliqueTopRight"/>
              <a:lightRig rig="flat" dir="t"/>
            </a:scene3d>
            <a:sp3d prstMaterial="matte">
              <a:extrusionClr>
                <a:schemeClr val="tx2">
                  <a:lumMod val="90000"/>
                  <a:lumOff val="10000"/>
                </a:schemeClr>
              </a:extrusionClr>
              <a:contourClr>
                <a:schemeClr val="bg1"/>
              </a:contourClr>
            </a:sp3d>
          </a:bodyPr>
          <a:lstStyle/>
          <a:p>
            <a:pPr algn="ctr"/>
            <a:endParaRPr lang="zh-CN" altLang="en-US" sz="18600" b="1">
              <a:ln w="41275" cap="rnd" cmpd="sng">
                <a:solidFill>
                  <a:srgbClr val="F6DE00"/>
                </a:solidFill>
                <a:prstDash val="solid"/>
              </a:ln>
              <a:solidFill>
                <a:srgbClr val="ED6145"/>
              </a:solidFill>
              <a:effectLst>
                <a:reflection blurRad="50800" stA="30000" endA="900" endPos="60000" dist="88900" dir="5400000" sy="-100000" algn="bl" rotWithShape="0"/>
              </a:effectLst>
              <a:latin typeface="微软雅黑" panose="020B0503020204020204" charset="-122"/>
              <a:ea typeface="微软雅黑" panose="020B0503020204020204" charset="-122"/>
            </a:endParaRPr>
          </a:p>
        </p:txBody>
      </p:sp>
      <p:sp>
        <p:nvSpPr>
          <p:cNvPr id="40" name="矩形: 圆角 24"/>
          <p:cNvSpPr/>
          <p:nvPr/>
        </p:nvSpPr>
        <p:spPr>
          <a:xfrm>
            <a:off x="210185" y="961390"/>
            <a:ext cx="3575685" cy="534035"/>
          </a:xfrm>
          <a:prstGeom prst="roundRect">
            <a:avLst>
              <a:gd name="adj" fmla="val 29695"/>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   3.1</a:t>
            </a:r>
            <a:r>
              <a:rPr kumimoji="0" lang="zh-CN" altLang="en-US" sz="2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问卷设计与抽样</a:t>
            </a:r>
            <a:endParaRPr kumimoji="0" lang="zh-CN" altLang="en-US" sz="2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3" name="文本框 32"/>
          <p:cNvSpPr txBox="1"/>
          <p:nvPr/>
        </p:nvSpPr>
        <p:spPr>
          <a:xfrm>
            <a:off x="9709150" y="298450"/>
            <a:ext cx="124396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产品设计</a:t>
            </a:r>
            <a:endParaRPr lang="zh-CN" altLang="en-US">
              <a:latin typeface="微软雅黑" panose="020B0503020204020204" charset="-122"/>
              <a:ea typeface="微软雅黑" panose="020B0503020204020204" charset="-122"/>
            </a:endParaRPr>
          </a:p>
        </p:txBody>
      </p:sp>
      <p:pic>
        <p:nvPicPr>
          <p:cNvPr id="38" name="图片 37" descr="箭头"/>
          <p:cNvPicPr>
            <a:picLocks noChangeAspect="1"/>
          </p:cNvPicPr>
          <p:nvPr>
            <p:custDataLst>
              <p:tags r:id="rId17"/>
            </p:custDataLst>
          </p:nvPr>
        </p:nvPicPr>
        <p:blipFill>
          <a:blip/>
          <a:stretch>
            <a:fillRect/>
          </a:stretch>
        </p:blipFill>
        <p:spPr>
          <a:xfrm flipH="1">
            <a:off x="365760" y="1035685"/>
            <a:ext cx="369570" cy="369570"/>
          </a:xfrm>
          <a:prstGeom prst="rect">
            <a:avLst/>
          </a:prstGeom>
        </p:spPr>
      </p:pic>
      <p:sp>
        <p:nvSpPr>
          <p:cNvPr id="2" name="矩形: 圆角 1"/>
          <p:cNvSpPr/>
          <p:nvPr/>
        </p:nvSpPr>
        <p:spPr>
          <a:xfrm>
            <a:off x="365548" y="1696474"/>
            <a:ext cx="1693335" cy="485632"/>
          </a:xfrm>
          <a:prstGeom prst="roundRect">
            <a:avLst>
              <a:gd name="adj" fmla="val 50000"/>
            </a:avLst>
          </a:prstGeom>
          <a:solidFill>
            <a:srgbClr val="30937B"/>
          </a:solidFill>
          <a:ln>
            <a:noFill/>
          </a:ln>
          <a:effectLst>
            <a:innerShdw blurRad="88900">
              <a:schemeClr val="bg1"/>
            </a:inn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000" dirty="0">
                <a:latin typeface="微软雅黑" panose="020B0503020204020204" charset="-122"/>
                <a:ea typeface="微软雅黑" panose="020B0503020204020204" charset="-122"/>
                <a:cs typeface="+mn-ea"/>
                <a:sym typeface="+mn-lt"/>
              </a:rPr>
              <a:t>调查目的</a:t>
            </a:r>
            <a:endParaRPr lang="zh-CN" altLang="en-US" sz="2000" dirty="0">
              <a:latin typeface="微软雅黑" panose="020B0503020204020204" charset="-122"/>
              <a:ea typeface="微软雅黑" panose="020B0503020204020204" charset="-122"/>
              <a:cs typeface="+mn-ea"/>
              <a:sym typeface="+mn-lt"/>
            </a:endParaRPr>
          </a:p>
        </p:txBody>
      </p:sp>
      <p:sp>
        <p:nvSpPr>
          <p:cNvPr id="3" name="文本框 2"/>
          <p:cNvSpPr txBox="1"/>
          <p:nvPr/>
        </p:nvSpPr>
        <p:spPr>
          <a:xfrm>
            <a:off x="2058035" y="1718945"/>
            <a:ext cx="10213975" cy="398780"/>
          </a:xfrm>
          <a:prstGeom prst="rect">
            <a:avLst/>
          </a:prstGeom>
          <a:noFill/>
        </p:spPr>
        <p:txBody>
          <a:bodyPr wrap="square" rtlCol="0" anchor="t">
            <a:spAutoFit/>
          </a:bodyPr>
          <a:p>
            <a:r>
              <a:rPr lang="zh-CN" altLang="en-US" sz="2000" dirty="0" err="1">
                <a:solidFill>
                  <a:schemeClr val="tx1"/>
                </a:solidFill>
                <a:latin typeface="微软雅黑" panose="020B0503020204020204" charset="-122"/>
                <a:ea typeface="微软雅黑" panose="020B0503020204020204" charset="-122"/>
                <a:cs typeface="+mn-ea"/>
                <a:sym typeface="+mn-lt"/>
              </a:rPr>
              <a:t>了解退役军人对</a:t>
            </a:r>
            <a:r>
              <a:rPr lang="zh-CN" altLang="en-US" sz="2000" dirty="0" err="1">
                <a:solidFill>
                  <a:srgbClr val="529B68"/>
                </a:solidFill>
                <a:latin typeface="微软雅黑" panose="020B0503020204020204" charset="-122"/>
                <a:ea typeface="微软雅黑" panose="020B0503020204020204" charset="-122"/>
                <a:cs typeface="+mn-ea"/>
                <a:sym typeface="+mn-lt"/>
              </a:rPr>
              <a:t>医疗保障服务的确切需求</a:t>
            </a:r>
            <a:r>
              <a:rPr lang="zh-CN" altLang="en-US" sz="2000" dirty="0" err="1">
                <a:solidFill>
                  <a:schemeClr val="tx1"/>
                </a:solidFill>
                <a:latin typeface="微软雅黑" panose="020B0503020204020204" charset="-122"/>
                <a:ea typeface="微软雅黑" panose="020B0503020204020204" charset="-122"/>
                <a:cs typeface="+mn-ea"/>
                <a:sym typeface="+mn-lt"/>
              </a:rPr>
              <a:t>、</a:t>
            </a:r>
            <a:r>
              <a:rPr lang="zh-CN" altLang="en-US" sz="2000" dirty="0" err="1">
                <a:solidFill>
                  <a:srgbClr val="529B68"/>
                </a:solidFill>
                <a:latin typeface="微软雅黑" panose="020B0503020204020204" charset="-122"/>
                <a:ea typeface="微软雅黑" panose="020B0503020204020204" charset="-122"/>
                <a:cs typeface="+mn-ea"/>
                <a:sym typeface="+mn-lt"/>
              </a:rPr>
              <a:t>专属补充保险购买意愿</a:t>
            </a:r>
            <a:r>
              <a:rPr lang="zh-CN" altLang="en-US" sz="2000" dirty="0" err="1">
                <a:solidFill>
                  <a:schemeClr val="tx1"/>
                </a:solidFill>
                <a:latin typeface="微软雅黑" panose="020B0503020204020204" charset="-122"/>
                <a:ea typeface="微软雅黑" panose="020B0503020204020204" charset="-122"/>
                <a:cs typeface="+mn-ea"/>
                <a:sym typeface="+mn-lt"/>
              </a:rPr>
              <a:t>及其</a:t>
            </a:r>
            <a:r>
              <a:rPr lang="zh-CN" altLang="en-US" sz="2000" dirty="0" err="1">
                <a:solidFill>
                  <a:srgbClr val="529B68"/>
                </a:solidFill>
                <a:latin typeface="微软雅黑" panose="020B0503020204020204" charset="-122"/>
                <a:ea typeface="微软雅黑" panose="020B0503020204020204" charset="-122"/>
                <a:cs typeface="+mn-ea"/>
                <a:sym typeface="+mn-lt"/>
              </a:rPr>
              <a:t>对保障内容的看重</a:t>
            </a:r>
            <a:endParaRPr lang="zh-CN" altLang="en-US" sz="2000" dirty="0" err="1">
              <a:solidFill>
                <a:srgbClr val="529B68"/>
              </a:solidFill>
              <a:latin typeface="微软雅黑" panose="020B0503020204020204" charset="-122"/>
              <a:ea typeface="微软雅黑" panose="020B0503020204020204" charset="-122"/>
              <a:cs typeface="+mn-ea"/>
              <a:sym typeface="+mn-lt"/>
            </a:endParaRPr>
          </a:p>
        </p:txBody>
      </p:sp>
      <p:sp>
        <p:nvSpPr>
          <p:cNvPr id="5" name="矩形: 圆角 1"/>
          <p:cNvSpPr/>
          <p:nvPr/>
        </p:nvSpPr>
        <p:spPr>
          <a:xfrm>
            <a:off x="364913" y="2382909"/>
            <a:ext cx="1693335" cy="485632"/>
          </a:xfrm>
          <a:prstGeom prst="roundRect">
            <a:avLst>
              <a:gd name="adj" fmla="val 50000"/>
            </a:avLst>
          </a:prstGeom>
          <a:solidFill>
            <a:srgbClr val="30937B"/>
          </a:solidFill>
          <a:ln>
            <a:noFill/>
          </a:ln>
          <a:effectLst>
            <a:innerShdw blurRad="88900">
              <a:schemeClr val="bg1"/>
            </a:inn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000" dirty="0">
                <a:latin typeface="微软雅黑" panose="020B0503020204020204" charset="-122"/>
                <a:ea typeface="微软雅黑" panose="020B0503020204020204" charset="-122"/>
                <a:cs typeface="+mn-ea"/>
                <a:sym typeface="+mn-lt"/>
              </a:rPr>
              <a:t>调查对象</a:t>
            </a:r>
            <a:endParaRPr lang="zh-CN" altLang="en-US" sz="2000" dirty="0">
              <a:latin typeface="微软雅黑" panose="020B0503020204020204" charset="-122"/>
              <a:ea typeface="微软雅黑" panose="020B0503020204020204" charset="-122"/>
              <a:cs typeface="+mn-ea"/>
              <a:sym typeface="+mn-lt"/>
            </a:endParaRPr>
          </a:p>
        </p:txBody>
      </p:sp>
      <p:sp>
        <p:nvSpPr>
          <p:cNvPr id="6" name="文本框 5"/>
          <p:cNvSpPr txBox="1"/>
          <p:nvPr/>
        </p:nvSpPr>
        <p:spPr>
          <a:xfrm>
            <a:off x="2080260" y="2405380"/>
            <a:ext cx="6096000" cy="398780"/>
          </a:xfrm>
          <a:prstGeom prst="rect">
            <a:avLst/>
          </a:prstGeom>
          <a:noFill/>
        </p:spPr>
        <p:txBody>
          <a:bodyPr wrap="square" rtlCol="0" anchor="t">
            <a:spAutoFit/>
          </a:bodyPr>
          <a:p>
            <a:r>
              <a:rPr lang="zh-CN" altLang="en-US" sz="2000" dirty="0" err="1">
                <a:solidFill>
                  <a:schemeClr val="tx1"/>
                </a:solidFill>
                <a:latin typeface="微软雅黑" panose="020B0503020204020204" charset="-122"/>
                <a:ea typeface="微软雅黑" panose="020B0503020204020204" charset="-122"/>
                <a:cs typeface="+mn-ea"/>
                <a:sym typeface="+mn-lt"/>
              </a:rPr>
              <a:t>面向</a:t>
            </a:r>
            <a:r>
              <a:rPr lang="zh-CN" altLang="en-US" sz="2000" dirty="0" err="1">
                <a:solidFill>
                  <a:schemeClr val="tx1"/>
                </a:solidFill>
                <a:latin typeface="微软雅黑" panose="020B0503020204020204" charset="-122"/>
                <a:ea typeface="微软雅黑" panose="020B0503020204020204" charset="-122"/>
                <a:cs typeface="+mn-ea"/>
                <a:sym typeface="+mn-lt"/>
              </a:rPr>
              <a:t>上海市的全体退役军人</a:t>
            </a:r>
            <a:endParaRPr lang="zh-CN" altLang="en-US" sz="2000" dirty="0" err="1">
              <a:solidFill>
                <a:schemeClr val="tx1"/>
              </a:solidFill>
              <a:latin typeface="微软雅黑" panose="020B0503020204020204" charset="-122"/>
              <a:ea typeface="微软雅黑" panose="020B0503020204020204" charset="-122"/>
              <a:cs typeface="+mn-ea"/>
              <a:sym typeface="+mn-lt"/>
            </a:endParaRPr>
          </a:p>
        </p:txBody>
      </p:sp>
      <p:sp>
        <p:nvSpPr>
          <p:cNvPr id="7" name="矩形: 圆角 1"/>
          <p:cNvSpPr/>
          <p:nvPr/>
        </p:nvSpPr>
        <p:spPr>
          <a:xfrm>
            <a:off x="365548" y="3069344"/>
            <a:ext cx="1693335" cy="485632"/>
          </a:xfrm>
          <a:prstGeom prst="roundRect">
            <a:avLst>
              <a:gd name="adj" fmla="val 50000"/>
            </a:avLst>
          </a:prstGeom>
          <a:solidFill>
            <a:srgbClr val="30937B"/>
          </a:solidFill>
          <a:ln>
            <a:noFill/>
          </a:ln>
          <a:effectLst>
            <a:innerShdw blurRad="88900">
              <a:schemeClr val="bg1"/>
            </a:inn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000" dirty="0">
                <a:latin typeface="微软雅黑" panose="020B0503020204020204" charset="-122"/>
                <a:ea typeface="微软雅黑" panose="020B0503020204020204" charset="-122"/>
                <a:cs typeface="+mn-ea"/>
                <a:sym typeface="+mn-lt"/>
              </a:rPr>
              <a:t>问卷结构</a:t>
            </a:r>
            <a:endParaRPr lang="zh-CN" altLang="en-US" sz="2000" dirty="0">
              <a:latin typeface="微软雅黑" panose="020B0503020204020204" charset="-122"/>
              <a:ea typeface="微软雅黑" panose="020B0503020204020204" charset="-122"/>
              <a:cs typeface="+mn-ea"/>
              <a:sym typeface="+mn-lt"/>
            </a:endParaRPr>
          </a:p>
        </p:txBody>
      </p:sp>
      <p:pic>
        <p:nvPicPr>
          <p:cNvPr id="9" name="图片 8" descr="箭头"/>
          <p:cNvPicPr>
            <a:picLocks noChangeAspect="1"/>
          </p:cNvPicPr>
          <p:nvPr>
            <p:custDataLst>
              <p:tags r:id="rId18"/>
            </p:custDataLst>
          </p:nvPr>
        </p:nvPicPr>
        <p:blipFill>
          <a:blip r:embed="rId19">
            <a:extLst>
              <a:ext uri="{96DAC541-7B7A-43D3-8B79-37D633B846F1}">
                <asvg:svgBlip xmlns:asvg="http://schemas.microsoft.com/office/drawing/2016/SVG/main" r:embed="rId20"/>
              </a:ext>
            </a:extLst>
          </a:blip>
          <a:stretch>
            <a:fillRect/>
          </a:stretch>
        </p:blipFill>
        <p:spPr>
          <a:xfrm flipH="1">
            <a:off x="365125" y="1070610"/>
            <a:ext cx="369570" cy="369570"/>
          </a:xfrm>
          <a:prstGeom prst="rect">
            <a:avLst/>
          </a:prstGeom>
        </p:spPr>
      </p:pic>
      <p:sp>
        <p:nvSpPr>
          <p:cNvPr id="10" name="矩形: 圆角 6"/>
          <p:cNvSpPr/>
          <p:nvPr/>
        </p:nvSpPr>
        <p:spPr>
          <a:xfrm>
            <a:off x="2203450" y="3267710"/>
            <a:ext cx="4810760" cy="3286760"/>
          </a:xfrm>
          <a:prstGeom prst="roundRect">
            <a:avLst>
              <a:gd name="adj" fmla="val 6138"/>
            </a:avLst>
          </a:prstGeom>
          <a:solidFill>
            <a:schemeClr val="bg1"/>
          </a:solidFill>
          <a:ln>
            <a:noFill/>
          </a:ln>
          <a:effectLst>
            <a:outerShdw blurRad="63500" sx="102000" sy="102000" algn="ctr" rotWithShape="0">
              <a:schemeClr val="tx1">
                <a:lumMod val="50000"/>
                <a:lumOff val="5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微软雅黑" panose="020B0503020204020204" charset="-122"/>
              <a:ea typeface="微软雅黑" panose="020B0503020204020204" charset="-122"/>
              <a:cs typeface="+mn-ea"/>
              <a:sym typeface="+mn-lt"/>
            </a:endParaRPr>
          </a:p>
        </p:txBody>
      </p:sp>
      <p:sp>
        <p:nvSpPr>
          <p:cNvPr id="11" name="椭圆 10"/>
          <p:cNvSpPr/>
          <p:nvPr/>
        </p:nvSpPr>
        <p:spPr>
          <a:xfrm>
            <a:off x="3897417" y="4243397"/>
            <a:ext cx="1197372" cy="1197372"/>
          </a:xfrm>
          <a:prstGeom prst="ellipse">
            <a:avLst/>
          </a:prstGeom>
          <a:solidFill>
            <a:srgbClr val="588E32"/>
          </a:solidFill>
          <a:ln>
            <a:noFill/>
          </a:ln>
          <a:effectLst>
            <a:innerShdw blurRad="203200">
              <a:schemeClr val="bg1"/>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400" dirty="0">
                <a:latin typeface="微软雅黑" panose="020B0503020204020204" charset="-122"/>
                <a:ea typeface="微软雅黑" panose="020B0503020204020204" charset="-122"/>
                <a:cs typeface="+mn-ea"/>
                <a:sym typeface="+mn-lt"/>
              </a:rPr>
              <a:t>基本</a:t>
            </a:r>
            <a:endParaRPr lang="en-US" altLang="zh-CN" sz="2400" dirty="0">
              <a:latin typeface="微软雅黑" panose="020B0503020204020204" charset="-122"/>
              <a:ea typeface="微软雅黑" panose="020B0503020204020204" charset="-122"/>
              <a:cs typeface="+mn-ea"/>
              <a:sym typeface="+mn-lt"/>
            </a:endParaRPr>
          </a:p>
          <a:p>
            <a:pPr algn="ctr"/>
            <a:r>
              <a:rPr lang="zh-CN" altLang="en-US" sz="2400" dirty="0">
                <a:latin typeface="微软雅黑" panose="020B0503020204020204" charset="-122"/>
                <a:ea typeface="微软雅黑" panose="020B0503020204020204" charset="-122"/>
                <a:cs typeface="+mn-ea"/>
                <a:sym typeface="+mn-lt"/>
              </a:rPr>
              <a:t>信息</a:t>
            </a:r>
            <a:endParaRPr lang="zh-CN" altLang="en-US" sz="2400" dirty="0">
              <a:latin typeface="微软雅黑" panose="020B0503020204020204" charset="-122"/>
              <a:ea typeface="微软雅黑" panose="020B0503020204020204" charset="-122"/>
              <a:cs typeface="+mn-ea"/>
              <a:sym typeface="+mn-lt"/>
            </a:endParaRPr>
          </a:p>
        </p:txBody>
      </p:sp>
      <p:grpSp>
        <p:nvGrpSpPr>
          <p:cNvPr id="14" name="组合 13"/>
          <p:cNvGrpSpPr/>
          <p:nvPr/>
        </p:nvGrpSpPr>
        <p:grpSpPr>
          <a:xfrm>
            <a:off x="2444567" y="3898177"/>
            <a:ext cx="999089" cy="572297"/>
            <a:chOff x="707048" y="2937054"/>
            <a:chExt cx="999089" cy="572297"/>
          </a:xfrm>
        </p:grpSpPr>
        <p:grpSp>
          <p:nvGrpSpPr>
            <p:cNvPr id="12" name="组合 11"/>
            <p:cNvGrpSpPr/>
            <p:nvPr/>
          </p:nvGrpSpPr>
          <p:grpSpPr>
            <a:xfrm>
              <a:off x="707048" y="2937054"/>
              <a:ext cx="999089" cy="572297"/>
              <a:chOff x="5335998" y="6516722"/>
              <a:chExt cx="1020486" cy="1020484"/>
            </a:xfrm>
          </p:grpSpPr>
          <p:sp>
            <p:nvSpPr>
              <p:cNvPr id="15" name="椭圆 9"/>
              <p:cNvSpPr/>
              <p:nvPr/>
            </p:nvSpPr>
            <p:spPr>
              <a:xfrm flipH="1">
                <a:off x="5335998" y="6516722"/>
                <a:ext cx="1020486" cy="1020484"/>
              </a:xfrm>
              <a:prstGeom prst="roundRect">
                <a:avLst/>
              </a:prstGeom>
              <a:solidFill>
                <a:schemeClr val="bg1"/>
              </a:solidFill>
              <a:ln w="6350">
                <a:noFill/>
              </a:ln>
              <a:effectLst>
                <a:outerShdw blurRad="76200" dist="101600" dir="8100000" sx="102000" sy="102000" algn="tl" rotWithShape="0">
                  <a:schemeClr val="accent1">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ea"/>
                  <a:sym typeface="+mn-lt"/>
                </a:endParaRPr>
              </a:p>
            </p:txBody>
          </p:sp>
          <p:sp>
            <p:nvSpPr>
              <p:cNvPr id="18" name="椭圆 10"/>
              <p:cNvSpPr/>
              <p:nvPr/>
            </p:nvSpPr>
            <p:spPr>
              <a:xfrm flipH="1">
                <a:off x="5335998" y="6516722"/>
                <a:ext cx="1020486" cy="1020484"/>
              </a:xfrm>
              <a:prstGeom prst="roundRect">
                <a:avLst/>
              </a:prstGeom>
              <a:gradFill>
                <a:gsLst>
                  <a:gs pos="4000">
                    <a:schemeClr val="accent2"/>
                  </a:gs>
                  <a:gs pos="100000">
                    <a:schemeClr val="accent1"/>
                  </a:gs>
                </a:gsLst>
                <a:lin ang="2700000" scaled="1"/>
              </a:gradFill>
              <a:ln w="6350">
                <a:noFill/>
              </a:ln>
              <a:effectLst>
                <a:outerShdw blurRad="50800" dist="25400" dir="8100000" sx="101000" sy="101000" algn="tl" rotWithShape="0">
                  <a:schemeClr val="bg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ea"/>
                  <a:sym typeface="+mn-lt"/>
                </a:endParaRPr>
              </a:p>
            </p:txBody>
          </p:sp>
          <p:sp>
            <p:nvSpPr>
              <p:cNvPr id="19" name="椭圆 11"/>
              <p:cNvSpPr/>
              <p:nvPr/>
            </p:nvSpPr>
            <p:spPr>
              <a:xfrm flipH="1">
                <a:off x="5368718" y="6549443"/>
                <a:ext cx="955046" cy="955045"/>
              </a:xfrm>
              <a:prstGeom prst="roundRect">
                <a:avLst/>
              </a:prstGeom>
              <a:gradFill flip="none" rotWithShape="1">
                <a:gsLst>
                  <a:gs pos="100000">
                    <a:schemeClr val="accent2">
                      <a:lumMod val="20000"/>
                      <a:lumOff val="80000"/>
                    </a:schemeClr>
                  </a:gs>
                  <a:gs pos="1000">
                    <a:schemeClr val="accent1">
                      <a:lumMod val="20000"/>
                      <a:lumOff val="80000"/>
                    </a:schemeClr>
                  </a:gs>
                </a:gsLst>
                <a:lin ang="13200000" scaled="1"/>
                <a:tileRect/>
              </a:gradFill>
              <a:ln w="9525">
                <a:solidFill>
                  <a:srgbClr val="30937B"/>
                </a:solidFill>
              </a:ln>
              <a:effectLst>
                <a:innerShdw blurRad="520700">
                  <a:schemeClr val="bg1"/>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endParaRPr>
              </a:p>
            </p:txBody>
          </p:sp>
        </p:grpSp>
        <p:sp>
          <p:nvSpPr>
            <p:cNvPr id="20" name="矩形 19"/>
            <p:cNvSpPr/>
            <p:nvPr/>
          </p:nvSpPr>
          <p:spPr>
            <a:xfrm>
              <a:off x="720671" y="3036930"/>
              <a:ext cx="928662" cy="36830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gradFill>
                    <a:gsLst>
                      <a:gs pos="0">
                        <a:schemeClr val="accent2"/>
                      </a:gs>
                      <a:gs pos="61000">
                        <a:schemeClr val="accent1"/>
                      </a:gs>
                    </a:gsLst>
                    <a:lin ang="2700000" scaled="1"/>
                  </a:gradFill>
                  <a:latin typeface="微软雅黑" panose="020B0503020204020204" charset="-122"/>
                  <a:ea typeface="微软雅黑" panose="020B0503020204020204" charset="-122"/>
                  <a:cs typeface="+mn-ea"/>
                  <a:sym typeface="+mn-lt"/>
                </a:rPr>
                <a:t>性别</a:t>
              </a:r>
              <a:endParaRPr lang="zh-CN" altLang="en-US" dirty="0">
                <a:gradFill>
                  <a:gsLst>
                    <a:gs pos="0">
                      <a:schemeClr val="accent2"/>
                    </a:gs>
                    <a:gs pos="61000">
                      <a:schemeClr val="accent1"/>
                    </a:gs>
                  </a:gsLst>
                  <a:lin ang="2700000" scaled="1"/>
                </a:gradFill>
                <a:latin typeface="微软雅黑" panose="020B0503020204020204" charset="-122"/>
                <a:ea typeface="微软雅黑" panose="020B0503020204020204" charset="-122"/>
                <a:cs typeface="+mn-ea"/>
                <a:sym typeface="+mn-lt"/>
              </a:endParaRPr>
            </a:p>
          </p:txBody>
        </p:sp>
      </p:grpSp>
      <p:grpSp>
        <p:nvGrpSpPr>
          <p:cNvPr id="31" name="组合 30"/>
          <p:cNvGrpSpPr/>
          <p:nvPr/>
        </p:nvGrpSpPr>
        <p:grpSpPr>
          <a:xfrm>
            <a:off x="4022542" y="3534322"/>
            <a:ext cx="999089" cy="572297"/>
            <a:chOff x="707048" y="2937054"/>
            <a:chExt cx="999089" cy="572297"/>
          </a:xfrm>
        </p:grpSpPr>
        <p:grpSp>
          <p:nvGrpSpPr>
            <p:cNvPr id="32" name="组合 31"/>
            <p:cNvGrpSpPr/>
            <p:nvPr/>
          </p:nvGrpSpPr>
          <p:grpSpPr>
            <a:xfrm>
              <a:off x="707048" y="2937054"/>
              <a:ext cx="999089" cy="572297"/>
              <a:chOff x="5335998" y="6516722"/>
              <a:chExt cx="1020486" cy="1020484"/>
            </a:xfrm>
          </p:grpSpPr>
          <p:sp>
            <p:nvSpPr>
              <p:cNvPr id="36" name="椭圆 9"/>
              <p:cNvSpPr/>
              <p:nvPr/>
            </p:nvSpPr>
            <p:spPr>
              <a:xfrm flipH="1">
                <a:off x="5335998" y="6516722"/>
                <a:ext cx="1020486" cy="1020484"/>
              </a:xfrm>
              <a:prstGeom prst="roundRect">
                <a:avLst/>
              </a:prstGeom>
              <a:solidFill>
                <a:schemeClr val="bg1"/>
              </a:solidFill>
              <a:ln w="6350">
                <a:noFill/>
              </a:ln>
              <a:effectLst>
                <a:outerShdw blurRad="76200" dist="101600" dir="8100000" sx="102000" sy="102000" algn="tl" rotWithShape="0">
                  <a:schemeClr val="accent1">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ea"/>
                  <a:sym typeface="+mn-lt"/>
                </a:endParaRPr>
              </a:p>
            </p:txBody>
          </p:sp>
          <p:sp>
            <p:nvSpPr>
              <p:cNvPr id="37" name="椭圆 10"/>
              <p:cNvSpPr/>
              <p:nvPr/>
            </p:nvSpPr>
            <p:spPr>
              <a:xfrm flipH="1">
                <a:off x="5335998" y="6516722"/>
                <a:ext cx="1020486" cy="1020484"/>
              </a:xfrm>
              <a:prstGeom prst="roundRect">
                <a:avLst/>
              </a:prstGeom>
              <a:gradFill>
                <a:gsLst>
                  <a:gs pos="4000">
                    <a:schemeClr val="accent2"/>
                  </a:gs>
                  <a:gs pos="100000">
                    <a:schemeClr val="accent1"/>
                  </a:gs>
                </a:gsLst>
                <a:lin ang="2700000" scaled="1"/>
              </a:gradFill>
              <a:ln w="6350">
                <a:noFill/>
              </a:ln>
              <a:effectLst>
                <a:outerShdw blurRad="50800" dist="25400" dir="8100000" sx="101000" sy="101000" algn="tl" rotWithShape="0">
                  <a:schemeClr val="bg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ea"/>
                  <a:sym typeface="+mn-lt"/>
                </a:endParaRPr>
              </a:p>
            </p:txBody>
          </p:sp>
          <p:sp>
            <p:nvSpPr>
              <p:cNvPr id="39" name="椭圆 11"/>
              <p:cNvSpPr/>
              <p:nvPr/>
            </p:nvSpPr>
            <p:spPr>
              <a:xfrm flipH="1">
                <a:off x="5368718" y="6549443"/>
                <a:ext cx="955046" cy="955045"/>
              </a:xfrm>
              <a:prstGeom prst="roundRect">
                <a:avLst/>
              </a:prstGeom>
              <a:gradFill flip="none" rotWithShape="1">
                <a:gsLst>
                  <a:gs pos="100000">
                    <a:schemeClr val="accent2">
                      <a:lumMod val="20000"/>
                      <a:lumOff val="80000"/>
                    </a:schemeClr>
                  </a:gs>
                  <a:gs pos="1000">
                    <a:schemeClr val="accent1">
                      <a:lumMod val="20000"/>
                      <a:lumOff val="80000"/>
                    </a:schemeClr>
                  </a:gs>
                </a:gsLst>
                <a:lin ang="13200000" scaled="1"/>
                <a:tileRect/>
              </a:gradFill>
              <a:ln w="9525">
                <a:solidFill>
                  <a:srgbClr val="30937B"/>
                </a:solidFill>
              </a:ln>
              <a:effectLst>
                <a:innerShdw blurRad="520700">
                  <a:schemeClr val="bg1"/>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endParaRPr>
              </a:p>
            </p:txBody>
          </p:sp>
        </p:grpSp>
        <p:sp>
          <p:nvSpPr>
            <p:cNvPr id="45" name="矩形 44"/>
            <p:cNvSpPr/>
            <p:nvPr/>
          </p:nvSpPr>
          <p:spPr>
            <a:xfrm>
              <a:off x="720671" y="3036930"/>
              <a:ext cx="928662" cy="36830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gradFill>
                    <a:gsLst>
                      <a:gs pos="0">
                        <a:schemeClr val="accent2"/>
                      </a:gs>
                      <a:gs pos="61000">
                        <a:schemeClr val="accent1"/>
                      </a:gs>
                    </a:gsLst>
                    <a:lin ang="2700000" scaled="1"/>
                  </a:gradFill>
                  <a:latin typeface="微软雅黑" panose="020B0503020204020204" charset="-122"/>
                  <a:ea typeface="微软雅黑" panose="020B0503020204020204" charset="-122"/>
                  <a:cs typeface="+mn-ea"/>
                  <a:sym typeface="+mn-lt"/>
                </a:rPr>
                <a:t>年龄</a:t>
              </a:r>
              <a:endParaRPr lang="zh-CN" altLang="en-US" dirty="0">
                <a:gradFill>
                  <a:gsLst>
                    <a:gs pos="0">
                      <a:schemeClr val="accent2"/>
                    </a:gs>
                    <a:gs pos="61000">
                      <a:schemeClr val="accent1"/>
                    </a:gs>
                  </a:gsLst>
                  <a:lin ang="2700000" scaled="1"/>
                </a:gradFill>
                <a:latin typeface="微软雅黑" panose="020B0503020204020204" charset="-122"/>
                <a:ea typeface="微软雅黑" panose="020B0503020204020204" charset="-122"/>
                <a:cs typeface="+mn-ea"/>
                <a:sym typeface="+mn-lt"/>
              </a:endParaRPr>
            </a:p>
          </p:txBody>
        </p:sp>
      </p:grpSp>
      <p:grpSp>
        <p:nvGrpSpPr>
          <p:cNvPr id="52" name="组合 51"/>
          <p:cNvGrpSpPr/>
          <p:nvPr/>
        </p:nvGrpSpPr>
        <p:grpSpPr>
          <a:xfrm>
            <a:off x="5343977" y="3879762"/>
            <a:ext cx="1240790" cy="572297"/>
            <a:chOff x="586398" y="2937054"/>
            <a:chExt cx="1240790" cy="572297"/>
          </a:xfrm>
        </p:grpSpPr>
        <p:grpSp>
          <p:nvGrpSpPr>
            <p:cNvPr id="53" name="组合 52"/>
            <p:cNvGrpSpPr/>
            <p:nvPr/>
          </p:nvGrpSpPr>
          <p:grpSpPr>
            <a:xfrm>
              <a:off x="707048" y="2937054"/>
              <a:ext cx="999089" cy="572297"/>
              <a:chOff x="5335998" y="6516722"/>
              <a:chExt cx="1020486" cy="1020484"/>
            </a:xfrm>
          </p:grpSpPr>
          <p:sp>
            <p:nvSpPr>
              <p:cNvPr id="54" name="椭圆 9"/>
              <p:cNvSpPr/>
              <p:nvPr/>
            </p:nvSpPr>
            <p:spPr>
              <a:xfrm flipH="1">
                <a:off x="5335998" y="6516722"/>
                <a:ext cx="1020486" cy="1020484"/>
              </a:xfrm>
              <a:prstGeom prst="roundRect">
                <a:avLst/>
              </a:prstGeom>
              <a:solidFill>
                <a:schemeClr val="bg1"/>
              </a:solidFill>
              <a:ln w="6350">
                <a:noFill/>
              </a:ln>
              <a:effectLst>
                <a:outerShdw blurRad="76200" dist="101600" dir="8100000" sx="102000" sy="102000" algn="tl" rotWithShape="0">
                  <a:schemeClr val="accent1">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ea"/>
                  <a:sym typeface="+mn-lt"/>
                </a:endParaRPr>
              </a:p>
            </p:txBody>
          </p:sp>
          <p:sp>
            <p:nvSpPr>
              <p:cNvPr id="55" name="椭圆 10"/>
              <p:cNvSpPr/>
              <p:nvPr/>
            </p:nvSpPr>
            <p:spPr>
              <a:xfrm flipH="1">
                <a:off x="5335998" y="6516722"/>
                <a:ext cx="1020486" cy="1020484"/>
              </a:xfrm>
              <a:prstGeom prst="roundRect">
                <a:avLst/>
              </a:prstGeom>
              <a:gradFill>
                <a:gsLst>
                  <a:gs pos="4000">
                    <a:schemeClr val="accent2"/>
                  </a:gs>
                  <a:gs pos="100000">
                    <a:schemeClr val="accent1"/>
                  </a:gs>
                </a:gsLst>
                <a:lin ang="2700000" scaled="1"/>
              </a:gradFill>
              <a:ln w="6350">
                <a:noFill/>
              </a:ln>
              <a:effectLst>
                <a:outerShdw blurRad="50800" dist="25400" dir="8100000" sx="101000" sy="101000" algn="tl" rotWithShape="0">
                  <a:schemeClr val="bg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ea"/>
                  <a:sym typeface="+mn-lt"/>
                </a:endParaRPr>
              </a:p>
            </p:txBody>
          </p:sp>
          <p:sp>
            <p:nvSpPr>
              <p:cNvPr id="56" name="椭圆 11"/>
              <p:cNvSpPr/>
              <p:nvPr/>
            </p:nvSpPr>
            <p:spPr>
              <a:xfrm flipH="1">
                <a:off x="5368718" y="6549443"/>
                <a:ext cx="955046" cy="955045"/>
              </a:xfrm>
              <a:prstGeom prst="roundRect">
                <a:avLst/>
              </a:prstGeom>
              <a:gradFill flip="none" rotWithShape="1">
                <a:gsLst>
                  <a:gs pos="100000">
                    <a:schemeClr val="accent2">
                      <a:lumMod val="20000"/>
                      <a:lumOff val="80000"/>
                    </a:schemeClr>
                  </a:gs>
                  <a:gs pos="1000">
                    <a:schemeClr val="accent1">
                      <a:lumMod val="20000"/>
                      <a:lumOff val="80000"/>
                    </a:schemeClr>
                  </a:gs>
                </a:gsLst>
                <a:lin ang="13200000" scaled="1"/>
                <a:tileRect/>
              </a:gradFill>
              <a:ln w="9525">
                <a:solidFill>
                  <a:srgbClr val="30937B"/>
                </a:solidFill>
              </a:ln>
              <a:effectLst>
                <a:innerShdw blurRad="520700">
                  <a:schemeClr val="bg1"/>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endParaRPr>
              </a:p>
            </p:txBody>
          </p:sp>
        </p:grpSp>
        <p:sp>
          <p:nvSpPr>
            <p:cNvPr id="57" name="矩形 56"/>
            <p:cNvSpPr/>
            <p:nvPr/>
          </p:nvSpPr>
          <p:spPr>
            <a:xfrm>
              <a:off x="586398" y="3036749"/>
              <a:ext cx="1240790" cy="36830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gradFill>
                    <a:gsLst>
                      <a:gs pos="0">
                        <a:schemeClr val="accent2"/>
                      </a:gs>
                      <a:gs pos="61000">
                        <a:schemeClr val="accent1"/>
                      </a:gs>
                    </a:gsLst>
                    <a:lin ang="2700000" scaled="1"/>
                  </a:gradFill>
                  <a:latin typeface="微软雅黑" panose="020B0503020204020204" charset="-122"/>
                  <a:ea typeface="微软雅黑" panose="020B0503020204020204" charset="-122"/>
                  <a:cs typeface="+mn-ea"/>
                  <a:sym typeface="+mn-lt"/>
                </a:rPr>
                <a:t>服役年限</a:t>
              </a:r>
              <a:endParaRPr lang="zh-CN" altLang="en-US" dirty="0">
                <a:gradFill>
                  <a:gsLst>
                    <a:gs pos="0">
                      <a:schemeClr val="accent2"/>
                    </a:gs>
                    <a:gs pos="61000">
                      <a:schemeClr val="accent1"/>
                    </a:gs>
                  </a:gsLst>
                  <a:lin ang="2700000" scaled="1"/>
                </a:gradFill>
                <a:latin typeface="微软雅黑" panose="020B0503020204020204" charset="-122"/>
                <a:ea typeface="微软雅黑" panose="020B0503020204020204" charset="-122"/>
                <a:cs typeface="+mn-ea"/>
                <a:sym typeface="+mn-lt"/>
              </a:endParaRPr>
            </a:p>
          </p:txBody>
        </p:sp>
      </p:grpSp>
      <p:grpSp>
        <p:nvGrpSpPr>
          <p:cNvPr id="58" name="组合 57"/>
          <p:cNvGrpSpPr/>
          <p:nvPr/>
        </p:nvGrpSpPr>
        <p:grpSpPr>
          <a:xfrm>
            <a:off x="2306960" y="5087620"/>
            <a:ext cx="1526535" cy="671830"/>
            <a:chOff x="689716" y="2937054"/>
            <a:chExt cx="1016421" cy="672096"/>
          </a:xfrm>
        </p:grpSpPr>
        <p:grpSp>
          <p:nvGrpSpPr>
            <p:cNvPr id="59" name="组合 58"/>
            <p:cNvGrpSpPr/>
            <p:nvPr/>
          </p:nvGrpSpPr>
          <p:grpSpPr>
            <a:xfrm>
              <a:off x="707048" y="2937054"/>
              <a:ext cx="999089" cy="672096"/>
              <a:chOff x="5335998" y="6516722"/>
              <a:chExt cx="1020486" cy="1198439"/>
            </a:xfrm>
          </p:grpSpPr>
          <p:sp>
            <p:nvSpPr>
              <p:cNvPr id="60" name="椭圆 9"/>
              <p:cNvSpPr/>
              <p:nvPr/>
            </p:nvSpPr>
            <p:spPr>
              <a:xfrm flipH="1">
                <a:off x="5335998" y="6516722"/>
                <a:ext cx="1020486" cy="1020484"/>
              </a:xfrm>
              <a:prstGeom prst="roundRect">
                <a:avLst/>
              </a:prstGeom>
              <a:solidFill>
                <a:schemeClr val="bg1"/>
              </a:solidFill>
              <a:ln w="6350">
                <a:noFill/>
              </a:ln>
              <a:effectLst>
                <a:outerShdw blurRad="76200" dist="101600" dir="8100000" sx="102000" sy="102000" algn="tl" rotWithShape="0">
                  <a:schemeClr val="accent1">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ea"/>
                  <a:sym typeface="+mn-lt"/>
                </a:endParaRPr>
              </a:p>
            </p:txBody>
          </p:sp>
          <p:sp>
            <p:nvSpPr>
              <p:cNvPr id="62" name="椭圆 10"/>
              <p:cNvSpPr/>
              <p:nvPr/>
            </p:nvSpPr>
            <p:spPr>
              <a:xfrm flipH="1">
                <a:off x="5335998" y="6516722"/>
                <a:ext cx="1020486" cy="1198439"/>
              </a:xfrm>
              <a:prstGeom prst="roundRect">
                <a:avLst/>
              </a:prstGeom>
              <a:gradFill>
                <a:gsLst>
                  <a:gs pos="4000">
                    <a:schemeClr val="accent2"/>
                  </a:gs>
                  <a:gs pos="100000">
                    <a:schemeClr val="accent1"/>
                  </a:gs>
                </a:gsLst>
                <a:lin ang="2700000" scaled="1"/>
              </a:gradFill>
              <a:ln w="6350">
                <a:noFill/>
              </a:ln>
              <a:effectLst>
                <a:outerShdw blurRad="50800" dist="25400" dir="8100000" sx="101000" sy="101000" algn="tl" rotWithShape="0">
                  <a:schemeClr val="bg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ea"/>
                  <a:sym typeface="+mn-lt"/>
                </a:endParaRPr>
              </a:p>
            </p:txBody>
          </p:sp>
          <p:sp>
            <p:nvSpPr>
              <p:cNvPr id="63" name="椭圆 11"/>
              <p:cNvSpPr/>
              <p:nvPr/>
            </p:nvSpPr>
            <p:spPr>
              <a:xfrm flipH="1">
                <a:off x="5368819" y="6549571"/>
                <a:ext cx="954843" cy="1118015"/>
              </a:xfrm>
              <a:prstGeom prst="roundRect">
                <a:avLst/>
              </a:prstGeom>
              <a:gradFill flip="none" rotWithShape="1">
                <a:gsLst>
                  <a:gs pos="100000">
                    <a:schemeClr val="accent2">
                      <a:lumMod val="20000"/>
                      <a:lumOff val="80000"/>
                    </a:schemeClr>
                  </a:gs>
                  <a:gs pos="1000">
                    <a:schemeClr val="accent1">
                      <a:lumMod val="20000"/>
                      <a:lumOff val="80000"/>
                    </a:schemeClr>
                  </a:gs>
                </a:gsLst>
                <a:lin ang="13200000" scaled="1"/>
                <a:tileRect/>
              </a:gradFill>
              <a:ln w="9525">
                <a:solidFill>
                  <a:srgbClr val="30937B"/>
                </a:solidFill>
              </a:ln>
              <a:effectLst>
                <a:innerShdw blurRad="520700">
                  <a:schemeClr val="bg1"/>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endParaRPr>
              </a:p>
            </p:txBody>
          </p:sp>
        </p:grpSp>
        <p:sp>
          <p:nvSpPr>
            <p:cNvPr id="64" name="矩形 63"/>
            <p:cNvSpPr/>
            <p:nvPr/>
          </p:nvSpPr>
          <p:spPr>
            <a:xfrm>
              <a:off x="689716" y="2937054"/>
              <a:ext cx="928481" cy="646051"/>
            </a:xfrm>
            <a:prstGeom prst="rect">
              <a:avLst/>
            </a:prstGeom>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gradFill>
                    <a:gsLst>
                      <a:gs pos="0">
                        <a:schemeClr val="accent2"/>
                      </a:gs>
                      <a:gs pos="61000">
                        <a:schemeClr val="accent1"/>
                      </a:gs>
                    </a:gsLst>
                    <a:lin ang="2700000" scaled="1"/>
                  </a:gradFill>
                  <a:latin typeface="微软雅黑" panose="020B0503020204020204" charset="-122"/>
                  <a:ea typeface="微软雅黑" panose="020B0503020204020204" charset="-122"/>
                  <a:cs typeface="+mn-ea"/>
                  <a:sym typeface="+mn-lt"/>
                </a:rPr>
                <a:t>退役后就业状态</a:t>
              </a:r>
              <a:endParaRPr lang="zh-CN" altLang="en-US" dirty="0">
                <a:gradFill>
                  <a:gsLst>
                    <a:gs pos="0">
                      <a:schemeClr val="accent2"/>
                    </a:gs>
                    <a:gs pos="61000">
                      <a:schemeClr val="accent1"/>
                    </a:gs>
                  </a:gsLst>
                  <a:lin ang="2700000" scaled="1"/>
                </a:gradFill>
                <a:latin typeface="微软雅黑" panose="020B0503020204020204" charset="-122"/>
                <a:ea typeface="微软雅黑" panose="020B0503020204020204" charset="-122"/>
                <a:cs typeface="+mn-ea"/>
                <a:sym typeface="+mn-lt"/>
              </a:endParaRPr>
            </a:p>
          </p:txBody>
        </p:sp>
      </p:grpSp>
      <p:grpSp>
        <p:nvGrpSpPr>
          <p:cNvPr id="65" name="组合 64"/>
          <p:cNvGrpSpPr/>
          <p:nvPr/>
        </p:nvGrpSpPr>
        <p:grpSpPr>
          <a:xfrm>
            <a:off x="4028892" y="5667922"/>
            <a:ext cx="999089" cy="572297"/>
            <a:chOff x="707048" y="2937054"/>
            <a:chExt cx="999089" cy="572297"/>
          </a:xfrm>
        </p:grpSpPr>
        <p:grpSp>
          <p:nvGrpSpPr>
            <p:cNvPr id="66" name="组合 65"/>
            <p:cNvGrpSpPr/>
            <p:nvPr/>
          </p:nvGrpSpPr>
          <p:grpSpPr>
            <a:xfrm>
              <a:off x="707048" y="2937054"/>
              <a:ext cx="999089" cy="572297"/>
              <a:chOff x="5335998" y="6516722"/>
              <a:chExt cx="1020486" cy="1020484"/>
            </a:xfrm>
          </p:grpSpPr>
          <p:sp>
            <p:nvSpPr>
              <p:cNvPr id="67" name="椭圆 9"/>
              <p:cNvSpPr/>
              <p:nvPr/>
            </p:nvSpPr>
            <p:spPr>
              <a:xfrm flipH="1">
                <a:off x="5335998" y="6516722"/>
                <a:ext cx="1020486" cy="1020484"/>
              </a:xfrm>
              <a:prstGeom prst="roundRect">
                <a:avLst/>
              </a:prstGeom>
              <a:solidFill>
                <a:schemeClr val="bg1"/>
              </a:solidFill>
              <a:ln w="6350">
                <a:noFill/>
              </a:ln>
              <a:effectLst>
                <a:outerShdw blurRad="76200" dist="101600" dir="8100000" sx="102000" sy="102000" algn="tl" rotWithShape="0">
                  <a:schemeClr val="accent1">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ea"/>
                  <a:sym typeface="+mn-lt"/>
                </a:endParaRPr>
              </a:p>
            </p:txBody>
          </p:sp>
          <p:sp>
            <p:nvSpPr>
              <p:cNvPr id="68" name="椭圆 10"/>
              <p:cNvSpPr/>
              <p:nvPr/>
            </p:nvSpPr>
            <p:spPr>
              <a:xfrm flipH="1">
                <a:off x="5335998" y="6516722"/>
                <a:ext cx="1020486" cy="1020484"/>
              </a:xfrm>
              <a:prstGeom prst="roundRect">
                <a:avLst/>
              </a:prstGeom>
              <a:gradFill>
                <a:gsLst>
                  <a:gs pos="4000">
                    <a:schemeClr val="accent2"/>
                  </a:gs>
                  <a:gs pos="100000">
                    <a:schemeClr val="accent1"/>
                  </a:gs>
                </a:gsLst>
                <a:lin ang="2700000" scaled="1"/>
              </a:gradFill>
              <a:ln w="6350">
                <a:noFill/>
              </a:ln>
              <a:effectLst>
                <a:outerShdw blurRad="50800" dist="25400" dir="8100000" sx="101000" sy="101000" algn="tl" rotWithShape="0">
                  <a:schemeClr val="bg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ea"/>
                  <a:sym typeface="+mn-lt"/>
                </a:endParaRPr>
              </a:p>
            </p:txBody>
          </p:sp>
          <p:sp>
            <p:nvSpPr>
              <p:cNvPr id="69" name="椭圆 11"/>
              <p:cNvSpPr/>
              <p:nvPr/>
            </p:nvSpPr>
            <p:spPr>
              <a:xfrm flipH="1">
                <a:off x="5368718" y="6549443"/>
                <a:ext cx="955046" cy="955045"/>
              </a:xfrm>
              <a:prstGeom prst="roundRect">
                <a:avLst/>
              </a:prstGeom>
              <a:gradFill flip="none" rotWithShape="1">
                <a:gsLst>
                  <a:gs pos="100000">
                    <a:schemeClr val="accent2">
                      <a:lumMod val="20000"/>
                      <a:lumOff val="80000"/>
                    </a:schemeClr>
                  </a:gs>
                  <a:gs pos="1000">
                    <a:schemeClr val="accent1">
                      <a:lumMod val="20000"/>
                      <a:lumOff val="80000"/>
                    </a:schemeClr>
                  </a:gs>
                </a:gsLst>
                <a:lin ang="13200000" scaled="1"/>
                <a:tileRect/>
              </a:gradFill>
              <a:ln w="9525">
                <a:solidFill>
                  <a:srgbClr val="30937B"/>
                </a:solidFill>
              </a:ln>
              <a:effectLst>
                <a:innerShdw blurRad="520700">
                  <a:schemeClr val="bg1"/>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endParaRPr>
              </a:p>
            </p:txBody>
          </p:sp>
        </p:grpSp>
        <p:sp>
          <p:nvSpPr>
            <p:cNvPr id="70" name="矩形 69"/>
            <p:cNvSpPr/>
            <p:nvPr/>
          </p:nvSpPr>
          <p:spPr>
            <a:xfrm>
              <a:off x="740991" y="3036930"/>
              <a:ext cx="928662" cy="36830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gradFill>
                    <a:gsLst>
                      <a:gs pos="0">
                        <a:schemeClr val="accent2"/>
                      </a:gs>
                      <a:gs pos="61000">
                        <a:schemeClr val="accent1"/>
                      </a:gs>
                    </a:gsLst>
                    <a:lin ang="2700000" scaled="1"/>
                  </a:gradFill>
                  <a:latin typeface="微软雅黑" panose="020B0503020204020204" charset="-122"/>
                  <a:ea typeface="微软雅黑" panose="020B0503020204020204" charset="-122"/>
                  <a:cs typeface="+mn-ea"/>
                  <a:sym typeface="+mn-lt"/>
                </a:rPr>
                <a:t>军种</a:t>
              </a:r>
              <a:endParaRPr lang="zh-CN" altLang="en-US" dirty="0">
                <a:gradFill>
                  <a:gsLst>
                    <a:gs pos="0">
                      <a:schemeClr val="accent2"/>
                    </a:gs>
                    <a:gs pos="61000">
                      <a:schemeClr val="accent1"/>
                    </a:gs>
                  </a:gsLst>
                  <a:lin ang="2700000" scaled="1"/>
                </a:gradFill>
                <a:latin typeface="微软雅黑" panose="020B0503020204020204" charset="-122"/>
                <a:ea typeface="微软雅黑" panose="020B0503020204020204" charset="-122"/>
                <a:cs typeface="+mn-ea"/>
                <a:sym typeface="+mn-lt"/>
              </a:endParaRPr>
            </a:p>
          </p:txBody>
        </p:sp>
      </p:grpSp>
      <p:grpSp>
        <p:nvGrpSpPr>
          <p:cNvPr id="71" name="组合 70"/>
          <p:cNvGrpSpPr/>
          <p:nvPr/>
        </p:nvGrpSpPr>
        <p:grpSpPr>
          <a:xfrm>
            <a:off x="5307578" y="5114290"/>
            <a:ext cx="1546612" cy="671830"/>
            <a:chOff x="676348" y="2937054"/>
            <a:chExt cx="1029789" cy="672096"/>
          </a:xfrm>
        </p:grpSpPr>
        <p:grpSp>
          <p:nvGrpSpPr>
            <p:cNvPr id="72" name="组合 71"/>
            <p:cNvGrpSpPr/>
            <p:nvPr/>
          </p:nvGrpSpPr>
          <p:grpSpPr>
            <a:xfrm>
              <a:off x="676348" y="2937054"/>
              <a:ext cx="1029789" cy="672096"/>
              <a:chOff x="5304641" y="6516722"/>
              <a:chExt cx="1051843" cy="1198439"/>
            </a:xfrm>
          </p:grpSpPr>
          <p:sp>
            <p:nvSpPr>
              <p:cNvPr id="73" name="椭圆 9"/>
              <p:cNvSpPr/>
              <p:nvPr/>
            </p:nvSpPr>
            <p:spPr>
              <a:xfrm flipH="1">
                <a:off x="5335998" y="6516722"/>
                <a:ext cx="1020486" cy="1020484"/>
              </a:xfrm>
              <a:prstGeom prst="roundRect">
                <a:avLst/>
              </a:prstGeom>
              <a:solidFill>
                <a:schemeClr val="bg1"/>
              </a:solidFill>
              <a:ln w="6350">
                <a:noFill/>
              </a:ln>
              <a:effectLst>
                <a:outerShdw blurRad="76200" dist="101600" dir="8100000" sx="102000" sy="102000" algn="tl" rotWithShape="0">
                  <a:schemeClr val="accent1">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ea"/>
                  <a:sym typeface="+mn-lt"/>
                </a:endParaRPr>
              </a:p>
            </p:txBody>
          </p:sp>
          <p:sp>
            <p:nvSpPr>
              <p:cNvPr id="74" name="椭圆 10"/>
              <p:cNvSpPr/>
              <p:nvPr/>
            </p:nvSpPr>
            <p:spPr>
              <a:xfrm flipH="1">
                <a:off x="5304641" y="6516722"/>
                <a:ext cx="1020486" cy="1198439"/>
              </a:xfrm>
              <a:prstGeom prst="roundRect">
                <a:avLst/>
              </a:prstGeom>
              <a:gradFill>
                <a:gsLst>
                  <a:gs pos="4000">
                    <a:schemeClr val="accent2"/>
                  </a:gs>
                  <a:gs pos="100000">
                    <a:schemeClr val="accent1"/>
                  </a:gs>
                </a:gsLst>
                <a:lin ang="2700000" scaled="1"/>
              </a:gradFill>
              <a:ln w="6350">
                <a:noFill/>
              </a:ln>
              <a:effectLst>
                <a:outerShdw blurRad="50800" dist="25400" dir="8100000" sx="101000" sy="101000" algn="tl" rotWithShape="0">
                  <a:schemeClr val="bg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ea"/>
                  <a:sym typeface="+mn-lt"/>
                </a:endParaRPr>
              </a:p>
            </p:txBody>
          </p:sp>
          <p:sp>
            <p:nvSpPr>
              <p:cNvPr id="75" name="椭圆 11"/>
              <p:cNvSpPr/>
              <p:nvPr/>
            </p:nvSpPr>
            <p:spPr>
              <a:xfrm flipH="1">
                <a:off x="5333836" y="6549571"/>
                <a:ext cx="954843" cy="1118015"/>
              </a:xfrm>
              <a:prstGeom prst="roundRect">
                <a:avLst/>
              </a:prstGeom>
              <a:gradFill flip="none" rotWithShape="1">
                <a:gsLst>
                  <a:gs pos="100000">
                    <a:schemeClr val="accent2">
                      <a:lumMod val="20000"/>
                      <a:lumOff val="80000"/>
                    </a:schemeClr>
                  </a:gs>
                  <a:gs pos="1000">
                    <a:schemeClr val="accent1">
                      <a:lumMod val="20000"/>
                      <a:lumOff val="80000"/>
                    </a:schemeClr>
                  </a:gs>
                </a:gsLst>
                <a:lin ang="13200000" scaled="1"/>
                <a:tileRect/>
              </a:gradFill>
              <a:ln w="9525">
                <a:solidFill>
                  <a:srgbClr val="30937B"/>
                </a:solidFill>
              </a:ln>
              <a:effectLst>
                <a:innerShdw blurRad="520700">
                  <a:schemeClr val="bg1"/>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endParaRPr>
              </a:p>
            </p:txBody>
          </p:sp>
        </p:grpSp>
        <p:sp>
          <p:nvSpPr>
            <p:cNvPr id="76" name="矩形 75"/>
            <p:cNvSpPr/>
            <p:nvPr/>
          </p:nvSpPr>
          <p:spPr>
            <a:xfrm>
              <a:off x="682106" y="2937054"/>
              <a:ext cx="928481" cy="646051"/>
            </a:xfrm>
            <a:prstGeom prst="rect">
              <a:avLst/>
            </a:prstGeom>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gradFill>
                    <a:gsLst>
                      <a:gs pos="0">
                        <a:schemeClr val="accent2"/>
                      </a:gs>
                      <a:gs pos="61000">
                        <a:schemeClr val="accent1"/>
                      </a:gs>
                    </a:gsLst>
                    <a:lin ang="2700000" scaled="1"/>
                  </a:gradFill>
                  <a:latin typeface="微软雅黑" panose="020B0503020204020204" charset="-122"/>
                  <a:ea typeface="微软雅黑" panose="020B0503020204020204" charset="-122"/>
                  <a:cs typeface="+mn-ea"/>
                  <a:sym typeface="+mn-lt"/>
                </a:rPr>
                <a:t>家庭年均可支配收入</a:t>
              </a:r>
              <a:endParaRPr lang="zh-CN" altLang="en-US" dirty="0">
                <a:gradFill>
                  <a:gsLst>
                    <a:gs pos="0">
                      <a:schemeClr val="accent2"/>
                    </a:gs>
                    <a:gs pos="61000">
                      <a:schemeClr val="accent1"/>
                    </a:gs>
                  </a:gsLst>
                  <a:lin ang="2700000" scaled="1"/>
                </a:gradFill>
                <a:latin typeface="微软雅黑" panose="020B0503020204020204" charset="-122"/>
                <a:ea typeface="微软雅黑" panose="020B0503020204020204" charset="-122"/>
                <a:cs typeface="+mn-ea"/>
                <a:sym typeface="+mn-lt"/>
              </a:endParaRPr>
            </a:p>
          </p:txBody>
        </p:sp>
      </p:grpSp>
      <p:sp>
        <p:nvSpPr>
          <p:cNvPr id="28" name="文本框 27"/>
          <p:cNvSpPr txBox="1"/>
          <p:nvPr/>
        </p:nvSpPr>
        <p:spPr>
          <a:xfrm>
            <a:off x="9680575" y="4002405"/>
            <a:ext cx="2493645" cy="1522095"/>
          </a:xfrm>
          <a:prstGeom prst="rect">
            <a:avLst/>
          </a:prstGeom>
          <a:blipFill>
            <a:blip r:embed="rId21"/>
            <a:tile tx="0" ty="0" sx="100000" sy="100000" flip="none" algn="tl"/>
          </a:blipFill>
          <a:effectLst>
            <a:outerShdw blurRad="50800" dist="38100" dir="2700000" algn="tl" rotWithShape="0">
              <a:prstClr val="black">
                <a:alpha val="40000"/>
              </a:prstClr>
            </a:outerShdw>
          </a:effectLst>
        </p:spPr>
        <p:txBody>
          <a:bodyPr wrap="square" rtlCol="0" anchor="t">
            <a:noAutofit/>
          </a:bodyPr>
          <a:p>
            <a:pPr algn="l"/>
            <a:endParaRPr lang="zh-CN" altLang="en-US" sz="2000"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lt"/>
            </a:endParaRPr>
          </a:p>
          <a:p>
            <a:pPr algn="l"/>
            <a:r>
              <a:rPr lang="en-US" altLang="zh-CN" sz="2000"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lt"/>
              </a:rPr>
              <a:t>  </a:t>
            </a:r>
            <a:r>
              <a:rPr lang="zh-CN" altLang="en-US" sz="2000"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lt"/>
              </a:rPr>
              <a:t>成功回收有效问卷</a:t>
            </a:r>
            <a:endParaRPr lang="zh-CN" altLang="en-US" sz="2000"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lt"/>
            </a:endParaRPr>
          </a:p>
          <a:p>
            <a:pPr algn="l"/>
            <a:r>
              <a:rPr lang="en-US" altLang="zh-CN" sz="2800" b="1" dirty="0">
                <a:gradFill flip="none" rotWithShape="1">
                  <a:gsLst>
                    <a:gs pos="50000">
                      <a:schemeClr val="accent3"/>
                    </a:gs>
                    <a:gs pos="0">
                      <a:schemeClr val="accent3">
                        <a:lumMod val="25000"/>
                        <a:lumOff val="75000"/>
                      </a:schemeClr>
                    </a:gs>
                    <a:gs pos="100000">
                      <a:schemeClr val="accent3">
                        <a:lumMod val="85000"/>
                      </a:schemeClr>
                    </a:gs>
                  </a:gsLst>
                  <a:lin ang="5400000" scaled="1"/>
                  <a:tileRect/>
                </a:gradFill>
                <a:latin typeface="微软雅黑" panose="020B0503020204020204" charset="-122"/>
                <a:ea typeface="微软雅黑" panose="020B0503020204020204" charset="-122"/>
                <a:cs typeface="微软雅黑" panose="020B0503020204020204" charset="-122"/>
                <a:sym typeface="+mn-lt"/>
              </a:rPr>
              <a:t>       518</a:t>
            </a:r>
            <a:r>
              <a:rPr lang="zh-CN" altLang="en-US" b="1" dirty="0">
                <a:gradFill flip="none" rotWithShape="1">
                  <a:gsLst>
                    <a:gs pos="50000">
                      <a:schemeClr val="accent3"/>
                    </a:gs>
                    <a:gs pos="0">
                      <a:schemeClr val="accent3">
                        <a:lumMod val="25000"/>
                        <a:lumOff val="75000"/>
                      </a:schemeClr>
                    </a:gs>
                    <a:gs pos="100000">
                      <a:schemeClr val="accent3">
                        <a:lumMod val="85000"/>
                      </a:schemeClr>
                    </a:gs>
                  </a:gsLst>
                  <a:lin ang="5400000" scaled="1"/>
                  <a:tileRect/>
                </a:gradFill>
                <a:latin typeface="微软雅黑" panose="020B0503020204020204" charset="-122"/>
                <a:ea typeface="微软雅黑" panose="020B0503020204020204" charset="-122"/>
                <a:cs typeface="微软雅黑" panose="020B0503020204020204" charset="-122"/>
                <a:sym typeface="+mn-lt"/>
              </a:rPr>
              <a:t>份</a:t>
            </a:r>
            <a:r>
              <a:rPr lang="en-US" altLang="zh-CN"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lt"/>
              </a:rPr>
              <a:t> </a:t>
            </a:r>
            <a:endParaRPr lang="en-US" altLang="zh-CN"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lt"/>
            </a:endParaRPr>
          </a:p>
        </p:txBody>
      </p:sp>
      <p:sp>
        <p:nvSpPr>
          <p:cNvPr id="29" name="任意多边形: 形状 221"/>
          <p:cNvSpPr/>
          <p:nvPr>
            <p:custDataLst>
              <p:tags r:id="rId22"/>
            </p:custDataLst>
          </p:nvPr>
        </p:nvSpPr>
        <p:spPr>
          <a:xfrm rot="5400000">
            <a:off x="7849870" y="3692525"/>
            <a:ext cx="851535" cy="2371090"/>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69000">
                <a:schemeClr val="accent4">
                  <a:lumMod val="40000"/>
                  <a:lumOff val="60000"/>
                </a:schemeClr>
              </a:gs>
              <a:gs pos="0">
                <a:schemeClr val="bg1">
                  <a:alpha val="0"/>
                </a:schemeClr>
              </a:gs>
              <a:gs pos="100000">
                <a:schemeClr val="accent4">
                  <a:lumMod val="85000"/>
                </a:schemeClr>
              </a:gs>
            </a:gsLst>
            <a:lin ang="1614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atin typeface="微软雅黑" panose="020B0503020204020204" charset="-122"/>
              <a:ea typeface="微软雅黑" panose="020B0503020204020204" charset="-122"/>
            </a:endParaRPr>
          </a:p>
        </p:txBody>
      </p:sp>
      <p:sp>
        <p:nvSpPr>
          <p:cNvPr id="30" name="文本框 29"/>
          <p:cNvSpPr txBox="1"/>
          <p:nvPr/>
        </p:nvSpPr>
        <p:spPr>
          <a:xfrm>
            <a:off x="6807200" y="4102100"/>
            <a:ext cx="3310890" cy="398780"/>
          </a:xfrm>
          <a:prstGeom prst="rect">
            <a:avLst/>
          </a:prstGeom>
          <a:noFill/>
        </p:spPr>
        <p:txBody>
          <a:bodyPr wrap="square" rtlCol="0" anchor="t">
            <a:spAutoFit/>
          </a:bodyPr>
          <a:p>
            <a:pPr marL="0" marR="0" indent="0" algn="ctr" defTabSz="914400" rtl="0" eaLnBrk="1" fontAlgn="auto" latinLnBrk="0" hangingPunct="1">
              <a:lnSpc>
                <a:spcPct val="100000"/>
              </a:lnSpc>
              <a:spcBef>
                <a:spcPts val="0"/>
              </a:spcBef>
              <a:spcAft>
                <a:spcPts val="0"/>
              </a:spcAft>
              <a:buClrTx/>
              <a:buSzTx/>
              <a:buFontTx/>
              <a:buNone/>
            </a:pPr>
            <a:r>
              <a:rPr lang="zh-CN" altLang="en-US" sz="2000" b="1" kern="0" noProof="0" dirty="0">
                <a:ln>
                  <a:noFill/>
                </a:ln>
                <a:gradFill>
                  <a:gsLst>
                    <a:gs pos="50000">
                      <a:schemeClr val="accent1"/>
                    </a:gs>
                    <a:gs pos="0">
                      <a:schemeClr val="accent1">
                        <a:lumMod val="25000"/>
                        <a:lumOff val="75000"/>
                      </a:schemeClr>
                    </a:gs>
                    <a:gs pos="100000">
                      <a:schemeClr val="accent1">
                        <a:lumMod val="85000"/>
                      </a:schemeClr>
                    </a:gs>
                  </a:gsLst>
                  <a:lin ang="5400000" scaled="1"/>
                </a:gradFill>
                <a:effectLst/>
                <a:uLnTx/>
                <a:uFillTx/>
                <a:latin typeface="微软雅黑" panose="020B0503020204020204" charset="-122"/>
                <a:ea typeface="微软雅黑" panose="020B0503020204020204" charset="-122"/>
                <a:cs typeface="微软雅黑" panose="020B0503020204020204" charset="-122"/>
                <a:sym typeface="+mn-ea"/>
              </a:rPr>
              <a:t>抽样上海市</a:t>
            </a:r>
            <a:r>
              <a:rPr lang="en-US" altLang="zh-CN" sz="2000" b="1" kern="0" noProof="0" dirty="0">
                <a:ln>
                  <a:noFill/>
                </a:ln>
                <a:gradFill>
                  <a:gsLst>
                    <a:gs pos="50000">
                      <a:schemeClr val="accent1"/>
                    </a:gs>
                    <a:gs pos="0">
                      <a:schemeClr val="accent1">
                        <a:lumMod val="25000"/>
                        <a:lumOff val="75000"/>
                      </a:schemeClr>
                    </a:gs>
                    <a:gs pos="100000">
                      <a:schemeClr val="accent1">
                        <a:lumMod val="85000"/>
                      </a:schemeClr>
                    </a:gs>
                  </a:gsLst>
                  <a:lin ang="5400000" scaled="1"/>
                </a:gradFill>
                <a:effectLst/>
                <a:uLnTx/>
                <a:uFillTx/>
                <a:latin typeface="微软雅黑" panose="020B0503020204020204" charset="-122"/>
                <a:ea typeface="微软雅黑" panose="020B0503020204020204" charset="-122"/>
                <a:cs typeface="微软雅黑" panose="020B0503020204020204" charset="-122"/>
                <a:sym typeface="+mn-ea"/>
              </a:rPr>
              <a:t>20</a:t>
            </a:r>
            <a:r>
              <a:rPr lang="zh-CN" altLang="en-US" sz="2000" b="1" kern="0" noProof="0" dirty="0">
                <a:ln>
                  <a:noFill/>
                </a:ln>
                <a:gradFill>
                  <a:gsLst>
                    <a:gs pos="50000">
                      <a:schemeClr val="accent1"/>
                    </a:gs>
                    <a:gs pos="0">
                      <a:schemeClr val="accent1">
                        <a:lumMod val="25000"/>
                        <a:lumOff val="75000"/>
                      </a:schemeClr>
                    </a:gs>
                    <a:gs pos="100000">
                      <a:schemeClr val="accent1">
                        <a:lumMod val="85000"/>
                      </a:schemeClr>
                    </a:gs>
                  </a:gsLst>
                  <a:lin ang="5400000" scaled="1"/>
                </a:gradFill>
                <a:effectLst/>
                <a:uLnTx/>
                <a:uFillTx/>
                <a:latin typeface="微软雅黑" panose="020B0503020204020204" charset="-122"/>
                <a:ea typeface="微软雅黑" panose="020B0503020204020204" charset="-122"/>
                <a:cs typeface="微软雅黑" panose="020B0503020204020204" charset="-122"/>
                <a:sym typeface="+mn-ea"/>
              </a:rPr>
              <a:t>个街道</a:t>
            </a:r>
            <a:endParaRPr lang="zh-CN" altLang="en-US" sz="2000" b="1" kern="0" noProof="0" dirty="0">
              <a:ln>
                <a:noFill/>
              </a:ln>
              <a:gradFill>
                <a:gsLst>
                  <a:gs pos="50000">
                    <a:schemeClr val="accent1"/>
                  </a:gs>
                  <a:gs pos="0">
                    <a:schemeClr val="accent1">
                      <a:lumMod val="25000"/>
                      <a:lumOff val="75000"/>
                    </a:schemeClr>
                  </a:gs>
                  <a:gs pos="100000">
                    <a:schemeClr val="accent1">
                      <a:lumMod val="85000"/>
                    </a:schemeClr>
                  </a:gs>
                </a:gsLst>
                <a:lin ang="5400000" scaled="1"/>
              </a:gradFill>
              <a:effectLst/>
              <a:uLnTx/>
              <a:uFillTx/>
              <a:latin typeface="微软雅黑" panose="020B0503020204020204" charset="-122"/>
              <a:ea typeface="微软雅黑" panose="020B0503020204020204" charset="-122"/>
              <a:cs typeface="微软雅黑" panose="020B0503020204020204" charset="-122"/>
              <a:sym typeface="+mn-ea"/>
            </a:endParaRPr>
          </a:p>
        </p:txBody>
      </p:sp>
      <p:pic>
        <p:nvPicPr>
          <p:cNvPr id="79" name="图片 78" descr="图钉"/>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9677400" y="4229100"/>
            <a:ext cx="385445" cy="423545"/>
          </a:xfrm>
          <a:prstGeom prst="rect">
            <a:avLst/>
          </a:prstGeom>
        </p:spPr>
      </p:pic>
      <p:grpSp>
        <p:nvGrpSpPr>
          <p:cNvPr id="172" name="组合 171"/>
          <p:cNvGrpSpPr/>
          <p:nvPr/>
        </p:nvGrpSpPr>
        <p:grpSpPr>
          <a:xfrm>
            <a:off x="-674446" y="-6350"/>
            <a:ext cx="13073260" cy="902312"/>
            <a:chOff x="-801446" y="0"/>
            <a:chExt cx="13073260" cy="902312"/>
          </a:xfrm>
        </p:grpSpPr>
        <p:sp>
          <p:nvSpPr>
            <p:cNvPr id="173" name="PA-任意多边形 900"/>
            <p:cNvSpPr/>
            <p:nvPr>
              <p:custDataLst>
                <p:tags r:id="rId25"/>
              </p:custDataLst>
            </p:nvPr>
          </p:nvSpPr>
          <p:spPr>
            <a:xfrm flipV="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91000">
                  <a:schemeClr val="accent2">
                    <a:lumMod val="75000"/>
                  </a:schemeClr>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74" name="PA-任意多边形 46"/>
            <p:cNvSpPr/>
            <p:nvPr>
              <p:custDataLst>
                <p:tags r:id="rId26"/>
              </p:custDataLst>
            </p:nvPr>
          </p:nvSpPr>
          <p:spPr>
            <a:xfrm>
              <a:off x="17585" y="140988"/>
              <a:ext cx="10477775" cy="713837"/>
            </a:xfrm>
            <a:custGeom>
              <a:avLst/>
              <a:gdLst>
                <a:gd name="connsiteX0" fmla="*/ 0 w 10477775"/>
                <a:gd name="connsiteY0" fmla="*/ 0 h 713837"/>
                <a:gd name="connsiteX1" fmla="*/ 9872819 w 10477775"/>
                <a:gd name="connsiteY1" fmla="*/ 0 h 713837"/>
                <a:gd name="connsiteX2" fmla="*/ 10477775 w 10477775"/>
                <a:gd name="connsiteY2" fmla="*/ 713837 h 713837"/>
                <a:gd name="connsiteX3" fmla="*/ 0 w 10477775"/>
                <a:gd name="connsiteY3" fmla="*/ 713837 h 713837"/>
                <a:gd name="connsiteX4" fmla="*/ 0 w 10477775"/>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775" h="713837">
                  <a:moveTo>
                    <a:pt x="0" y="0"/>
                  </a:moveTo>
                  <a:lnTo>
                    <a:pt x="9872819" y="0"/>
                  </a:lnTo>
                  <a:lnTo>
                    <a:pt x="10477775" y="713837"/>
                  </a:lnTo>
                  <a:lnTo>
                    <a:pt x="0" y="713837"/>
                  </a:lnTo>
                  <a:lnTo>
                    <a:pt x="0" y="0"/>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75" name="PA-任意多边形 50"/>
            <p:cNvSpPr/>
            <p:nvPr>
              <p:custDataLst>
                <p:tags r:id="rId27"/>
              </p:custDataLst>
            </p:nvPr>
          </p:nvSpPr>
          <p:spPr>
            <a:xfrm>
              <a:off x="79814" y="136543"/>
              <a:ext cx="12192000" cy="713837"/>
            </a:xfrm>
            <a:custGeom>
              <a:avLst/>
              <a:gdLst>
                <a:gd name="connsiteX0" fmla="*/ 0 w 12192000"/>
                <a:gd name="connsiteY0" fmla="*/ 0 h 713837"/>
                <a:gd name="connsiteX1" fmla="*/ 12192000 w 12192000"/>
                <a:gd name="connsiteY1" fmla="*/ 0 h 713837"/>
                <a:gd name="connsiteX2" fmla="*/ 12192000 w 12192000"/>
                <a:gd name="connsiteY2" fmla="*/ 713837 h 713837"/>
                <a:gd name="connsiteX3" fmla="*/ 0 w 12192000"/>
                <a:gd name="connsiteY3" fmla="*/ 713837 h 713837"/>
              </a:gdLst>
              <a:ahLst/>
              <a:cxnLst>
                <a:cxn ang="0">
                  <a:pos x="connsiteX0" y="connsiteY0"/>
                </a:cxn>
                <a:cxn ang="0">
                  <a:pos x="connsiteX1" y="connsiteY1"/>
                </a:cxn>
                <a:cxn ang="0">
                  <a:pos x="connsiteX2" y="connsiteY2"/>
                </a:cxn>
                <a:cxn ang="0">
                  <a:pos x="connsiteX3" y="connsiteY3"/>
                </a:cxn>
              </a:cxnLst>
              <a:rect l="l" t="t" r="r" b="b"/>
              <a:pathLst>
                <a:path w="12192000" h="713837">
                  <a:moveTo>
                    <a:pt x="0" y="0"/>
                  </a:moveTo>
                  <a:lnTo>
                    <a:pt x="12192000" y="0"/>
                  </a:lnTo>
                  <a:lnTo>
                    <a:pt x="12192000" y="713837"/>
                  </a:lnTo>
                  <a:lnTo>
                    <a:pt x="0" y="713837"/>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mn-cs"/>
              </a:endParaRPr>
            </a:p>
          </p:txBody>
        </p:sp>
        <p:sp>
          <p:nvSpPr>
            <p:cNvPr id="176" name="PA-文本框 24"/>
            <p:cNvSpPr txBox="1"/>
            <p:nvPr>
              <p:custDataLst>
                <p:tags r:id="rId28"/>
              </p:custDataLst>
            </p:nvPr>
          </p:nvSpPr>
          <p:spPr>
            <a:xfrm>
              <a:off x="1523950" y="236296"/>
              <a:ext cx="2672080" cy="521970"/>
            </a:xfrm>
            <a:prstGeom prst="rect">
              <a:avLst/>
            </a:prstGeom>
            <a:noFill/>
          </p:spPr>
          <p:txBody>
            <a:bodyPr wrap="none">
              <a:spAutoFit/>
            </a:bodyPr>
            <a:lstStyle>
              <a:defPPr>
                <a:defRPr lang="zh-CN"/>
              </a:defPPr>
              <a:lvl1pPr>
                <a:defRPr sz="2400" b="1">
                  <a:gradFill>
                    <a:gsLst>
                      <a:gs pos="100000">
                        <a:schemeClr val="accent1">
                          <a:lumMod val="50000"/>
                        </a:schemeClr>
                      </a:gs>
                      <a:gs pos="17000">
                        <a:schemeClr val="accent1">
                          <a:lumMod val="50000"/>
                        </a:schemeClr>
                      </a:gs>
                    </a:gsLst>
                    <a:path path="circle">
                      <a:fillToRect r="100000" b="100000"/>
                    </a:path>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gradFill>
                    <a:gsLst>
                      <a:gs pos="100000">
                        <a:srgbClr val="206252">
                          <a:lumMod val="50000"/>
                        </a:srgbClr>
                      </a:gs>
                      <a:gs pos="17000">
                        <a:srgbClr val="206252">
                          <a:lumMod val="75000"/>
                        </a:srgbClr>
                      </a:gs>
                    </a:gsLst>
                    <a:path path="circle">
                      <a:fillToRect r="100000" b="100000"/>
                    </a:path>
                  </a:gradFill>
                  <a:effectLst/>
                  <a:uLnTx/>
                  <a:uFillTx/>
                  <a:latin typeface="微软雅黑" panose="020B0503020204020204" charset="-122"/>
                  <a:ea typeface="微软雅黑" panose="020B0503020204020204" charset="-122"/>
                  <a:cs typeface="+mn-cs"/>
                  <a:sym typeface="阿里妈妈数黑体" pitchFamily="2" charset="-122"/>
                </a:rPr>
                <a:t>调查设计与实施</a:t>
              </a:r>
              <a:endParaRPr kumimoji="0" lang="zh-CN" altLang="en-US" sz="2800" b="1" i="0" u="none" strike="noStrike" kern="1200" cap="none" spc="0" normalizeH="0" baseline="0" noProof="0" dirty="0">
                <a:ln>
                  <a:noFill/>
                </a:ln>
                <a:gradFill>
                  <a:gsLst>
                    <a:gs pos="100000">
                      <a:srgbClr val="206252">
                        <a:lumMod val="50000"/>
                      </a:srgbClr>
                    </a:gs>
                    <a:gs pos="17000">
                      <a:srgbClr val="206252">
                        <a:lumMod val="75000"/>
                      </a:srgbClr>
                    </a:gs>
                  </a:gsLst>
                  <a:path path="circle">
                    <a:fillToRect r="100000" b="100000"/>
                  </a:path>
                </a:gradFill>
                <a:effectLst/>
                <a:uLnTx/>
                <a:uFillTx/>
                <a:latin typeface="微软雅黑" panose="020B0503020204020204" charset="-122"/>
                <a:ea typeface="微软雅黑" panose="020B0503020204020204" charset="-122"/>
                <a:cs typeface="+mn-cs"/>
                <a:sym typeface="阿里妈妈数黑体" pitchFamily="2" charset="-122"/>
              </a:endParaRPr>
            </a:p>
          </p:txBody>
        </p:sp>
        <p:sp>
          <p:nvSpPr>
            <p:cNvPr id="177" name="PA-任意多边形 6"/>
            <p:cNvSpPr/>
            <p:nvPr>
              <p:custDataLst>
                <p:tags r:id="rId29"/>
              </p:custDataLst>
            </p:nvPr>
          </p:nvSpPr>
          <p:spPr>
            <a:xfrm>
              <a:off x="-52754" y="850261"/>
              <a:ext cx="12262339" cy="52051"/>
            </a:xfrm>
            <a:custGeom>
              <a:avLst/>
              <a:gdLst>
                <a:gd name="connsiteX0" fmla="*/ 0 w 4366736"/>
                <a:gd name="connsiteY0" fmla="*/ 0 h 64293"/>
                <a:gd name="connsiteX1" fmla="*/ 4366737 w 4366736"/>
                <a:gd name="connsiteY1" fmla="*/ 0 h 64293"/>
                <a:gd name="connsiteX2" fmla="*/ 4366737 w 4366736"/>
                <a:gd name="connsiteY2" fmla="*/ 64294 h 64293"/>
                <a:gd name="connsiteX3" fmla="*/ 0 w 4366736"/>
                <a:gd name="connsiteY3" fmla="*/ 64294 h 64293"/>
              </a:gdLst>
              <a:ahLst/>
              <a:cxnLst>
                <a:cxn ang="0">
                  <a:pos x="connsiteX0" y="connsiteY0"/>
                </a:cxn>
                <a:cxn ang="0">
                  <a:pos x="connsiteX1" y="connsiteY1"/>
                </a:cxn>
                <a:cxn ang="0">
                  <a:pos x="connsiteX2" y="connsiteY2"/>
                </a:cxn>
                <a:cxn ang="0">
                  <a:pos x="connsiteX3" y="connsiteY3"/>
                </a:cxn>
              </a:cxnLst>
              <a:rect l="l" t="t" r="r" b="b"/>
              <a:pathLst>
                <a:path w="4366736" h="64293">
                  <a:moveTo>
                    <a:pt x="0" y="0"/>
                  </a:moveTo>
                  <a:lnTo>
                    <a:pt x="4366737" y="0"/>
                  </a:lnTo>
                  <a:lnTo>
                    <a:pt x="4366737" y="64294"/>
                  </a:lnTo>
                  <a:lnTo>
                    <a:pt x="0" y="64294"/>
                  </a:lnTo>
                  <a:close/>
                </a:path>
              </a:pathLst>
            </a:custGeom>
            <a:gradFill flip="none" rotWithShape="1">
              <a:gsLst>
                <a:gs pos="100000">
                  <a:schemeClr val="accent1"/>
                </a:gs>
                <a:gs pos="12000">
                  <a:schemeClr val="accent1">
                    <a:lumMod val="20000"/>
                    <a:lumOff val="80000"/>
                  </a:schemeClr>
                </a:gs>
              </a:gsLst>
              <a:lin ang="0" scaled="0"/>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78" name="PA-任意多边形 899"/>
            <p:cNvSpPr/>
            <p:nvPr>
              <p:custDataLst>
                <p:tags r:id="rId30"/>
              </p:custDataLst>
            </p:nvPr>
          </p:nvSpPr>
          <p:spPr>
            <a:xfrm flipH="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55000">
                  <a:schemeClr val="accent1"/>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79" name="PA-文本框 26"/>
            <p:cNvSpPr txBox="1"/>
            <p:nvPr>
              <p:custDataLst>
                <p:tags r:id="rId31"/>
              </p:custDataLst>
            </p:nvPr>
          </p:nvSpPr>
          <p:spPr>
            <a:xfrm>
              <a:off x="6502788" y="309946"/>
              <a:ext cx="179197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b="1" noProof="0" dirty="0">
                  <a:ln>
                    <a:noFill/>
                  </a:ln>
                  <a:solidFill>
                    <a:srgbClr val="2D8A73"/>
                  </a:solidFill>
                  <a:effectLst/>
                  <a:uLnTx/>
                  <a:uFillTx/>
                  <a:latin typeface="微软雅黑" panose="020B0503020204020204" charset="-122"/>
                  <a:ea typeface="微软雅黑" panose="020B0503020204020204" charset="-122"/>
                  <a:sym typeface="OPPOSans M" panose="00020600040101010101" pitchFamily="18" charset="-122"/>
                </a:rPr>
                <a:t>调查设计与实施</a:t>
              </a:r>
              <a:endParaRPr kumimoji="0" lang="zh-CN" altLang="en-US" sz="1800" b="1" i="0" u="none" strike="noStrike" kern="1200" cap="none" spc="0" normalizeH="0" baseline="0" noProof="0" dirty="0">
                <a:ln>
                  <a:noFill/>
                </a:ln>
                <a:solidFill>
                  <a:srgbClr val="2D8A73"/>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sp>
          <p:nvSpPr>
            <p:cNvPr id="180" name="PA-文本框 26"/>
            <p:cNvSpPr txBox="1"/>
            <p:nvPr>
              <p:custDataLst>
                <p:tags r:id="rId32"/>
              </p:custDataLst>
            </p:nvPr>
          </p:nvSpPr>
          <p:spPr>
            <a:xfrm>
              <a:off x="8672698" y="313756"/>
              <a:ext cx="3098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cxnSp>
          <p:nvCxnSpPr>
            <p:cNvPr id="181" name="PA-直接连接符 18"/>
            <p:cNvCxnSpPr/>
            <p:nvPr>
              <p:custDataLst>
                <p:tags r:id="rId33"/>
              </p:custDataLst>
            </p:nvPr>
          </p:nvCxnSpPr>
          <p:spPr>
            <a:xfrm flipH="1">
              <a:off x="5253886"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182" name="PA-直接连接符 22"/>
            <p:cNvCxnSpPr/>
            <p:nvPr>
              <p:custDataLst>
                <p:tags r:id="rId34"/>
              </p:custDataLst>
            </p:nvPr>
          </p:nvCxnSpPr>
          <p:spPr>
            <a:xfrm flipH="1">
              <a:off x="6412243"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183" name="PA-文本框 26"/>
            <p:cNvSpPr txBox="1"/>
            <p:nvPr>
              <p:custDataLst>
                <p:tags r:id="rId35"/>
              </p:custDataLst>
            </p:nvPr>
          </p:nvSpPr>
          <p:spPr>
            <a:xfrm>
              <a:off x="5410470" y="313956"/>
              <a:ext cx="10972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a:defRPr/>
              </a:pPr>
              <a:r>
                <a:rPr lang="zh-CN" altLang="en-US" sz="1800" dirty="0">
                  <a:solidFill>
                    <a:srgbClr val="206252">
                      <a:lumMod val="50000"/>
                    </a:srgbClr>
                  </a:solidFill>
                  <a:latin typeface="微软雅黑" panose="020B0503020204020204" charset="-122"/>
                  <a:ea typeface="微软雅黑" panose="020B0503020204020204" charset="-122"/>
                  <a:sym typeface="阿里妈妈数黑体" pitchFamily="2" charset="-122"/>
                </a:rPr>
                <a:t>前期调研</a:t>
              </a:r>
              <a:endParaRPr lang="zh-CN" altLang="en-US" sz="1800" dirty="0">
                <a:solidFill>
                  <a:srgbClr val="206252">
                    <a:lumMod val="50000"/>
                  </a:srgbClr>
                </a:solidFill>
                <a:latin typeface="微软雅黑" panose="020B0503020204020204" charset="-122"/>
                <a:ea typeface="微软雅黑" panose="020B0503020204020204" charset="-122"/>
                <a:sym typeface="阿里妈妈数黑体" pitchFamily="2" charset="-122"/>
              </a:endParaRPr>
            </a:p>
          </p:txBody>
        </p:sp>
        <p:sp>
          <p:nvSpPr>
            <p:cNvPr id="184" name="PA-图形 7"/>
            <p:cNvSpPr/>
            <p:nvPr>
              <p:custDataLst>
                <p:tags r:id="rId36"/>
              </p:custDataLst>
            </p:nvPr>
          </p:nvSpPr>
          <p:spPr>
            <a:xfrm>
              <a:off x="273980" y="148474"/>
              <a:ext cx="555983" cy="416889"/>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0">
                  <a:schemeClr val="bg1"/>
                </a:gs>
                <a:gs pos="87000">
                  <a:schemeClr val="accent1">
                    <a:lumMod val="20000"/>
                    <a:lumOff val="80000"/>
                  </a:schemeClr>
                </a:gs>
              </a:gsLst>
              <a:lin ang="2700000" scaled="0"/>
            </a:gradFill>
            <a:ln w="36909" cap="flat">
              <a:noFill/>
              <a:prstDash val="solid"/>
              <a:miter/>
            </a:ln>
            <a:effectLst>
              <a:outerShdw blurRad="50800" dist="38100" dir="5400000" algn="t" rotWithShape="0">
                <a:schemeClr val="accent1">
                  <a:alpha val="30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cxnSp>
        <p:nvCxnSpPr>
          <p:cNvPr id="186" name="PA-直接连接符 23"/>
          <p:cNvCxnSpPr/>
          <p:nvPr>
            <p:custDataLst>
              <p:tags r:id="rId37"/>
            </p:custDataLst>
          </p:nvPr>
        </p:nvCxnSpPr>
        <p:spPr>
          <a:xfrm flipH="1">
            <a:off x="8337045" y="36122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187" name="PA-直接连接符 23"/>
          <p:cNvCxnSpPr/>
          <p:nvPr>
            <p:custDataLst>
              <p:tags r:id="rId38"/>
            </p:custDataLst>
          </p:nvPr>
        </p:nvCxnSpPr>
        <p:spPr>
          <a:xfrm flipH="1">
            <a:off x="9622285" y="3294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188" name="文本框 187"/>
          <p:cNvSpPr txBox="1"/>
          <p:nvPr/>
        </p:nvSpPr>
        <p:spPr>
          <a:xfrm>
            <a:off x="9886315" y="300990"/>
            <a:ext cx="136969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结论与建议</a:t>
            </a:r>
            <a:endParaRPr lang="zh-CN" altLang="en-US">
              <a:latin typeface="微软雅黑" panose="020B0503020204020204" charset="-122"/>
              <a:ea typeface="微软雅黑" panose="020B0503020204020204" charset="-122"/>
            </a:endParaRPr>
          </a:p>
        </p:txBody>
      </p:sp>
      <p:sp>
        <p:nvSpPr>
          <p:cNvPr id="189" name="文本框 188"/>
          <p:cNvSpPr txBox="1"/>
          <p:nvPr/>
        </p:nvSpPr>
        <p:spPr>
          <a:xfrm>
            <a:off x="8540750" y="304800"/>
            <a:ext cx="121221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产品设计</a:t>
            </a:r>
            <a:endParaRPr lang="zh-CN" altLang="en-US">
              <a:latin typeface="微软雅黑" panose="020B0503020204020204" charset="-122"/>
              <a:ea typeface="微软雅黑" panose="020B0503020204020204" charset="-122"/>
            </a:endParaRPr>
          </a:p>
        </p:txBody>
      </p:sp>
      <p:sp>
        <p:nvSpPr>
          <p:cNvPr id="185" name="矩形 184"/>
          <p:cNvSpPr/>
          <p:nvPr/>
        </p:nvSpPr>
        <p:spPr>
          <a:xfrm>
            <a:off x="4366260" y="292100"/>
            <a:ext cx="1271270" cy="522605"/>
          </a:xfrm>
          <a:prstGeom prst="rect">
            <a:avLst/>
          </a:prstGeom>
          <a:noFill/>
          <a:ln>
            <a:noFill/>
          </a:ln>
        </p:spPr>
        <p:txBody>
          <a:bodyPr wrap="square" rtlCol="0" anchor="t">
            <a:noAutofit/>
          </a:bodyPr>
          <a:lstStyle/>
          <a:p>
            <a:pPr algn="l">
              <a:defRPr/>
            </a:pPr>
            <a:r>
              <a:rPr lang="zh-CN" altLang="en-US" dirty="0">
                <a:solidFill>
                  <a:schemeClr val="tx1"/>
                </a:solidFill>
                <a:latin typeface="微软雅黑" panose="020B0503020204020204" charset="-122"/>
                <a:ea typeface="微软雅黑" panose="020B0503020204020204" charset="-122"/>
              </a:rPr>
              <a:t>研究背景</a:t>
            </a:r>
            <a:endParaRPr lang="zh-CN" altLang="en-US" dirty="0">
              <a:solidFill>
                <a:schemeClr val="tx1"/>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500" fill="hold"/>
                                        <p:tgtEl>
                                          <p:spTgt spid="30"/>
                                        </p:tgtEl>
                                        <p:attrNameLst>
                                          <p:attrName>ppt_x</p:attrName>
                                        </p:attrNameLst>
                                      </p:cBhvr>
                                      <p:tavLst>
                                        <p:tav tm="0">
                                          <p:val>
                                            <p:strVal val="#ppt_x"/>
                                          </p:val>
                                        </p:tav>
                                        <p:tav tm="100000">
                                          <p:val>
                                            <p:strVal val="#ppt_x"/>
                                          </p:val>
                                        </p:tav>
                                      </p:tavLst>
                                    </p:anim>
                                    <p:anim calcmode="lin" valueType="num">
                                      <p:cBhvr additive="base">
                                        <p:cTn id="8"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0" grpId="1"/>
      <p:bldP spid="28" grpId="0" animBg="1"/>
      <p:bldP spid="28"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 name="图片 60"/>
          <p:cNvPicPr>
            <a:picLocks noChangeAspect="1"/>
          </p:cNvPicPr>
          <p:nvPr/>
        </p:nvPicPr>
        <p:blipFill>
          <a:blip r:embed="rId1"/>
          <a:srcRect l="1166" t="25263"/>
          <a:stretch>
            <a:fillRect/>
          </a:stretch>
        </p:blipFill>
        <p:spPr>
          <a:xfrm>
            <a:off x="22860" y="7620"/>
            <a:ext cx="12174220" cy="5125720"/>
          </a:xfrm>
          <a:custGeom>
            <a:avLst/>
            <a:gdLst>
              <a:gd name="connsiteX0" fmla="*/ 0 w 12174415"/>
              <a:gd name="connsiteY0" fmla="*/ 0 h 5125479"/>
              <a:gd name="connsiteX1" fmla="*/ 12174415 w 12174415"/>
              <a:gd name="connsiteY1" fmla="*/ 0 h 5125479"/>
              <a:gd name="connsiteX2" fmla="*/ 12174415 w 12174415"/>
              <a:gd name="connsiteY2" fmla="*/ 5125479 h 5125479"/>
              <a:gd name="connsiteX3" fmla="*/ 0 w 12174415"/>
              <a:gd name="connsiteY3" fmla="*/ 5125479 h 5125479"/>
            </a:gdLst>
            <a:ahLst/>
            <a:cxnLst>
              <a:cxn ang="0">
                <a:pos x="connsiteX0" y="connsiteY0"/>
              </a:cxn>
              <a:cxn ang="0">
                <a:pos x="connsiteX1" y="connsiteY1"/>
              </a:cxn>
              <a:cxn ang="0">
                <a:pos x="connsiteX2" y="connsiteY2"/>
              </a:cxn>
              <a:cxn ang="0">
                <a:pos x="connsiteX3" y="connsiteY3"/>
              </a:cxn>
            </a:cxnLst>
            <a:rect l="l" t="t" r="r" b="b"/>
            <a:pathLst>
              <a:path w="12174415" h="5125479">
                <a:moveTo>
                  <a:pt x="0" y="0"/>
                </a:moveTo>
                <a:lnTo>
                  <a:pt x="12174415" y="0"/>
                </a:lnTo>
                <a:lnTo>
                  <a:pt x="12174415" y="5125479"/>
                </a:lnTo>
                <a:lnTo>
                  <a:pt x="0" y="5125479"/>
                </a:lnTo>
                <a:close/>
              </a:path>
            </a:pathLst>
          </a:custGeom>
        </p:spPr>
      </p:pic>
      <p:grpSp>
        <p:nvGrpSpPr>
          <p:cNvPr id="4" name="组合 3"/>
          <p:cNvGrpSpPr/>
          <p:nvPr/>
        </p:nvGrpSpPr>
        <p:grpSpPr>
          <a:xfrm>
            <a:off x="-801446" y="0"/>
            <a:ext cx="13073260" cy="902312"/>
            <a:chOff x="-801446" y="0"/>
            <a:chExt cx="13073260" cy="902312"/>
          </a:xfrm>
        </p:grpSpPr>
        <p:sp>
          <p:nvSpPr>
            <p:cNvPr id="13" name="PA-任意多边形 900"/>
            <p:cNvSpPr/>
            <p:nvPr>
              <p:custDataLst>
                <p:tags r:id="rId2"/>
              </p:custDataLst>
            </p:nvPr>
          </p:nvSpPr>
          <p:spPr>
            <a:xfrm flipV="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91000">
                  <a:schemeClr val="accent2">
                    <a:lumMod val="75000"/>
                  </a:schemeClr>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6" name="PA-任意多边形 46"/>
            <p:cNvSpPr/>
            <p:nvPr>
              <p:custDataLst>
                <p:tags r:id="rId3"/>
              </p:custDataLst>
            </p:nvPr>
          </p:nvSpPr>
          <p:spPr>
            <a:xfrm>
              <a:off x="17585" y="140988"/>
              <a:ext cx="10477775" cy="713837"/>
            </a:xfrm>
            <a:custGeom>
              <a:avLst/>
              <a:gdLst>
                <a:gd name="connsiteX0" fmla="*/ 0 w 10477775"/>
                <a:gd name="connsiteY0" fmla="*/ 0 h 713837"/>
                <a:gd name="connsiteX1" fmla="*/ 9872819 w 10477775"/>
                <a:gd name="connsiteY1" fmla="*/ 0 h 713837"/>
                <a:gd name="connsiteX2" fmla="*/ 10477775 w 10477775"/>
                <a:gd name="connsiteY2" fmla="*/ 713837 h 713837"/>
                <a:gd name="connsiteX3" fmla="*/ 0 w 10477775"/>
                <a:gd name="connsiteY3" fmla="*/ 713837 h 713837"/>
                <a:gd name="connsiteX4" fmla="*/ 0 w 10477775"/>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775" h="713837">
                  <a:moveTo>
                    <a:pt x="0" y="0"/>
                  </a:moveTo>
                  <a:lnTo>
                    <a:pt x="9872819" y="0"/>
                  </a:lnTo>
                  <a:lnTo>
                    <a:pt x="10477775" y="713837"/>
                  </a:lnTo>
                  <a:lnTo>
                    <a:pt x="0" y="713837"/>
                  </a:lnTo>
                  <a:lnTo>
                    <a:pt x="0" y="0"/>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7" name="PA-任意多边形 50"/>
            <p:cNvSpPr/>
            <p:nvPr>
              <p:custDataLst>
                <p:tags r:id="rId4"/>
              </p:custDataLst>
            </p:nvPr>
          </p:nvSpPr>
          <p:spPr>
            <a:xfrm>
              <a:off x="79814" y="136543"/>
              <a:ext cx="12192000" cy="713837"/>
            </a:xfrm>
            <a:custGeom>
              <a:avLst/>
              <a:gdLst>
                <a:gd name="connsiteX0" fmla="*/ 0 w 12192000"/>
                <a:gd name="connsiteY0" fmla="*/ 0 h 713837"/>
                <a:gd name="connsiteX1" fmla="*/ 12192000 w 12192000"/>
                <a:gd name="connsiteY1" fmla="*/ 0 h 713837"/>
                <a:gd name="connsiteX2" fmla="*/ 12192000 w 12192000"/>
                <a:gd name="connsiteY2" fmla="*/ 713837 h 713837"/>
                <a:gd name="connsiteX3" fmla="*/ 0 w 12192000"/>
                <a:gd name="connsiteY3" fmla="*/ 713837 h 713837"/>
              </a:gdLst>
              <a:ahLst/>
              <a:cxnLst>
                <a:cxn ang="0">
                  <a:pos x="connsiteX0" y="connsiteY0"/>
                </a:cxn>
                <a:cxn ang="0">
                  <a:pos x="connsiteX1" y="connsiteY1"/>
                </a:cxn>
                <a:cxn ang="0">
                  <a:pos x="connsiteX2" y="connsiteY2"/>
                </a:cxn>
                <a:cxn ang="0">
                  <a:pos x="connsiteX3" y="connsiteY3"/>
                </a:cxn>
              </a:cxnLst>
              <a:rect l="l" t="t" r="r" b="b"/>
              <a:pathLst>
                <a:path w="12192000" h="713837">
                  <a:moveTo>
                    <a:pt x="0" y="0"/>
                  </a:moveTo>
                  <a:lnTo>
                    <a:pt x="12192000" y="0"/>
                  </a:lnTo>
                  <a:lnTo>
                    <a:pt x="12192000" y="713837"/>
                  </a:lnTo>
                  <a:lnTo>
                    <a:pt x="0" y="713837"/>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mn-cs"/>
              </a:endParaRPr>
            </a:p>
          </p:txBody>
        </p:sp>
        <p:sp>
          <p:nvSpPr>
            <p:cNvPr id="22" name="PA-文本框 24"/>
            <p:cNvSpPr txBox="1"/>
            <p:nvPr>
              <p:custDataLst>
                <p:tags r:id="rId5"/>
              </p:custDataLst>
            </p:nvPr>
          </p:nvSpPr>
          <p:spPr>
            <a:xfrm>
              <a:off x="1600150" y="236296"/>
              <a:ext cx="1620957" cy="523220"/>
            </a:xfrm>
            <a:prstGeom prst="rect">
              <a:avLst/>
            </a:prstGeom>
            <a:noFill/>
          </p:spPr>
          <p:txBody>
            <a:bodyPr wrap="none">
              <a:spAutoFit/>
            </a:bodyPr>
            <a:lstStyle>
              <a:defPPr>
                <a:defRPr lang="zh-CN"/>
              </a:defPPr>
              <a:lvl1pPr>
                <a:defRPr sz="2400" b="1">
                  <a:gradFill>
                    <a:gsLst>
                      <a:gs pos="100000">
                        <a:schemeClr val="accent1">
                          <a:lumMod val="50000"/>
                        </a:schemeClr>
                      </a:gs>
                      <a:gs pos="17000">
                        <a:schemeClr val="accent1">
                          <a:lumMod val="50000"/>
                        </a:schemeClr>
                      </a:gs>
                    </a:gsLst>
                    <a:path path="circle">
                      <a:fillToRect r="100000" b="100000"/>
                    </a:path>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dirty="0">
                  <a:gradFill>
                    <a:gsLst>
                      <a:gs pos="100000">
                        <a:srgbClr val="206252">
                          <a:lumMod val="50000"/>
                        </a:srgbClr>
                      </a:gs>
                      <a:gs pos="17000">
                        <a:srgbClr val="206252">
                          <a:lumMod val="75000"/>
                        </a:srgbClr>
                      </a:gs>
                    </a:gsLst>
                    <a:path path="circle">
                      <a:fillToRect r="100000" b="100000"/>
                    </a:path>
                  </a:gradFill>
                  <a:latin typeface="微软雅黑" panose="020B0503020204020204" charset="-122"/>
                  <a:ea typeface="微软雅黑" panose="020B0503020204020204" charset="-122"/>
                  <a:sym typeface="阿里妈妈数黑体" pitchFamily="2" charset="-122"/>
                </a:rPr>
                <a:t>研究背景</a:t>
              </a:r>
              <a:endParaRPr kumimoji="0" lang="zh-CN" altLang="en-US" sz="2800" b="1" i="0" u="none" strike="noStrike" kern="1200" cap="none" spc="0" normalizeH="0" baseline="0" noProof="0" dirty="0">
                <a:ln>
                  <a:noFill/>
                </a:ln>
                <a:gradFill>
                  <a:gsLst>
                    <a:gs pos="100000">
                      <a:srgbClr val="206252">
                        <a:lumMod val="50000"/>
                      </a:srgbClr>
                    </a:gs>
                    <a:gs pos="17000">
                      <a:srgbClr val="206252">
                        <a:lumMod val="75000"/>
                      </a:srgbClr>
                    </a:gs>
                  </a:gsLst>
                  <a:path path="circle">
                    <a:fillToRect r="100000" b="100000"/>
                  </a:path>
                </a:gradFill>
                <a:effectLst/>
                <a:uLnTx/>
                <a:uFillTx/>
                <a:latin typeface="微软雅黑" panose="020B0503020204020204" charset="-122"/>
                <a:ea typeface="微软雅黑" panose="020B0503020204020204" charset="-122"/>
                <a:cs typeface="+mn-cs"/>
                <a:sym typeface="阿里妈妈数黑体" pitchFamily="2" charset="-122"/>
              </a:endParaRPr>
            </a:p>
          </p:txBody>
        </p:sp>
        <p:sp>
          <p:nvSpPr>
            <p:cNvPr id="23" name="PA-任意多边形 6"/>
            <p:cNvSpPr/>
            <p:nvPr>
              <p:custDataLst>
                <p:tags r:id="rId6"/>
              </p:custDataLst>
            </p:nvPr>
          </p:nvSpPr>
          <p:spPr>
            <a:xfrm>
              <a:off x="-52754" y="850261"/>
              <a:ext cx="12262339" cy="52051"/>
            </a:xfrm>
            <a:custGeom>
              <a:avLst/>
              <a:gdLst>
                <a:gd name="connsiteX0" fmla="*/ 0 w 4366736"/>
                <a:gd name="connsiteY0" fmla="*/ 0 h 64293"/>
                <a:gd name="connsiteX1" fmla="*/ 4366737 w 4366736"/>
                <a:gd name="connsiteY1" fmla="*/ 0 h 64293"/>
                <a:gd name="connsiteX2" fmla="*/ 4366737 w 4366736"/>
                <a:gd name="connsiteY2" fmla="*/ 64294 h 64293"/>
                <a:gd name="connsiteX3" fmla="*/ 0 w 4366736"/>
                <a:gd name="connsiteY3" fmla="*/ 64294 h 64293"/>
              </a:gdLst>
              <a:ahLst/>
              <a:cxnLst>
                <a:cxn ang="0">
                  <a:pos x="connsiteX0" y="connsiteY0"/>
                </a:cxn>
                <a:cxn ang="0">
                  <a:pos x="connsiteX1" y="connsiteY1"/>
                </a:cxn>
                <a:cxn ang="0">
                  <a:pos x="connsiteX2" y="connsiteY2"/>
                </a:cxn>
                <a:cxn ang="0">
                  <a:pos x="connsiteX3" y="connsiteY3"/>
                </a:cxn>
              </a:cxnLst>
              <a:rect l="l" t="t" r="r" b="b"/>
              <a:pathLst>
                <a:path w="4366736" h="64293">
                  <a:moveTo>
                    <a:pt x="0" y="0"/>
                  </a:moveTo>
                  <a:lnTo>
                    <a:pt x="4366737" y="0"/>
                  </a:lnTo>
                  <a:lnTo>
                    <a:pt x="4366737" y="64294"/>
                  </a:lnTo>
                  <a:lnTo>
                    <a:pt x="0" y="64294"/>
                  </a:lnTo>
                  <a:close/>
                </a:path>
              </a:pathLst>
            </a:custGeom>
            <a:gradFill flip="none" rotWithShape="1">
              <a:gsLst>
                <a:gs pos="100000">
                  <a:schemeClr val="accent1"/>
                </a:gs>
                <a:gs pos="12000">
                  <a:schemeClr val="accent1">
                    <a:lumMod val="20000"/>
                    <a:lumOff val="80000"/>
                  </a:schemeClr>
                </a:gs>
              </a:gsLst>
              <a:lin ang="0" scaled="0"/>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24" name="PA-任意多边形 899"/>
            <p:cNvSpPr/>
            <p:nvPr>
              <p:custDataLst>
                <p:tags r:id="rId7"/>
              </p:custDataLst>
            </p:nvPr>
          </p:nvSpPr>
          <p:spPr>
            <a:xfrm flipH="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55000">
                  <a:schemeClr val="accent1"/>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25" name="PA-文本框 26"/>
            <p:cNvSpPr txBox="1"/>
            <p:nvPr>
              <p:custDataLst>
                <p:tags r:id="rId8"/>
              </p:custDataLst>
            </p:nvPr>
          </p:nvSpPr>
          <p:spPr>
            <a:xfrm>
              <a:off x="6507233" y="328996"/>
              <a:ext cx="17830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b="1" dirty="0">
                  <a:solidFill>
                    <a:srgbClr val="33692B"/>
                  </a:solidFill>
                  <a:latin typeface="微软雅黑" panose="020B0503020204020204" charset="-122"/>
                  <a:ea typeface="微软雅黑" panose="020B0503020204020204" charset="-122"/>
                  <a:sym typeface="OPPOSans M" panose="00020600040101010101" pitchFamily="18" charset="-122"/>
                </a:rPr>
                <a:t>调查设计与实施</a:t>
              </a:r>
              <a:endParaRPr kumimoji="0" lang="zh-CN" altLang="en-US" sz="1800" b="1" i="0" u="none" strike="noStrike" kern="1200" cap="none" spc="0" normalizeH="0" baseline="0" noProof="0" dirty="0">
                <a:ln>
                  <a:noFill/>
                </a:ln>
                <a:solidFill>
                  <a:srgbClr val="33692B"/>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sp>
          <p:nvSpPr>
            <p:cNvPr id="34" name="PA-文本框 26"/>
            <p:cNvSpPr txBox="1"/>
            <p:nvPr>
              <p:custDataLst>
                <p:tags r:id="rId9"/>
              </p:custDataLst>
            </p:nvPr>
          </p:nvSpPr>
          <p:spPr>
            <a:xfrm>
              <a:off x="8672698" y="313756"/>
              <a:ext cx="3098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cxnSp>
          <p:nvCxnSpPr>
            <p:cNvPr id="41" name="PA-直接连接符 18"/>
            <p:cNvCxnSpPr/>
            <p:nvPr>
              <p:custDataLst>
                <p:tags r:id="rId10"/>
              </p:custDataLst>
            </p:nvPr>
          </p:nvCxnSpPr>
          <p:spPr>
            <a:xfrm flipH="1">
              <a:off x="5253886"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42" name="PA-直接连接符 22"/>
            <p:cNvCxnSpPr/>
            <p:nvPr>
              <p:custDataLst>
                <p:tags r:id="rId11"/>
              </p:custDataLst>
            </p:nvPr>
          </p:nvCxnSpPr>
          <p:spPr>
            <a:xfrm flipH="1">
              <a:off x="6412243"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43" name="PA-直接连接符 23"/>
            <p:cNvCxnSpPr/>
            <p:nvPr>
              <p:custDataLst>
                <p:tags r:id="rId12"/>
              </p:custDataLst>
            </p:nvPr>
          </p:nvCxnSpPr>
          <p:spPr>
            <a:xfrm flipH="1">
              <a:off x="8264655" y="37265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44" name="PA-文本框 26"/>
            <p:cNvSpPr txBox="1"/>
            <p:nvPr>
              <p:custDataLst>
                <p:tags r:id="rId13"/>
              </p:custDataLst>
            </p:nvPr>
          </p:nvSpPr>
          <p:spPr>
            <a:xfrm>
              <a:off x="5410470" y="313956"/>
              <a:ext cx="10972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a:defRPr/>
              </a:pPr>
              <a:r>
                <a:rPr lang="zh-CN" altLang="en-US" sz="1800" dirty="0">
                  <a:solidFill>
                    <a:srgbClr val="206252">
                      <a:lumMod val="50000"/>
                    </a:srgbClr>
                  </a:solidFill>
                  <a:latin typeface="微软雅黑" panose="020B0503020204020204" charset="-122"/>
                  <a:ea typeface="微软雅黑" panose="020B0503020204020204" charset="-122"/>
                  <a:sym typeface="阿里妈妈数黑体" pitchFamily="2" charset="-122"/>
                </a:rPr>
                <a:t>前期调研</a:t>
              </a:r>
              <a:endParaRPr lang="zh-CN" altLang="en-US" sz="1800" dirty="0">
                <a:solidFill>
                  <a:srgbClr val="206252">
                    <a:lumMod val="50000"/>
                  </a:srgbClr>
                </a:solidFill>
                <a:latin typeface="微软雅黑" panose="020B0503020204020204" charset="-122"/>
                <a:ea typeface="微软雅黑" panose="020B0503020204020204" charset="-122"/>
                <a:sym typeface="阿里妈妈数黑体" pitchFamily="2" charset="-122"/>
              </a:endParaRPr>
            </a:p>
          </p:txBody>
        </p:sp>
        <p:sp>
          <p:nvSpPr>
            <p:cNvPr id="46" name="PA-图形 7"/>
            <p:cNvSpPr/>
            <p:nvPr>
              <p:custDataLst>
                <p:tags r:id="rId14"/>
              </p:custDataLst>
            </p:nvPr>
          </p:nvSpPr>
          <p:spPr>
            <a:xfrm>
              <a:off x="273980" y="148474"/>
              <a:ext cx="555983" cy="416889"/>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0">
                  <a:schemeClr val="bg1"/>
                </a:gs>
                <a:gs pos="87000">
                  <a:schemeClr val="accent1">
                    <a:lumMod val="20000"/>
                    <a:lumOff val="80000"/>
                  </a:schemeClr>
                </a:gs>
              </a:gsLst>
              <a:lin ang="2700000" scaled="0"/>
            </a:gradFill>
            <a:ln w="36909" cap="flat">
              <a:noFill/>
              <a:prstDash val="solid"/>
              <a:miter/>
            </a:ln>
            <a:effectLst>
              <a:outerShdw blurRad="50800" dist="38100" dir="5400000" algn="t" rotWithShape="0">
                <a:schemeClr val="accent1">
                  <a:alpha val="30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47" name="矩形 46"/>
          <p:cNvSpPr/>
          <p:nvPr/>
        </p:nvSpPr>
        <p:spPr>
          <a:xfrm>
            <a:off x="3629660" y="298450"/>
            <a:ext cx="2100580" cy="522605"/>
          </a:xfrm>
          <a:prstGeom prst="rect">
            <a:avLst/>
          </a:prstGeom>
          <a:noFill/>
          <a:ln>
            <a:noFill/>
          </a:ln>
        </p:spPr>
        <p:txBody>
          <a:bodyPr wrap="square" rtlCol="0" anchor="t">
            <a:noAutofit/>
          </a:bodyPr>
          <a:lstStyle/>
          <a:p>
            <a:pPr algn="ctr">
              <a:defRPr/>
            </a:pPr>
            <a:r>
              <a:rPr lang="zh-CN" altLang="en-US" dirty="0">
                <a:solidFill>
                  <a:srgbClr val="206252">
                    <a:lumMod val="50000"/>
                  </a:srgbClr>
                </a:solidFill>
                <a:latin typeface="微软雅黑" panose="020B0503020204020204" charset="-122"/>
                <a:ea typeface="微软雅黑" panose="020B0503020204020204" charset="-122"/>
              </a:rPr>
              <a:t>研究背景</a:t>
            </a:r>
            <a:endParaRPr lang="zh-CN" altLang="en-US" dirty="0">
              <a:solidFill>
                <a:srgbClr val="206252">
                  <a:lumMod val="50000"/>
                </a:srgbClr>
              </a:solidFill>
              <a:latin typeface="微软雅黑" panose="020B0503020204020204" charset="-122"/>
              <a:ea typeface="微软雅黑" panose="020B0503020204020204" charset="-122"/>
            </a:endParaRPr>
          </a:p>
        </p:txBody>
      </p:sp>
      <p:cxnSp>
        <p:nvCxnSpPr>
          <p:cNvPr id="48" name="PA-直接连接符 23"/>
          <p:cNvCxnSpPr/>
          <p:nvPr>
            <p:custDataLst>
              <p:tags r:id="rId15"/>
            </p:custDataLst>
          </p:nvPr>
        </p:nvCxnSpPr>
        <p:spPr>
          <a:xfrm flipH="1">
            <a:off x="9460995" y="3802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49" name="文本框 48"/>
          <p:cNvSpPr txBox="1"/>
          <p:nvPr/>
        </p:nvSpPr>
        <p:spPr>
          <a:xfrm>
            <a:off x="8453755" y="308610"/>
            <a:ext cx="1172210"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数据分析</a:t>
            </a:r>
            <a:endParaRPr lang="zh-CN" altLang="en-US">
              <a:latin typeface="微软雅黑" panose="020B0503020204020204" charset="-122"/>
              <a:ea typeface="微软雅黑" panose="020B0503020204020204" charset="-122"/>
            </a:endParaRPr>
          </a:p>
        </p:txBody>
      </p:sp>
      <p:cxnSp>
        <p:nvCxnSpPr>
          <p:cNvPr id="50" name="PA-直接连接符 23"/>
          <p:cNvCxnSpPr/>
          <p:nvPr>
            <p:custDataLst>
              <p:tags r:id="rId16"/>
            </p:custDataLst>
          </p:nvPr>
        </p:nvCxnSpPr>
        <p:spPr>
          <a:xfrm flipH="1">
            <a:off x="10733535" y="3802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51" name="文本框 50"/>
          <p:cNvSpPr txBox="1"/>
          <p:nvPr/>
        </p:nvSpPr>
        <p:spPr>
          <a:xfrm>
            <a:off x="10953115" y="313690"/>
            <a:ext cx="136969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结论与建议</a:t>
            </a:r>
            <a:endParaRPr lang="zh-CN" altLang="en-US">
              <a:latin typeface="微软雅黑" panose="020B0503020204020204" charset="-122"/>
              <a:ea typeface="微软雅黑" panose="020B0503020204020204" charset="-122"/>
            </a:endParaRPr>
          </a:p>
        </p:txBody>
      </p:sp>
      <p:sp>
        <p:nvSpPr>
          <p:cNvPr id="8" name="矩形 7" descr="7b0a2020202022776f7264617274223a2022220a7d0a"/>
          <p:cNvSpPr/>
          <p:nvPr/>
        </p:nvSpPr>
        <p:spPr>
          <a:xfrm>
            <a:off x="1084580" y="2025015"/>
            <a:ext cx="10022840" cy="2807970"/>
          </a:xfrm>
          <a:prstGeom prst="rect">
            <a:avLst/>
          </a:prstGeom>
          <a:noFill/>
        </p:spPr>
        <p:txBody>
          <a:bodyPr wrap="none" lIns="90170" tIns="46990" rIns="90170" bIns="46990" rtlCol="0" anchor="t">
            <a:normAutofit fontScale="90000" lnSpcReduction="10000"/>
            <a:scene3d>
              <a:camera prst="obliqueTopRight"/>
              <a:lightRig rig="flat" dir="t"/>
            </a:scene3d>
            <a:sp3d prstMaterial="matte">
              <a:extrusionClr>
                <a:schemeClr val="tx2">
                  <a:lumMod val="90000"/>
                  <a:lumOff val="10000"/>
                </a:schemeClr>
              </a:extrusionClr>
              <a:contourClr>
                <a:schemeClr val="bg1"/>
              </a:contourClr>
            </a:sp3d>
          </a:bodyPr>
          <a:lstStyle/>
          <a:p>
            <a:pPr algn="ctr"/>
            <a:endParaRPr lang="zh-CN" altLang="en-US" sz="18600" b="1">
              <a:ln w="41275" cap="rnd" cmpd="sng">
                <a:solidFill>
                  <a:srgbClr val="F6DE00"/>
                </a:solidFill>
                <a:prstDash val="solid"/>
              </a:ln>
              <a:solidFill>
                <a:srgbClr val="ED6145"/>
              </a:solidFill>
              <a:effectLst>
                <a:reflection blurRad="50800" stA="30000" endA="900" endPos="60000" dist="88900" dir="5400000" sy="-100000" algn="bl" rotWithShape="0"/>
              </a:effectLst>
              <a:latin typeface="微软雅黑" panose="020B0503020204020204" charset="-122"/>
              <a:ea typeface="微软雅黑" panose="020B0503020204020204" charset="-122"/>
            </a:endParaRPr>
          </a:p>
        </p:txBody>
      </p:sp>
      <p:sp>
        <p:nvSpPr>
          <p:cNvPr id="35" name="矩形 34" descr="7b0a2020202022776f7264617274223a2022220a7d0a"/>
          <p:cNvSpPr/>
          <p:nvPr/>
        </p:nvSpPr>
        <p:spPr>
          <a:xfrm>
            <a:off x="1084580" y="2025015"/>
            <a:ext cx="10022840" cy="2807970"/>
          </a:xfrm>
          <a:prstGeom prst="rect">
            <a:avLst/>
          </a:prstGeom>
          <a:noFill/>
        </p:spPr>
        <p:txBody>
          <a:bodyPr wrap="none" lIns="90170" tIns="46990" rIns="90170" bIns="46990" rtlCol="0" anchor="t">
            <a:normAutofit fontScale="90000" lnSpcReduction="10000"/>
            <a:scene3d>
              <a:camera prst="obliqueTopRight"/>
              <a:lightRig rig="flat" dir="t"/>
            </a:scene3d>
            <a:sp3d prstMaterial="matte">
              <a:extrusionClr>
                <a:schemeClr val="tx2">
                  <a:lumMod val="90000"/>
                  <a:lumOff val="10000"/>
                </a:schemeClr>
              </a:extrusionClr>
              <a:contourClr>
                <a:schemeClr val="bg1"/>
              </a:contourClr>
            </a:sp3d>
          </a:bodyPr>
          <a:lstStyle/>
          <a:p>
            <a:pPr algn="ctr"/>
            <a:endParaRPr lang="zh-CN" altLang="en-US" sz="18600" b="1">
              <a:ln w="41275" cap="rnd" cmpd="sng">
                <a:solidFill>
                  <a:srgbClr val="F6DE00"/>
                </a:solidFill>
                <a:prstDash val="solid"/>
              </a:ln>
              <a:solidFill>
                <a:srgbClr val="ED6145"/>
              </a:solidFill>
              <a:effectLst>
                <a:reflection blurRad="50800" stA="30000" endA="900" endPos="60000" dist="88900" dir="5400000" sy="-100000" algn="bl" rotWithShape="0"/>
              </a:effectLst>
              <a:latin typeface="微软雅黑" panose="020B0503020204020204" charset="-122"/>
              <a:ea typeface="微软雅黑" panose="020B0503020204020204" charset="-122"/>
            </a:endParaRPr>
          </a:p>
        </p:txBody>
      </p:sp>
      <p:sp>
        <p:nvSpPr>
          <p:cNvPr id="40" name="矩形: 圆角 24"/>
          <p:cNvSpPr/>
          <p:nvPr/>
        </p:nvSpPr>
        <p:spPr>
          <a:xfrm>
            <a:off x="210185" y="961390"/>
            <a:ext cx="3216505" cy="534035"/>
          </a:xfrm>
          <a:prstGeom prst="roundRect">
            <a:avLst>
              <a:gd name="adj" fmla="val 29695"/>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   3.2  </a:t>
            </a:r>
            <a:r>
              <a:rPr kumimoji="0" lang="zh-CN" altLang="en-US" sz="2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数据分析</a:t>
            </a:r>
            <a:endParaRPr kumimoji="0" lang="zh-CN" altLang="en-US" sz="2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3" name="文本框 32"/>
          <p:cNvSpPr txBox="1"/>
          <p:nvPr/>
        </p:nvSpPr>
        <p:spPr>
          <a:xfrm>
            <a:off x="9709150" y="298450"/>
            <a:ext cx="124396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产品设计</a:t>
            </a:r>
            <a:endParaRPr lang="zh-CN" altLang="en-US">
              <a:latin typeface="微软雅黑" panose="020B0503020204020204" charset="-122"/>
              <a:ea typeface="微软雅黑" panose="020B0503020204020204" charset="-122"/>
            </a:endParaRPr>
          </a:p>
        </p:txBody>
      </p:sp>
      <p:pic>
        <p:nvPicPr>
          <p:cNvPr id="38" name="图片 37" descr="箭头"/>
          <p:cNvPicPr>
            <a:picLocks noChangeAspect="1"/>
          </p:cNvPicPr>
          <p:nvPr>
            <p:custDataLst>
              <p:tags r:id="rId17"/>
            </p:custDataLst>
          </p:nvPr>
        </p:nvPicPr>
        <p:blipFill>
          <a:blip/>
          <a:stretch>
            <a:fillRect/>
          </a:stretch>
        </p:blipFill>
        <p:spPr>
          <a:xfrm flipH="1">
            <a:off x="365760" y="1035685"/>
            <a:ext cx="369570" cy="369570"/>
          </a:xfrm>
          <a:prstGeom prst="rect">
            <a:avLst/>
          </a:prstGeom>
        </p:spPr>
      </p:pic>
      <p:sp>
        <p:nvSpPr>
          <p:cNvPr id="29" name="任意多边形: 形状 221"/>
          <p:cNvSpPr/>
          <p:nvPr>
            <p:custDataLst>
              <p:tags r:id="rId18"/>
            </p:custDataLst>
          </p:nvPr>
        </p:nvSpPr>
        <p:spPr>
          <a:xfrm rot="5400000">
            <a:off x="5607685" y="2809240"/>
            <a:ext cx="851535" cy="1454150"/>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69000">
                <a:schemeClr val="accent4">
                  <a:lumMod val="40000"/>
                  <a:lumOff val="60000"/>
                </a:schemeClr>
              </a:gs>
              <a:gs pos="0">
                <a:schemeClr val="bg1">
                  <a:alpha val="0"/>
                </a:schemeClr>
              </a:gs>
              <a:gs pos="100000">
                <a:schemeClr val="accent4">
                  <a:lumMod val="85000"/>
                </a:schemeClr>
              </a:gs>
            </a:gsLst>
            <a:lin ang="1614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atin typeface="微软雅黑" panose="020B0503020204020204" charset="-122"/>
              <a:ea typeface="微软雅黑" panose="020B0503020204020204" charset="-122"/>
            </a:endParaRPr>
          </a:p>
        </p:txBody>
      </p:sp>
      <p:pic>
        <p:nvPicPr>
          <p:cNvPr id="21" name="图片 20" descr="箭头"/>
          <p:cNvPicPr>
            <a:picLocks noChangeAspect="1"/>
          </p:cNvPicPr>
          <p:nvPr>
            <p:custDataLst>
              <p:tags r:id="rId19"/>
            </p:custDataLst>
          </p:nvPr>
        </p:nvPicPr>
        <p:blipFill>
          <a:blip r:embed="rId20">
            <a:extLst>
              <a:ext uri="{96DAC541-7B7A-43D3-8B79-37D633B846F1}">
                <asvg:svgBlip xmlns:asvg="http://schemas.microsoft.com/office/drawing/2016/SVG/main" r:embed="rId21"/>
              </a:ext>
            </a:extLst>
          </a:blip>
          <a:stretch>
            <a:fillRect/>
          </a:stretch>
        </p:blipFill>
        <p:spPr>
          <a:xfrm flipH="1">
            <a:off x="365125" y="1070610"/>
            <a:ext cx="369570" cy="369570"/>
          </a:xfrm>
          <a:prstGeom prst="rect">
            <a:avLst/>
          </a:prstGeom>
        </p:spPr>
      </p:pic>
      <p:sp>
        <p:nvSpPr>
          <p:cNvPr id="26" name="AutoShape 3"/>
          <p:cNvSpPr/>
          <p:nvPr/>
        </p:nvSpPr>
        <p:spPr>
          <a:xfrm>
            <a:off x="273685" y="1660525"/>
            <a:ext cx="5334000" cy="5080000"/>
          </a:xfrm>
          <a:prstGeom prst="roundRect">
            <a:avLst>
              <a:gd name="adj" fmla="val 3000"/>
            </a:avLst>
          </a:prstGeom>
          <a:solidFill>
            <a:srgbClr val="F0FDF4">
              <a:alpha val="100000"/>
            </a:srgbClr>
          </a:solidFill>
          <a:ln w="12700" cap="flat" cmpd="sng">
            <a:solidFill>
              <a:srgbClr val="BBF7D0">
                <a:alpha val="10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27" name="AutoShape 5"/>
          <p:cNvSpPr/>
          <p:nvPr/>
        </p:nvSpPr>
        <p:spPr>
          <a:xfrm>
            <a:off x="671195" y="1743075"/>
            <a:ext cx="3810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2400" b="1" i="0" u="none" strike="noStrike">
                <a:solidFill>
                  <a:srgbClr val="2E8B57"/>
                </a:solidFill>
                <a:latin typeface="微软雅黑" panose="020B0503020204020204" charset="-122"/>
                <a:ea typeface="微软雅黑" panose="020B0503020204020204" charset="-122"/>
                <a:cs typeface="微软雅黑" panose="020B0503020204020204" charset="-122"/>
                <a:sym typeface="Noto Sans SC" panose="020B0200000000000000" charset="-122"/>
              </a:rPr>
              <a:t>  </a:t>
            </a:r>
            <a:r>
              <a:rPr lang="zh-CN" altLang="en-US" sz="2400" b="1" i="0" u="none" strike="noStrike">
                <a:solidFill>
                  <a:srgbClr val="2E8B57"/>
                </a:solidFill>
                <a:latin typeface="微软雅黑" panose="020B0503020204020204" charset="-122"/>
                <a:ea typeface="微软雅黑" panose="020B0503020204020204" charset="-122"/>
                <a:cs typeface="微软雅黑" panose="020B0503020204020204" charset="-122"/>
                <a:sym typeface="Noto Sans SC" panose="020B0200000000000000" charset="-122"/>
              </a:rPr>
              <a:t>主要</a:t>
            </a:r>
            <a:r>
              <a:rPr lang="en-US" sz="2400" b="1" i="0" u="none" strike="noStrike">
                <a:solidFill>
                  <a:srgbClr val="2E8B57"/>
                </a:solidFill>
                <a:latin typeface="微软雅黑" panose="020B0503020204020204" charset="-122"/>
                <a:ea typeface="微软雅黑" panose="020B0503020204020204" charset="-122"/>
                <a:cs typeface="微软雅黑" panose="020B0503020204020204" charset="-122"/>
                <a:sym typeface="Noto Sans SC" panose="020B0200000000000000" charset="-122"/>
              </a:rPr>
              <a:t>模型</a:t>
            </a:r>
            <a:endParaRPr lang="en-US" sz="1100">
              <a:latin typeface="微软雅黑" panose="020B0503020204020204" charset="-122"/>
              <a:ea typeface="微软雅黑" panose="020B0503020204020204" charset="-122"/>
              <a:cs typeface="微软雅黑" panose="020B0503020204020204" charset="-122"/>
            </a:endParaRPr>
          </a:p>
        </p:txBody>
      </p:sp>
      <p:grpSp>
        <p:nvGrpSpPr>
          <p:cNvPr id="81" name="组合 80"/>
          <p:cNvGrpSpPr/>
          <p:nvPr/>
        </p:nvGrpSpPr>
        <p:grpSpPr>
          <a:xfrm>
            <a:off x="427990" y="2324735"/>
            <a:ext cx="4826000" cy="1206500"/>
            <a:chOff x="674" y="3661"/>
            <a:chExt cx="7600" cy="1900"/>
          </a:xfrm>
        </p:grpSpPr>
        <p:sp>
          <p:nvSpPr>
            <p:cNvPr id="77" name="AutoShape 6"/>
            <p:cNvSpPr/>
            <p:nvPr/>
          </p:nvSpPr>
          <p:spPr>
            <a:xfrm>
              <a:off x="674" y="3661"/>
              <a:ext cx="7600" cy="1900"/>
            </a:xfrm>
            <a:prstGeom prst="roundRect">
              <a:avLst>
                <a:gd name="adj" fmla="val 8421"/>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78" name="AutoShape 7"/>
            <p:cNvSpPr/>
            <p:nvPr/>
          </p:nvSpPr>
          <p:spPr>
            <a:xfrm>
              <a:off x="687" y="3661"/>
              <a:ext cx="120" cy="1900"/>
            </a:xfrm>
            <a:prstGeom prst="roundRect">
              <a:avLst>
                <a:gd name="adj" fmla="val 0"/>
              </a:avLst>
            </a:prstGeom>
            <a:solidFill>
              <a:srgbClr val="2E8B57">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grpSp>
      <p:grpSp>
        <p:nvGrpSpPr>
          <p:cNvPr id="82" name="组合 81"/>
          <p:cNvGrpSpPr/>
          <p:nvPr/>
        </p:nvGrpSpPr>
        <p:grpSpPr>
          <a:xfrm>
            <a:off x="427990" y="3717290"/>
            <a:ext cx="4826000" cy="1206500"/>
            <a:chOff x="674" y="3661"/>
            <a:chExt cx="7600" cy="1900"/>
          </a:xfrm>
        </p:grpSpPr>
        <p:sp>
          <p:nvSpPr>
            <p:cNvPr id="83" name="AutoShape 6"/>
            <p:cNvSpPr/>
            <p:nvPr/>
          </p:nvSpPr>
          <p:spPr>
            <a:xfrm>
              <a:off x="674" y="3661"/>
              <a:ext cx="7600" cy="1900"/>
            </a:xfrm>
            <a:prstGeom prst="roundRect">
              <a:avLst>
                <a:gd name="adj" fmla="val 8421"/>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84" name="AutoShape 7"/>
            <p:cNvSpPr/>
            <p:nvPr/>
          </p:nvSpPr>
          <p:spPr>
            <a:xfrm>
              <a:off x="687" y="3661"/>
              <a:ext cx="120" cy="1900"/>
            </a:xfrm>
            <a:prstGeom prst="roundRect">
              <a:avLst>
                <a:gd name="adj" fmla="val 0"/>
              </a:avLst>
            </a:prstGeom>
            <a:solidFill>
              <a:srgbClr val="2E8B57">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grpSp>
      <p:grpSp>
        <p:nvGrpSpPr>
          <p:cNvPr id="85" name="组合 84"/>
          <p:cNvGrpSpPr/>
          <p:nvPr/>
        </p:nvGrpSpPr>
        <p:grpSpPr>
          <a:xfrm>
            <a:off x="434340" y="5199380"/>
            <a:ext cx="4826000" cy="1484630"/>
            <a:chOff x="674" y="3661"/>
            <a:chExt cx="7600" cy="1900"/>
          </a:xfrm>
        </p:grpSpPr>
        <p:sp>
          <p:nvSpPr>
            <p:cNvPr id="86" name="AutoShape 6"/>
            <p:cNvSpPr/>
            <p:nvPr/>
          </p:nvSpPr>
          <p:spPr>
            <a:xfrm>
              <a:off x="674" y="3661"/>
              <a:ext cx="7600" cy="1900"/>
            </a:xfrm>
            <a:prstGeom prst="roundRect">
              <a:avLst>
                <a:gd name="adj" fmla="val 8421"/>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87" name="AutoShape 7"/>
            <p:cNvSpPr/>
            <p:nvPr/>
          </p:nvSpPr>
          <p:spPr>
            <a:xfrm>
              <a:off x="687" y="3661"/>
              <a:ext cx="120" cy="1900"/>
            </a:xfrm>
            <a:prstGeom prst="roundRect">
              <a:avLst>
                <a:gd name="adj" fmla="val 0"/>
              </a:avLst>
            </a:prstGeom>
            <a:solidFill>
              <a:srgbClr val="2E8B57">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grpSp>
      <p:pic>
        <p:nvPicPr>
          <p:cNvPr id="92" name="Picture 4"/>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285750" y="1841500"/>
            <a:ext cx="355600" cy="355600"/>
          </a:xfrm>
          <a:prstGeom prst="rect">
            <a:avLst/>
          </a:prstGeom>
        </p:spPr>
      </p:pic>
      <p:pic>
        <p:nvPicPr>
          <p:cNvPr id="93" name="Picture 17"/>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6889750" y="1854200"/>
            <a:ext cx="355600" cy="355600"/>
          </a:xfrm>
          <a:prstGeom prst="rect">
            <a:avLst/>
          </a:prstGeom>
        </p:spPr>
      </p:pic>
      <p:sp>
        <p:nvSpPr>
          <p:cNvPr id="101" name="文本框 100"/>
          <p:cNvSpPr txBox="1"/>
          <p:nvPr/>
        </p:nvSpPr>
        <p:spPr>
          <a:xfrm>
            <a:off x="510540" y="2236470"/>
            <a:ext cx="4795520" cy="1191895"/>
          </a:xfrm>
          <a:prstGeom prst="rect">
            <a:avLst/>
          </a:prstGeom>
          <a:noFill/>
        </p:spPr>
        <p:txBody>
          <a:bodyPr wrap="square" rtlCol="0" anchor="t">
            <a:noAutofit/>
          </a:bodyPr>
          <a:p>
            <a:pPr indent="0" algn="l">
              <a:lnSpc>
                <a:spcPct val="125000"/>
              </a:lnSpc>
              <a:defRPr/>
            </a:pPr>
            <a:r>
              <a:rPr lang="en-US" b="1">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1. </a:t>
            </a:r>
            <a:r>
              <a:rPr lang="zh-CN" altLang="en-US" b="1">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基础统计与群体划分</a:t>
            </a:r>
            <a:endParaRPr lang="zh-CN" altLang="en-US" b="1">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0" algn="l">
              <a:lnSpc>
                <a:spcPct val="125000"/>
              </a:lnSpc>
              <a:defRPr/>
            </a:pPr>
            <a:r>
              <a:rPr lang="zh-CN" altLang="en-US" b="1">
                <a:solidFill>
                  <a:srgbClr val="2D8A73"/>
                </a:solidFill>
                <a:latin typeface="微软雅黑" panose="020B0503020204020204" charset="-122"/>
                <a:ea typeface="微软雅黑" panose="020B0503020204020204" charset="-122"/>
                <a:cs typeface="微软雅黑" panose="020B0503020204020204" charset="-122"/>
                <a:sym typeface="Noto Sans SC" panose="020B0200000000000000" charset="-122"/>
              </a:rPr>
              <a:t>描述性统计</a:t>
            </a:r>
            <a:r>
              <a:rPr lang="zh-CN" altLang="en-US" sz="1600">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400">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刻画退役军人各方面分布特征</a:t>
            </a:r>
            <a:endParaRPr lang="zh-CN" altLang="en-US" sz="1400">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0" algn="l">
              <a:lnSpc>
                <a:spcPct val="125000"/>
              </a:lnSpc>
              <a:defRPr/>
            </a:pPr>
            <a:r>
              <a:rPr lang="zh-CN" altLang="en-US" b="1">
                <a:solidFill>
                  <a:srgbClr val="2D8A73"/>
                </a:solidFill>
                <a:latin typeface="微软雅黑" panose="020B0503020204020204" charset="-122"/>
                <a:ea typeface="微软雅黑" panose="020B0503020204020204" charset="-122"/>
                <a:cs typeface="微软雅黑" panose="020B0503020204020204" charset="-122"/>
                <a:sym typeface="Noto Sans SC" panose="020B0200000000000000" charset="-122"/>
              </a:rPr>
              <a:t>系统聚类</a:t>
            </a:r>
            <a:r>
              <a:rPr lang="zh-CN" altLang="en-US" sz="1600">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400">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依据服役风险等划分三类</a:t>
            </a:r>
            <a:endParaRPr lang="zh-CN" altLang="en-US" sz="1400">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02" name="文本框 101"/>
          <p:cNvSpPr txBox="1"/>
          <p:nvPr/>
        </p:nvSpPr>
        <p:spPr>
          <a:xfrm>
            <a:off x="516890" y="3605530"/>
            <a:ext cx="4789170" cy="1129665"/>
          </a:xfrm>
          <a:prstGeom prst="rect">
            <a:avLst/>
          </a:prstGeom>
          <a:noFill/>
        </p:spPr>
        <p:txBody>
          <a:bodyPr wrap="square" rtlCol="0" anchor="t">
            <a:spAutoFit/>
          </a:bodyPr>
          <a:p>
            <a:pPr indent="0" algn="l">
              <a:lnSpc>
                <a:spcPct val="125000"/>
              </a:lnSpc>
              <a:defRPr/>
            </a:pPr>
            <a:r>
              <a:rPr lang="en-US" b="1">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2. </a:t>
            </a:r>
            <a:r>
              <a:rPr lang="zh-CN" altLang="en-US" b="1">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需求影响因素与群体差异比较</a:t>
            </a:r>
            <a:endParaRPr lang="zh-CN" altLang="en-US" b="1">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0" algn="l">
              <a:lnSpc>
                <a:spcPct val="125000"/>
              </a:lnSpc>
              <a:defRPr/>
            </a:pPr>
            <a:r>
              <a:rPr lang="zh-CN" altLang="en-US" b="1">
                <a:solidFill>
                  <a:srgbClr val="2D8A73"/>
                </a:solidFill>
                <a:latin typeface="微软雅黑" panose="020B0503020204020204" charset="-122"/>
                <a:ea typeface="微软雅黑" panose="020B0503020204020204" charset="-122"/>
                <a:cs typeface="微软雅黑" panose="020B0503020204020204" charset="-122"/>
                <a:sym typeface="Noto Sans SC" panose="020B0200000000000000" charset="-122"/>
              </a:rPr>
              <a:t>灰色关联分析</a:t>
            </a:r>
            <a:r>
              <a:rPr lang="zh-CN" altLang="en-US" sz="1400">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：识别不同群体保险需求的核心影响因素</a:t>
            </a:r>
            <a:endParaRPr lang="zh-CN" altLang="en-US" sz="1400">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0" algn="l">
              <a:lnSpc>
                <a:spcPct val="125000"/>
              </a:lnSpc>
              <a:defRPr/>
            </a:pPr>
            <a:r>
              <a:rPr lang="zh-CN" altLang="en-US" b="1">
                <a:solidFill>
                  <a:srgbClr val="2D8A73"/>
                </a:solidFill>
                <a:latin typeface="微软雅黑" panose="020B0503020204020204" charset="-122"/>
                <a:ea typeface="微软雅黑" panose="020B0503020204020204" charset="-122"/>
                <a:cs typeface="微软雅黑" panose="020B0503020204020204" charset="-122"/>
                <a:sym typeface="Noto Sans SC" panose="020B0200000000000000" charset="-122"/>
              </a:rPr>
              <a:t>单因素方差分析，</a:t>
            </a:r>
            <a:r>
              <a:rPr lang="en-US" altLang="zh-CN" b="1">
                <a:solidFill>
                  <a:srgbClr val="2D8A73"/>
                </a:solidFill>
                <a:latin typeface="微软雅黑" panose="020B0503020204020204" charset="-122"/>
                <a:ea typeface="微软雅黑" panose="020B0503020204020204" charset="-122"/>
                <a:cs typeface="微软雅黑" panose="020B0503020204020204" charset="-122"/>
                <a:sym typeface="Noto Sans SC" panose="020B0200000000000000" charset="-122"/>
              </a:rPr>
              <a:t>t</a:t>
            </a:r>
            <a:r>
              <a:rPr lang="zh-CN" altLang="en-US" b="1">
                <a:solidFill>
                  <a:srgbClr val="2D8A73"/>
                </a:solidFill>
                <a:latin typeface="微软雅黑" panose="020B0503020204020204" charset="-122"/>
                <a:ea typeface="微软雅黑" panose="020B0503020204020204" charset="-122"/>
                <a:cs typeface="微软雅黑" panose="020B0503020204020204" charset="-122"/>
                <a:sym typeface="Noto Sans SC" panose="020B0200000000000000" charset="-122"/>
              </a:rPr>
              <a:t>检验</a:t>
            </a:r>
            <a:endParaRPr lang="zh-CN" altLang="en-US" sz="1400">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04" name="文本框 103"/>
          <p:cNvSpPr txBox="1"/>
          <p:nvPr/>
        </p:nvSpPr>
        <p:spPr>
          <a:xfrm>
            <a:off x="499745" y="5071745"/>
            <a:ext cx="4789170" cy="1056640"/>
          </a:xfrm>
          <a:prstGeom prst="rect">
            <a:avLst/>
          </a:prstGeom>
          <a:noFill/>
        </p:spPr>
        <p:txBody>
          <a:bodyPr wrap="square" rtlCol="0" anchor="t">
            <a:noAutofit/>
          </a:bodyPr>
          <a:p>
            <a:pPr indent="0" algn="l">
              <a:lnSpc>
                <a:spcPct val="125000"/>
              </a:lnSpc>
              <a:defRPr/>
            </a:pPr>
            <a:r>
              <a:rPr lang="en-US" b="1">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3. </a:t>
            </a:r>
            <a:r>
              <a:rPr lang="zh-CN" altLang="en-US" b="1">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投保意愿影响机制与路径挖掘</a:t>
            </a:r>
            <a:endParaRPr lang="zh-CN" altLang="en-US" b="1">
              <a:solidFill>
                <a:srgbClr val="2D8A7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0" algn="l">
              <a:lnSpc>
                <a:spcPct val="125000"/>
              </a:lnSpc>
              <a:defRPr/>
            </a:pPr>
            <a:r>
              <a:rPr lang="zh-CN" altLang="en-US" b="1">
                <a:solidFill>
                  <a:srgbClr val="2D8A73"/>
                </a:solidFill>
                <a:latin typeface="微软雅黑" panose="020B0503020204020204" charset="-122"/>
                <a:ea typeface="微软雅黑" panose="020B0503020204020204" charset="-122"/>
                <a:cs typeface="微软雅黑" panose="020B0503020204020204" charset="-122"/>
                <a:sym typeface="Noto Sans SC" panose="020B0200000000000000" charset="-122"/>
              </a:rPr>
              <a:t>层次回归分析</a:t>
            </a:r>
            <a:r>
              <a:rPr lang="zh-CN" altLang="en-US" sz="1400">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400">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量化各因素对投保意愿影响</a:t>
            </a:r>
            <a:endParaRPr lang="zh-CN" altLang="en-US" sz="1400">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0" algn="l">
              <a:lnSpc>
                <a:spcPct val="125000"/>
              </a:lnSpc>
              <a:defRPr/>
            </a:pPr>
            <a:r>
              <a:rPr lang="zh-CN" altLang="en-US" b="1">
                <a:solidFill>
                  <a:srgbClr val="2D8A73"/>
                </a:solidFill>
                <a:latin typeface="微软雅黑" panose="020B0503020204020204" charset="-122"/>
                <a:ea typeface="微软雅黑" panose="020B0503020204020204" charset="-122"/>
                <a:cs typeface="微软雅黑" panose="020B0503020204020204" charset="-122"/>
                <a:sym typeface="Noto Sans SC" panose="020B0200000000000000" charset="-122"/>
              </a:rPr>
              <a:t>机器学习预测</a:t>
            </a:r>
            <a:r>
              <a:rPr lang="zh-CN" altLang="en-US" sz="1400">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：对比多模型预测性能，预测投保概率</a:t>
            </a:r>
            <a:endParaRPr lang="zh-CN" altLang="en-US" sz="1400">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0" algn="l">
              <a:lnSpc>
                <a:spcPct val="125000"/>
              </a:lnSpc>
              <a:defRPr/>
            </a:pPr>
            <a:r>
              <a:rPr lang="zh-CN" altLang="en-US" b="1">
                <a:solidFill>
                  <a:srgbClr val="2D8A73"/>
                </a:solidFill>
                <a:latin typeface="微软雅黑" panose="020B0503020204020204" charset="-122"/>
                <a:ea typeface="微软雅黑" panose="020B0503020204020204" charset="-122"/>
                <a:cs typeface="微软雅黑" panose="020B0503020204020204" charset="-122"/>
                <a:sym typeface="Noto Sans SC" panose="020B0200000000000000" charset="-122"/>
              </a:rPr>
              <a:t>结构方程模型</a:t>
            </a:r>
            <a:r>
              <a:rPr lang="zh-CN" altLang="en-US" sz="1400">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：厘清内在作用机理与传导逻辑</a:t>
            </a:r>
            <a:endParaRPr lang="zh-CN" altLang="en-US" sz="1400">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grpSp>
        <p:nvGrpSpPr>
          <p:cNvPr id="106" name="组合 105"/>
          <p:cNvGrpSpPr/>
          <p:nvPr/>
        </p:nvGrpSpPr>
        <p:grpSpPr>
          <a:xfrm rot="0">
            <a:off x="6710045" y="1660525"/>
            <a:ext cx="5334000" cy="5080000"/>
            <a:chOff x="10567" y="2615"/>
            <a:chExt cx="8400" cy="8000"/>
          </a:xfrm>
        </p:grpSpPr>
        <p:sp>
          <p:nvSpPr>
            <p:cNvPr id="88" name="AutoShape 16"/>
            <p:cNvSpPr/>
            <p:nvPr/>
          </p:nvSpPr>
          <p:spPr>
            <a:xfrm>
              <a:off x="10567" y="2615"/>
              <a:ext cx="8400" cy="8000"/>
            </a:xfrm>
            <a:prstGeom prst="roundRect">
              <a:avLst>
                <a:gd name="adj" fmla="val 3000"/>
              </a:avLst>
            </a:prstGeom>
            <a:solidFill>
              <a:srgbClr val="F0FFFB"/>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grpSp>
          <p:nvGrpSpPr>
            <p:cNvPr id="89" name="组合 88"/>
            <p:cNvGrpSpPr/>
            <p:nvPr/>
          </p:nvGrpSpPr>
          <p:grpSpPr>
            <a:xfrm>
              <a:off x="10967" y="3701"/>
              <a:ext cx="7600" cy="1900"/>
              <a:chOff x="674" y="3661"/>
              <a:chExt cx="7600" cy="1900"/>
            </a:xfrm>
          </p:grpSpPr>
          <p:sp>
            <p:nvSpPr>
              <p:cNvPr id="90" name="AutoShape 6"/>
              <p:cNvSpPr/>
              <p:nvPr/>
            </p:nvSpPr>
            <p:spPr>
              <a:xfrm>
                <a:off x="674" y="3661"/>
                <a:ext cx="7600" cy="1900"/>
              </a:xfrm>
              <a:prstGeom prst="roundRect">
                <a:avLst>
                  <a:gd name="adj" fmla="val 8421"/>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91" name="AutoShape 7"/>
              <p:cNvSpPr/>
              <p:nvPr/>
            </p:nvSpPr>
            <p:spPr>
              <a:xfrm>
                <a:off x="687" y="3661"/>
                <a:ext cx="120" cy="1900"/>
              </a:xfrm>
              <a:prstGeom prst="roundRect">
                <a:avLst>
                  <a:gd name="adj" fmla="val 0"/>
                </a:avLst>
              </a:prstGeom>
              <a:solidFill>
                <a:srgbClr val="2E8B57">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grpSp>
        <p:grpSp>
          <p:nvGrpSpPr>
            <p:cNvPr id="94" name="组合 93"/>
            <p:cNvGrpSpPr/>
            <p:nvPr/>
          </p:nvGrpSpPr>
          <p:grpSpPr>
            <a:xfrm>
              <a:off x="10980" y="5908"/>
              <a:ext cx="7600" cy="1900"/>
              <a:chOff x="674" y="3661"/>
              <a:chExt cx="7600" cy="1900"/>
            </a:xfrm>
          </p:grpSpPr>
          <p:sp>
            <p:nvSpPr>
              <p:cNvPr id="95" name="AutoShape 6"/>
              <p:cNvSpPr/>
              <p:nvPr/>
            </p:nvSpPr>
            <p:spPr>
              <a:xfrm>
                <a:off x="674" y="3661"/>
                <a:ext cx="7600" cy="1900"/>
              </a:xfrm>
              <a:prstGeom prst="roundRect">
                <a:avLst>
                  <a:gd name="adj" fmla="val 8421"/>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96" name="AutoShape 7"/>
              <p:cNvSpPr/>
              <p:nvPr/>
            </p:nvSpPr>
            <p:spPr>
              <a:xfrm>
                <a:off x="687" y="3661"/>
                <a:ext cx="120" cy="1900"/>
              </a:xfrm>
              <a:prstGeom prst="roundRect">
                <a:avLst>
                  <a:gd name="adj" fmla="val 0"/>
                </a:avLst>
              </a:prstGeom>
              <a:solidFill>
                <a:srgbClr val="2E8B57">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grpSp>
        <p:grpSp>
          <p:nvGrpSpPr>
            <p:cNvPr id="97" name="组合 96"/>
            <p:cNvGrpSpPr/>
            <p:nvPr/>
          </p:nvGrpSpPr>
          <p:grpSpPr>
            <a:xfrm>
              <a:off x="10967" y="8188"/>
              <a:ext cx="7600" cy="2016"/>
              <a:chOff x="674" y="3661"/>
              <a:chExt cx="7600" cy="2016"/>
            </a:xfrm>
          </p:grpSpPr>
          <p:sp>
            <p:nvSpPr>
              <p:cNvPr id="98" name="AutoShape 6"/>
              <p:cNvSpPr/>
              <p:nvPr/>
            </p:nvSpPr>
            <p:spPr>
              <a:xfrm>
                <a:off x="674" y="3661"/>
                <a:ext cx="7600" cy="2016"/>
              </a:xfrm>
              <a:prstGeom prst="roundRect">
                <a:avLst>
                  <a:gd name="adj" fmla="val 8421"/>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l">
                  <a:defRPr/>
                </a:pPr>
                <a:endParaRPr>
                  <a:latin typeface="微软雅黑" panose="020B0503020204020204" charset="-122"/>
                  <a:ea typeface="微软雅黑" panose="020B0503020204020204" charset="-122"/>
                </a:endParaRPr>
              </a:p>
            </p:txBody>
          </p:sp>
          <p:sp>
            <p:nvSpPr>
              <p:cNvPr id="99" name="AutoShape 7"/>
              <p:cNvSpPr/>
              <p:nvPr/>
            </p:nvSpPr>
            <p:spPr>
              <a:xfrm>
                <a:off x="687" y="3661"/>
                <a:ext cx="120" cy="1900"/>
              </a:xfrm>
              <a:prstGeom prst="roundRect">
                <a:avLst>
                  <a:gd name="adj" fmla="val 0"/>
                </a:avLst>
              </a:prstGeom>
              <a:solidFill>
                <a:srgbClr val="2E8B57">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grpSp>
        <p:sp>
          <p:nvSpPr>
            <p:cNvPr id="100" name="AutoShape 18"/>
            <p:cNvSpPr/>
            <p:nvPr/>
          </p:nvSpPr>
          <p:spPr>
            <a:xfrm>
              <a:off x="11492" y="2780"/>
              <a:ext cx="6000" cy="7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2E8B57"/>
                  </a:solidFill>
                  <a:latin typeface="微软雅黑" panose="020B0503020204020204" charset="-122"/>
                  <a:ea typeface="微软雅黑" panose="020B0503020204020204" charset="-122"/>
                  <a:cs typeface="微软雅黑" panose="020B0503020204020204" charset="-122"/>
                  <a:sym typeface="Noto Sans SC" panose="020B0200000000000000" charset="-122"/>
                </a:rPr>
                <a:t>核心结论 </a:t>
              </a:r>
              <a:r>
                <a:rPr lang="zh-CN" altLang="en-US" sz="2400" b="1" i="0" u="none" strike="noStrike">
                  <a:solidFill>
                    <a:srgbClr val="2E8B57"/>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2400" b="1" i="0" u="none" strike="noStrike">
                  <a:solidFill>
                    <a:srgbClr val="2E8B57"/>
                  </a:solidFill>
                  <a:latin typeface="微软雅黑" panose="020B0503020204020204" charset="-122"/>
                  <a:ea typeface="微软雅黑" panose="020B0503020204020204" charset="-122"/>
                  <a:cs typeface="微软雅黑" panose="020B0503020204020204" charset="-122"/>
                  <a:sym typeface="Noto Sans SC" panose="020B0200000000000000" charset="-122"/>
                </a:rPr>
                <a:t>启示产品设计</a:t>
              </a:r>
              <a:endParaRPr lang="zh-CN" altLang="en-US" sz="2400" b="1" i="0" u="none" strike="noStrike">
                <a:solidFill>
                  <a:srgbClr val="2E8B57"/>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grpSp>
      <p:sp>
        <p:nvSpPr>
          <p:cNvPr id="105" name="文本框 104"/>
          <p:cNvSpPr txBox="1"/>
          <p:nvPr/>
        </p:nvSpPr>
        <p:spPr>
          <a:xfrm>
            <a:off x="7028180" y="2430145"/>
            <a:ext cx="4889500" cy="1101725"/>
          </a:xfrm>
          <a:prstGeom prst="rect">
            <a:avLst/>
          </a:prstGeom>
        </p:spPr>
        <p:txBody>
          <a:bodyPr>
            <a:noAutofit/>
          </a:bodyPr>
          <a:p>
            <a:pPr marL="342900" indent="-342900">
              <a:buFont typeface="+mj-ea"/>
              <a:buAutoNum type="circleNumDbPlain"/>
            </a:pPr>
            <a:r>
              <a:rPr lang="zh-CN" altLang="en-US" sz="1600" b="1" i="0">
                <a:solidFill>
                  <a:srgbClr val="2D8A73"/>
                </a:solidFill>
                <a:latin typeface="微软雅黑" panose="020B0503020204020204" charset="-122"/>
                <a:ea typeface="微软雅黑" panose="020B0503020204020204" charset="-122"/>
                <a:cs typeface="微软雅黑" panose="020B0503020204020204" charset="-122"/>
              </a:rPr>
              <a:t>65%</a:t>
            </a:r>
            <a:r>
              <a:rPr lang="zh-CN" altLang="en-US" sz="1600" b="0" i="0">
                <a:solidFill>
                  <a:srgbClr val="000000"/>
                </a:solidFill>
                <a:latin typeface="微软雅黑" panose="020B0503020204020204" charset="-122"/>
                <a:ea typeface="微软雅黑" panose="020B0503020204020204" charset="-122"/>
                <a:cs typeface="微软雅黑" panose="020B0503020204020204" charset="-122"/>
              </a:rPr>
              <a:t>的退役军人患有因服役导致的</a:t>
            </a:r>
            <a:r>
              <a:rPr lang="zh-CN" altLang="en-US" b="1" i="0">
                <a:solidFill>
                  <a:srgbClr val="2D8A73"/>
                </a:solidFill>
                <a:latin typeface="微软雅黑" panose="020B0503020204020204" charset="-122"/>
                <a:ea typeface="微软雅黑" panose="020B0503020204020204" charset="-122"/>
                <a:cs typeface="微软雅黑" panose="020B0503020204020204" charset="-122"/>
              </a:rPr>
              <a:t>慢性病</a:t>
            </a:r>
            <a:r>
              <a:rPr lang="en-US" altLang="zh-CN" b="1" i="0">
                <a:solidFill>
                  <a:srgbClr val="2D8A73"/>
                </a:solidFill>
                <a:latin typeface="微软雅黑" panose="020B0503020204020204" charset="-122"/>
                <a:ea typeface="微软雅黑" panose="020B0503020204020204" charset="-122"/>
                <a:cs typeface="微软雅黑" panose="020B0503020204020204" charset="-122"/>
              </a:rPr>
              <a:t>,</a:t>
            </a:r>
            <a:r>
              <a:rPr lang="zh-CN" altLang="en-US" sz="1600" i="0">
                <a:solidFill>
                  <a:schemeClr val="tx1"/>
                </a:solidFill>
                <a:latin typeface="微软雅黑" panose="020B0503020204020204" charset="-122"/>
                <a:ea typeface="微软雅黑" panose="020B0503020204020204" charset="-122"/>
                <a:cs typeface="微软雅黑" panose="020B0503020204020204" charset="-122"/>
              </a:rPr>
              <a:t>保险应覆盖慢性病</a:t>
            </a:r>
            <a:endParaRPr lang="zh-CN" altLang="en-US" sz="1600" i="0">
              <a:solidFill>
                <a:schemeClr val="tx1"/>
              </a:solidFill>
              <a:latin typeface="微软雅黑" panose="020B0503020204020204" charset="-122"/>
              <a:ea typeface="微软雅黑" panose="020B0503020204020204" charset="-122"/>
              <a:cs typeface="微软雅黑" panose="020B0503020204020204" charset="-122"/>
            </a:endParaRPr>
          </a:p>
          <a:p>
            <a:pPr marL="342900" indent="-342900">
              <a:buFont typeface="+mj-ea"/>
              <a:buAutoNum type="circleNumDbPlain"/>
            </a:pPr>
            <a:r>
              <a:rPr lang="zh-CN" altLang="en-US" sz="1600" b="0" i="0">
                <a:solidFill>
                  <a:srgbClr val="000000"/>
                </a:solidFill>
                <a:latin typeface="微软雅黑" panose="020B0503020204020204" charset="-122"/>
                <a:ea typeface="微软雅黑" panose="020B0503020204020204" charset="-122"/>
                <a:cs typeface="微软雅黑" panose="020B0503020204020204" charset="-122"/>
              </a:rPr>
              <a:t>聚类划分</a:t>
            </a:r>
            <a:r>
              <a:rPr lang="zh-CN" altLang="en-US" b="1" i="0">
                <a:solidFill>
                  <a:srgbClr val="2D8A73"/>
                </a:solidFill>
                <a:latin typeface="微软雅黑" panose="020B0503020204020204" charset="-122"/>
                <a:ea typeface="微软雅黑" panose="020B0503020204020204" charset="-122"/>
                <a:cs typeface="微软雅黑" panose="020B0503020204020204" charset="-122"/>
              </a:rPr>
              <a:t>三类</a:t>
            </a:r>
            <a:r>
              <a:rPr lang="zh-CN" altLang="en-US" sz="1600" b="0" i="0">
                <a:solidFill>
                  <a:srgbClr val="000000"/>
                </a:solidFill>
                <a:latin typeface="微软雅黑" panose="020B0503020204020204" charset="-122"/>
                <a:ea typeface="微软雅黑" panose="020B0503020204020204" charset="-122"/>
                <a:cs typeface="微软雅黑" panose="020B0503020204020204" charset="-122"/>
              </a:rPr>
              <a:t>退役军人群体，特征差异显著</a:t>
            </a:r>
            <a:endParaRPr lang="zh-CN" altLang="en-US" sz="16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8" name="文本框 107"/>
          <p:cNvSpPr txBox="1"/>
          <p:nvPr/>
        </p:nvSpPr>
        <p:spPr>
          <a:xfrm>
            <a:off x="7112000" y="3920490"/>
            <a:ext cx="4590415" cy="891540"/>
          </a:xfrm>
          <a:prstGeom prst="rect">
            <a:avLst/>
          </a:prstGeom>
        </p:spPr>
        <p:txBody>
          <a:bodyPr wrap="square">
            <a:spAutoFit/>
          </a:bodyPr>
          <a:p>
            <a:pPr marL="342900" indent="-342900">
              <a:buFont typeface="+mj-ea"/>
              <a:buAutoNum type="circleNumDbPlain"/>
            </a:pPr>
            <a:r>
              <a:rPr lang="zh-CN" altLang="en-US" b="1">
                <a:solidFill>
                  <a:srgbClr val="2D8A73"/>
                </a:solidFill>
                <a:latin typeface="微软雅黑" panose="020B0503020204020204" charset="-122"/>
                <a:ea typeface="微软雅黑" panose="020B0503020204020204" charset="-122"/>
              </a:rPr>
              <a:t>服役风险</a:t>
            </a:r>
            <a:r>
              <a:rPr lang="zh-CN" altLang="en-US" sz="1600">
                <a:latin typeface="微软雅黑" panose="020B0503020204020204" charset="-122"/>
                <a:ea typeface="微软雅黑" panose="020B0503020204020204" charset="-122"/>
              </a:rPr>
              <a:t>是影响退役军人保障</a:t>
            </a:r>
            <a:r>
              <a:rPr lang="zh-CN" altLang="en-US" sz="1600" b="1">
                <a:solidFill>
                  <a:srgbClr val="2D8A73"/>
                </a:solidFill>
                <a:latin typeface="微软雅黑" panose="020B0503020204020204" charset="-122"/>
                <a:ea typeface="微软雅黑" panose="020B0503020204020204" charset="-122"/>
              </a:rPr>
              <a:t>需求</a:t>
            </a:r>
            <a:r>
              <a:rPr lang="zh-CN" altLang="en-US" sz="1600">
                <a:latin typeface="微软雅黑" panose="020B0503020204020204" charset="-122"/>
                <a:ea typeface="微软雅黑" panose="020B0503020204020204" charset="-122"/>
              </a:rPr>
              <a:t>的核心因素</a:t>
            </a:r>
            <a:endParaRPr lang="zh-CN" altLang="en-US" sz="1600">
              <a:latin typeface="微软雅黑" panose="020B0503020204020204" charset="-122"/>
              <a:ea typeface="微软雅黑" panose="020B0503020204020204" charset="-122"/>
            </a:endParaRPr>
          </a:p>
          <a:p>
            <a:pPr marL="342900" indent="-342900">
              <a:buFont typeface="+mj-ea"/>
              <a:buAutoNum type="circleNumDbPlain"/>
            </a:pPr>
            <a:r>
              <a:rPr lang="zh-CN" altLang="en-US" sz="1600">
                <a:latin typeface="微软雅黑" panose="020B0503020204020204" charset="-122"/>
                <a:ea typeface="微软雅黑" panose="020B0503020204020204" charset="-122"/>
              </a:rPr>
              <a:t>不同</a:t>
            </a:r>
            <a:r>
              <a:rPr lang="zh-CN" altLang="en-US" b="1">
                <a:solidFill>
                  <a:srgbClr val="2D8A73"/>
                </a:solidFill>
                <a:latin typeface="微软雅黑" panose="020B0503020204020204" charset="-122"/>
                <a:ea typeface="微软雅黑" panose="020B0503020204020204" charset="-122"/>
              </a:rPr>
              <a:t>军种</a:t>
            </a:r>
            <a:r>
              <a:rPr lang="zh-CN" altLang="en-US" sz="1600">
                <a:latin typeface="微软雅黑" panose="020B0503020204020204" charset="-122"/>
                <a:ea typeface="微软雅黑" panose="020B0503020204020204" charset="-122"/>
              </a:rPr>
              <a:t>间需求差异明显</a:t>
            </a:r>
            <a:endParaRPr lang="zh-CN" altLang="en-US" sz="1600">
              <a:latin typeface="微软雅黑" panose="020B0503020204020204" charset="-122"/>
              <a:ea typeface="微软雅黑" panose="020B0503020204020204" charset="-122"/>
            </a:endParaRPr>
          </a:p>
        </p:txBody>
      </p:sp>
      <p:sp>
        <p:nvSpPr>
          <p:cNvPr id="109" name="文本框 108"/>
          <p:cNvSpPr txBox="1"/>
          <p:nvPr/>
        </p:nvSpPr>
        <p:spPr>
          <a:xfrm>
            <a:off x="7118350" y="5116830"/>
            <a:ext cx="4590415" cy="1138555"/>
          </a:xfrm>
          <a:prstGeom prst="rect">
            <a:avLst/>
          </a:prstGeom>
        </p:spPr>
        <p:txBody>
          <a:bodyPr wrap="square">
            <a:noAutofit/>
          </a:bodyPr>
          <a:p>
            <a:pPr marL="342900" indent="-342900">
              <a:buFont typeface="+mj-ea"/>
              <a:buAutoNum type="circleNumDbPlain"/>
            </a:pPr>
            <a:r>
              <a:rPr lang="zh-CN" altLang="en-US" b="1">
                <a:solidFill>
                  <a:srgbClr val="2D8A73"/>
                </a:solidFill>
                <a:uFillTx/>
                <a:latin typeface="微软雅黑" panose="020B0503020204020204" charset="-122"/>
                <a:ea typeface="微软雅黑" panose="020B0503020204020204" charset="-122"/>
                <a:cs typeface="微软雅黑" panose="020B0503020204020204" charset="-122"/>
                <a:sym typeface="+mn-ea"/>
              </a:rPr>
              <a:t>经济因子与主观认知</a:t>
            </a:r>
            <a:r>
              <a:rPr lang="zh-CN" altLang="en-US" sz="1600">
                <a:uFillTx/>
                <a:latin typeface="微软雅黑" panose="020B0503020204020204" charset="-122"/>
                <a:ea typeface="微软雅黑" panose="020B0503020204020204" charset="-122"/>
                <a:cs typeface="微软雅黑" panose="020B0503020204020204" charset="-122"/>
                <a:sym typeface="+mn-ea"/>
              </a:rPr>
              <a:t>是影响</a:t>
            </a:r>
            <a:r>
              <a:rPr lang="zh-CN" altLang="en-US" sz="1600">
                <a:uFillTx/>
                <a:latin typeface="微软雅黑" panose="020B0503020204020204" charset="-122"/>
                <a:ea typeface="微软雅黑" panose="020B0503020204020204" charset="-122"/>
                <a:cs typeface="微软雅黑" panose="020B0503020204020204" charset="-122"/>
                <a:sym typeface="+mn-ea"/>
              </a:rPr>
              <a:t>投保意愿最强的变量</a:t>
            </a:r>
            <a:endParaRPr lang="zh-CN" altLang="en-US" sz="1600">
              <a:uFillTx/>
              <a:latin typeface="微软雅黑" panose="020B0503020204020204" charset="-122"/>
              <a:ea typeface="微软雅黑" panose="020B0503020204020204" charset="-122"/>
              <a:cs typeface="微软雅黑" panose="020B0503020204020204" charset="-122"/>
              <a:sym typeface="+mn-ea"/>
            </a:endParaRPr>
          </a:p>
          <a:p>
            <a:pPr marL="342900" indent="-342900">
              <a:buFont typeface="+mj-ea"/>
              <a:buAutoNum type="circleNumDbPlain"/>
            </a:pPr>
            <a:r>
              <a:rPr lang="zh-CN" altLang="en-US" b="1">
                <a:solidFill>
                  <a:srgbClr val="2D8A73"/>
                </a:solidFill>
                <a:uFillTx/>
                <a:latin typeface="微软雅黑" panose="020B0503020204020204" charset="-122"/>
                <a:ea typeface="微软雅黑" panose="020B0503020204020204" charset="-122"/>
                <a:cs typeface="微软雅黑" panose="020B0503020204020204" charset="-122"/>
                <a:sym typeface="+mn-ea"/>
              </a:rPr>
              <a:t>保障缺口</a:t>
            </a:r>
            <a:r>
              <a:rPr lang="zh-CN" altLang="en-US" sz="1600">
                <a:uFillTx/>
                <a:latin typeface="微软雅黑" panose="020B0503020204020204" charset="-122"/>
                <a:ea typeface="微软雅黑" panose="020B0503020204020204" charset="-122"/>
                <a:cs typeface="微软雅黑" panose="020B0503020204020204" charset="-122"/>
                <a:sym typeface="+mn-ea"/>
              </a:rPr>
              <a:t>对需求的影响</a:t>
            </a:r>
            <a:r>
              <a:rPr lang="zh-CN" altLang="en-US" sz="1600" b="1">
                <a:solidFill>
                  <a:srgbClr val="2D8A73"/>
                </a:solidFill>
                <a:uFillTx/>
                <a:latin typeface="微软雅黑" panose="020B0503020204020204" charset="-122"/>
                <a:ea typeface="微软雅黑" panose="020B0503020204020204" charset="-122"/>
                <a:cs typeface="微软雅黑" panose="020B0503020204020204" charset="-122"/>
                <a:sym typeface="+mn-ea"/>
              </a:rPr>
              <a:t>不显著。</a:t>
            </a:r>
            <a:r>
              <a:rPr lang="zh-CN" altLang="en-US" b="1">
                <a:solidFill>
                  <a:srgbClr val="2D8A73"/>
                </a:solidFill>
                <a:uFillTx/>
                <a:latin typeface="微软雅黑" panose="020B0503020204020204" charset="-122"/>
                <a:ea typeface="微软雅黑" panose="020B0503020204020204" charset="-122"/>
                <a:cs typeface="微软雅黑" panose="020B0503020204020204" charset="-122"/>
                <a:sym typeface="+mn-ea"/>
              </a:rPr>
              <a:t>风险</a:t>
            </a:r>
            <a:r>
              <a:rPr lang="zh-CN" altLang="en-US" sz="1600">
                <a:uFillTx/>
                <a:latin typeface="微软雅黑" panose="020B0503020204020204" charset="-122"/>
                <a:ea typeface="微软雅黑" panose="020B0503020204020204" charset="-122"/>
                <a:cs typeface="微软雅黑" panose="020B0503020204020204" charset="-122"/>
                <a:sym typeface="+mn-ea"/>
              </a:rPr>
              <a:t>却对需求有显著影响。相关科普可</a:t>
            </a:r>
            <a:r>
              <a:rPr lang="zh-CN" altLang="en-US" sz="1600">
                <a:solidFill>
                  <a:schemeClr val="tx1"/>
                </a:solidFill>
                <a:uFillTx/>
                <a:latin typeface="微软雅黑" panose="020B0503020204020204" charset="-122"/>
                <a:ea typeface="微软雅黑" panose="020B0503020204020204" charset="-122"/>
                <a:cs typeface="微软雅黑" panose="020B0503020204020204" charset="-122"/>
                <a:sym typeface="+mn-ea"/>
              </a:rPr>
              <a:t>从“补缺”叙事转向“风险管理”叙事</a:t>
            </a:r>
            <a:endParaRPr lang="zh-CN" altLang="en-US" sz="1600">
              <a:solidFill>
                <a:schemeClr val="tx1"/>
              </a:solidFill>
              <a:uFillTx/>
              <a:latin typeface="微软雅黑" panose="020B0503020204020204" charset="-122"/>
              <a:ea typeface="微软雅黑" panose="020B0503020204020204" charset="-122"/>
              <a:cs typeface="微软雅黑" panose="020B0503020204020204" charset="-122"/>
              <a:sym typeface="+mn-ea"/>
            </a:endParaRPr>
          </a:p>
        </p:txBody>
      </p:sp>
      <p:grpSp>
        <p:nvGrpSpPr>
          <p:cNvPr id="172" name="组合 171"/>
          <p:cNvGrpSpPr/>
          <p:nvPr/>
        </p:nvGrpSpPr>
        <p:grpSpPr>
          <a:xfrm>
            <a:off x="-674446" y="-6350"/>
            <a:ext cx="13073260" cy="902312"/>
            <a:chOff x="-801446" y="0"/>
            <a:chExt cx="13073260" cy="902312"/>
          </a:xfrm>
        </p:grpSpPr>
        <p:sp>
          <p:nvSpPr>
            <p:cNvPr id="173" name="PA-任意多边形 900"/>
            <p:cNvSpPr/>
            <p:nvPr>
              <p:custDataLst>
                <p:tags r:id="rId26"/>
              </p:custDataLst>
            </p:nvPr>
          </p:nvSpPr>
          <p:spPr>
            <a:xfrm flipV="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91000">
                  <a:schemeClr val="accent2">
                    <a:lumMod val="75000"/>
                  </a:schemeClr>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74" name="PA-任意多边形 46"/>
            <p:cNvSpPr/>
            <p:nvPr>
              <p:custDataLst>
                <p:tags r:id="rId27"/>
              </p:custDataLst>
            </p:nvPr>
          </p:nvSpPr>
          <p:spPr>
            <a:xfrm>
              <a:off x="17585" y="140988"/>
              <a:ext cx="10477775" cy="713837"/>
            </a:xfrm>
            <a:custGeom>
              <a:avLst/>
              <a:gdLst>
                <a:gd name="connsiteX0" fmla="*/ 0 w 10477775"/>
                <a:gd name="connsiteY0" fmla="*/ 0 h 713837"/>
                <a:gd name="connsiteX1" fmla="*/ 9872819 w 10477775"/>
                <a:gd name="connsiteY1" fmla="*/ 0 h 713837"/>
                <a:gd name="connsiteX2" fmla="*/ 10477775 w 10477775"/>
                <a:gd name="connsiteY2" fmla="*/ 713837 h 713837"/>
                <a:gd name="connsiteX3" fmla="*/ 0 w 10477775"/>
                <a:gd name="connsiteY3" fmla="*/ 713837 h 713837"/>
                <a:gd name="connsiteX4" fmla="*/ 0 w 10477775"/>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775" h="713837">
                  <a:moveTo>
                    <a:pt x="0" y="0"/>
                  </a:moveTo>
                  <a:lnTo>
                    <a:pt x="9872819" y="0"/>
                  </a:lnTo>
                  <a:lnTo>
                    <a:pt x="10477775" y="713837"/>
                  </a:lnTo>
                  <a:lnTo>
                    <a:pt x="0" y="713837"/>
                  </a:lnTo>
                  <a:lnTo>
                    <a:pt x="0" y="0"/>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75" name="PA-任意多边形 50"/>
            <p:cNvSpPr/>
            <p:nvPr>
              <p:custDataLst>
                <p:tags r:id="rId28"/>
              </p:custDataLst>
            </p:nvPr>
          </p:nvSpPr>
          <p:spPr>
            <a:xfrm>
              <a:off x="79814" y="136543"/>
              <a:ext cx="12192000" cy="713837"/>
            </a:xfrm>
            <a:custGeom>
              <a:avLst/>
              <a:gdLst>
                <a:gd name="connsiteX0" fmla="*/ 0 w 12192000"/>
                <a:gd name="connsiteY0" fmla="*/ 0 h 713837"/>
                <a:gd name="connsiteX1" fmla="*/ 12192000 w 12192000"/>
                <a:gd name="connsiteY1" fmla="*/ 0 h 713837"/>
                <a:gd name="connsiteX2" fmla="*/ 12192000 w 12192000"/>
                <a:gd name="connsiteY2" fmla="*/ 713837 h 713837"/>
                <a:gd name="connsiteX3" fmla="*/ 0 w 12192000"/>
                <a:gd name="connsiteY3" fmla="*/ 713837 h 713837"/>
              </a:gdLst>
              <a:ahLst/>
              <a:cxnLst>
                <a:cxn ang="0">
                  <a:pos x="connsiteX0" y="connsiteY0"/>
                </a:cxn>
                <a:cxn ang="0">
                  <a:pos x="connsiteX1" y="connsiteY1"/>
                </a:cxn>
                <a:cxn ang="0">
                  <a:pos x="connsiteX2" y="connsiteY2"/>
                </a:cxn>
                <a:cxn ang="0">
                  <a:pos x="connsiteX3" y="connsiteY3"/>
                </a:cxn>
              </a:cxnLst>
              <a:rect l="l" t="t" r="r" b="b"/>
              <a:pathLst>
                <a:path w="12192000" h="713837">
                  <a:moveTo>
                    <a:pt x="0" y="0"/>
                  </a:moveTo>
                  <a:lnTo>
                    <a:pt x="12192000" y="0"/>
                  </a:lnTo>
                  <a:lnTo>
                    <a:pt x="12192000" y="713837"/>
                  </a:lnTo>
                  <a:lnTo>
                    <a:pt x="0" y="713837"/>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mn-cs"/>
              </a:endParaRPr>
            </a:p>
          </p:txBody>
        </p:sp>
        <p:sp>
          <p:nvSpPr>
            <p:cNvPr id="176" name="PA-文本框 24"/>
            <p:cNvSpPr txBox="1"/>
            <p:nvPr>
              <p:custDataLst>
                <p:tags r:id="rId29"/>
              </p:custDataLst>
            </p:nvPr>
          </p:nvSpPr>
          <p:spPr>
            <a:xfrm>
              <a:off x="1543000" y="236296"/>
              <a:ext cx="2672080" cy="521970"/>
            </a:xfrm>
            <a:prstGeom prst="rect">
              <a:avLst/>
            </a:prstGeom>
            <a:noFill/>
          </p:spPr>
          <p:txBody>
            <a:bodyPr wrap="none">
              <a:spAutoFit/>
            </a:bodyPr>
            <a:lstStyle>
              <a:defPPr>
                <a:defRPr lang="zh-CN"/>
              </a:defPPr>
              <a:lvl1pPr>
                <a:defRPr sz="2400" b="1">
                  <a:gradFill>
                    <a:gsLst>
                      <a:gs pos="100000">
                        <a:schemeClr val="accent1">
                          <a:lumMod val="50000"/>
                        </a:schemeClr>
                      </a:gs>
                      <a:gs pos="17000">
                        <a:schemeClr val="accent1">
                          <a:lumMod val="50000"/>
                        </a:schemeClr>
                      </a:gs>
                    </a:gsLst>
                    <a:path path="circle">
                      <a:fillToRect r="100000" b="100000"/>
                    </a:path>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noProof="0" dirty="0">
                  <a:ln>
                    <a:noFill/>
                  </a:ln>
                  <a:gradFill>
                    <a:gsLst>
                      <a:gs pos="100000">
                        <a:srgbClr val="206252">
                          <a:lumMod val="50000"/>
                        </a:srgbClr>
                      </a:gs>
                      <a:gs pos="17000">
                        <a:srgbClr val="206252">
                          <a:lumMod val="75000"/>
                        </a:srgbClr>
                      </a:gs>
                    </a:gsLst>
                    <a:path path="circle">
                      <a:fillToRect r="100000" b="100000"/>
                    </a:path>
                  </a:gradFill>
                  <a:effectLst/>
                  <a:uLnTx/>
                  <a:uFillTx/>
                  <a:latin typeface="微软雅黑" panose="020B0503020204020204" charset="-122"/>
                  <a:ea typeface="微软雅黑" panose="020B0503020204020204" charset="-122"/>
                  <a:sym typeface="阿里妈妈数黑体" pitchFamily="2" charset="-122"/>
                </a:rPr>
                <a:t>调查设计与实施</a:t>
              </a:r>
              <a:endParaRPr kumimoji="0" lang="zh-CN" altLang="en-US" sz="2800" b="1" i="0" u="none" strike="noStrike" kern="1200" cap="none" spc="0" normalizeH="0" baseline="0" noProof="0" dirty="0">
                <a:ln>
                  <a:noFill/>
                </a:ln>
                <a:gradFill>
                  <a:gsLst>
                    <a:gs pos="100000">
                      <a:srgbClr val="206252">
                        <a:lumMod val="50000"/>
                      </a:srgbClr>
                    </a:gs>
                    <a:gs pos="17000">
                      <a:srgbClr val="206252">
                        <a:lumMod val="75000"/>
                      </a:srgbClr>
                    </a:gs>
                  </a:gsLst>
                  <a:path path="circle">
                    <a:fillToRect r="100000" b="100000"/>
                  </a:path>
                </a:gradFill>
                <a:effectLst/>
                <a:uLnTx/>
                <a:uFillTx/>
                <a:latin typeface="微软雅黑" panose="020B0503020204020204" charset="-122"/>
                <a:ea typeface="微软雅黑" panose="020B0503020204020204" charset="-122"/>
                <a:cs typeface="+mn-cs"/>
                <a:sym typeface="阿里妈妈数黑体" pitchFamily="2" charset="-122"/>
              </a:endParaRPr>
            </a:p>
          </p:txBody>
        </p:sp>
        <p:sp>
          <p:nvSpPr>
            <p:cNvPr id="177" name="PA-任意多边形 6"/>
            <p:cNvSpPr/>
            <p:nvPr>
              <p:custDataLst>
                <p:tags r:id="rId30"/>
              </p:custDataLst>
            </p:nvPr>
          </p:nvSpPr>
          <p:spPr>
            <a:xfrm>
              <a:off x="-52754" y="850261"/>
              <a:ext cx="12262339" cy="52051"/>
            </a:xfrm>
            <a:custGeom>
              <a:avLst/>
              <a:gdLst>
                <a:gd name="connsiteX0" fmla="*/ 0 w 4366736"/>
                <a:gd name="connsiteY0" fmla="*/ 0 h 64293"/>
                <a:gd name="connsiteX1" fmla="*/ 4366737 w 4366736"/>
                <a:gd name="connsiteY1" fmla="*/ 0 h 64293"/>
                <a:gd name="connsiteX2" fmla="*/ 4366737 w 4366736"/>
                <a:gd name="connsiteY2" fmla="*/ 64294 h 64293"/>
                <a:gd name="connsiteX3" fmla="*/ 0 w 4366736"/>
                <a:gd name="connsiteY3" fmla="*/ 64294 h 64293"/>
              </a:gdLst>
              <a:ahLst/>
              <a:cxnLst>
                <a:cxn ang="0">
                  <a:pos x="connsiteX0" y="connsiteY0"/>
                </a:cxn>
                <a:cxn ang="0">
                  <a:pos x="connsiteX1" y="connsiteY1"/>
                </a:cxn>
                <a:cxn ang="0">
                  <a:pos x="connsiteX2" y="connsiteY2"/>
                </a:cxn>
                <a:cxn ang="0">
                  <a:pos x="connsiteX3" y="connsiteY3"/>
                </a:cxn>
              </a:cxnLst>
              <a:rect l="l" t="t" r="r" b="b"/>
              <a:pathLst>
                <a:path w="4366736" h="64293">
                  <a:moveTo>
                    <a:pt x="0" y="0"/>
                  </a:moveTo>
                  <a:lnTo>
                    <a:pt x="4366737" y="0"/>
                  </a:lnTo>
                  <a:lnTo>
                    <a:pt x="4366737" y="64294"/>
                  </a:lnTo>
                  <a:lnTo>
                    <a:pt x="0" y="64294"/>
                  </a:lnTo>
                  <a:close/>
                </a:path>
              </a:pathLst>
            </a:custGeom>
            <a:gradFill flip="none" rotWithShape="1">
              <a:gsLst>
                <a:gs pos="100000">
                  <a:schemeClr val="accent1"/>
                </a:gs>
                <a:gs pos="12000">
                  <a:schemeClr val="accent1">
                    <a:lumMod val="20000"/>
                    <a:lumOff val="80000"/>
                  </a:schemeClr>
                </a:gs>
              </a:gsLst>
              <a:lin ang="0" scaled="0"/>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78" name="PA-任意多边形 899"/>
            <p:cNvSpPr/>
            <p:nvPr>
              <p:custDataLst>
                <p:tags r:id="rId31"/>
              </p:custDataLst>
            </p:nvPr>
          </p:nvSpPr>
          <p:spPr>
            <a:xfrm flipH="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55000">
                  <a:schemeClr val="accent1"/>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79" name="PA-文本框 26"/>
            <p:cNvSpPr txBox="1"/>
            <p:nvPr>
              <p:custDataLst>
                <p:tags r:id="rId32"/>
              </p:custDataLst>
            </p:nvPr>
          </p:nvSpPr>
          <p:spPr>
            <a:xfrm>
              <a:off x="6502788" y="309946"/>
              <a:ext cx="179197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b="1" noProof="0" dirty="0">
                  <a:ln>
                    <a:noFill/>
                  </a:ln>
                  <a:solidFill>
                    <a:srgbClr val="2D8A73"/>
                  </a:solidFill>
                  <a:effectLst/>
                  <a:uLnTx/>
                  <a:uFillTx/>
                  <a:latin typeface="微软雅黑" panose="020B0503020204020204" charset="-122"/>
                  <a:ea typeface="微软雅黑" panose="020B0503020204020204" charset="-122"/>
                  <a:sym typeface="OPPOSans M" panose="00020600040101010101" pitchFamily="18" charset="-122"/>
                </a:rPr>
                <a:t>调查设计与实施</a:t>
              </a:r>
              <a:endParaRPr kumimoji="0" lang="zh-CN" altLang="en-US" sz="1800" b="1" i="0" u="none" strike="noStrike" kern="1200" cap="none" spc="0" normalizeH="0" baseline="0" noProof="0" dirty="0">
                <a:ln>
                  <a:noFill/>
                </a:ln>
                <a:solidFill>
                  <a:srgbClr val="2D8A73"/>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sp>
          <p:nvSpPr>
            <p:cNvPr id="180" name="PA-文本框 26"/>
            <p:cNvSpPr txBox="1"/>
            <p:nvPr>
              <p:custDataLst>
                <p:tags r:id="rId33"/>
              </p:custDataLst>
            </p:nvPr>
          </p:nvSpPr>
          <p:spPr>
            <a:xfrm>
              <a:off x="8672698" y="313756"/>
              <a:ext cx="3098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cxnSp>
          <p:nvCxnSpPr>
            <p:cNvPr id="181" name="PA-直接连接符 18"/>
            <p:cNvCxnSpPr/>
            <p:nvPr>
              <p:custDataLst>
                <p:tags r:id="rId34"/>
              </p:custDataLst>
            </p:nvPr>
          </p:nvCxnSpPr>
          <p:spPr>
            <a:xfrm flipH="1">
              <a:off x="5253886"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182" name="PA-直接连接符 22"/>
            <p:cNvCxnSpPr/>
            <p:nvPr>
              <p:custDataLst>
                <p:tags r:id="rId35"/>
              </p:custDataLst>
            </p:nvPr>
          </p:nvCxnSpPr>
          <p:spPr>
            <a:xfrm flipH="1">
              <a:off x="6412243"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183" name="PA-文本框 26"/>
            <p:cNvSpPr txBox="1"/>
            <p:nvPr>
              <p:custDataLst>
                <p:tags r:id="rId36"/>
              </p:custDataLst>
            </p:nvPr>
          </p:nvSpPr>
          <p:spPr>
            <a:xfrm>
              <a:off x="5410470" y="313956"/>
              <a:ext cx="10972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a:defRPr/>
              </a:pPr>
              <a:r>
                <a:rPr lang="zh-CN" altLang="en-US" sz="1800" dirty="0">
                  <a:solidFill>
                    <a:srgbClr val="206252">
                      <a:lumMod val="50000"/>
                    </a:srgbClr>
                  </a:solidFill>
                  <a:latin typeface="微软雅黑" panose="020B0503020204020204" charset="-122"/>
                  <a:ea typeface="微软雅黑" panose="020B0503020204020204" charset="-122"/>
                  <a:sym typeface="阿里妈妈数黑体" pitchFamily="2" charset="-122"/>
                </a:rPr>
                <a:t>前期调研</a:t>
              </a:r>
              <a:endParaRPr lang="zh-CN" altLang="en-US" sz="1800" dirty="0">
                <a:solidFill>
                  <a:srgbClr val="206252">
                    <a:lumMod val="50000"/>
                  </a:srgbClr>
                </a:solidFill>
                <a:latin typeface="微软雅黑" panose="020B0503020204020204" charset="-122"/>
                <a:ea typeface="微软雅黑" panose="020B0503020204020204" charset="-122"/>
                <a:sym typeface="阿里妈妈数黑体" pitchFamily="2" charset="-122"/>
              </a:endParaRPr>
            </a:p>
          </p:txBody>
        </p:sp>
        <p:sp>
          <p:nvSpPr>
            <p:cNvPr id="184" name="PA-图形 7"/>
            <p:cNvSpPr/>
            <p:nvPr>
              <p:custDataLst>
                <p:tags r:id="rId37"/>
              </p:custDataLst>
            </p:nvPr>
          </p:nvSpPr>
          <p:spPr>
            <a:xfrm>
              <a:off x="273980" y="148474"/>
              <a:ext cx="555983" cy="416889"/>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0">
                  <a:schemeClr val="bg1"/>
                </a:gs>
                <a:gs pos="87000">
                  <a:schemeClr val="accent1">
                    <a:lumMod val="20000"/>
                    <a:lumOff val="80000"/>
                  </a:schemeClr>
                </a:gs>
              </a:gsLst>
              <a:lin ang="2700000" scaled="0"/>
            </a:gradFill>
            <a:ln w="36909" cap="flat">
              <a:noFill/>
              <a:prstDash val="solid"/>
              <a:miter/>
            </a:ln>
            <a:effectLst>
              <a:outerShdw blurRad="50800" dist="38100" dir="5400000" algn="t" rotWithShape="0">
                <a:schemeClr val="accent1">
                  <a:alpha val="30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cxnSp>
        <p:nvCxnSpPr>
          <p:cNvPr id="186" name="PA-直接连接符 23"/>
          <p:cNvCxnSpPr/>
          <p:nvPr>
            <p:custDataLst>
              <p:tags r:id="rId38"/>
            </p:custDataLst>
          </p:nvPr>
        </p:nvCxnSpPr>
        <p:spPr>
          <a:xfrm flipH="1">
            <a:off x="8337045" y="36122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187" name="PA-直接连接符 23"/>
          <p:cNvCxnSpPr/>
          <p:nvPr>
            <p:custDataLst>
              <p:tags r:id="rId39"/>
            </p:custDataLst>
          </p:nvPr>
        </p:nvCxnSpPr>
        <p:spPr>
          <a:xfrm flipH="1">
            <a:off x="9622285" y="3294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188" name="文本框 187"/>
          <p:cNvSpPr txBox="1"/>
          <p:nvPr/>
        </p:nvSpPr>
        <p:spPr>
          <a:xfrm>
            <a:off x="9886315" y="300990"/>
            <a:ext cx="136969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结论与建议</a:t>
            </a:r>
            <a:endParaRPr lang="zh-CN" altLang="en-US">
              <a:latin typeface="微软雅黑" panose="020B0503020204020204" charset="-122"/>
              <a:ea typeface="微软雅黑" panose="020B0503020204020204" charset="-122"/>
            </a:endParaRPr>
          </a:p>
        </p:txBody>
      </p:sp>
      <p:sp>
        <p:nvSpPr>
          <p:cNvPr id="189" name="文本框 188"/>
          <p:cNvSpPr txBox="1"/>
          <p:nvPr/>
        </p:nvSpPr>
        <p:spPr>
          <a:xfrm>
            <a:off x="8540750" y="304800"/>
            <a:ext cx="121221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产品设计</a:t>
            </a:r>
            <a:endParaRPr lang="zh-CN" altLang="en-US">
              <a:latin typeface="微软雅黑" panose="020B0503020204020204" charset="-122"/>
              <a:ea typeface="微软雅黑" panose="020B0503020204020204" charset="-122"/>
            </a:endParaRPr>
          </a:p>
        </p:txBody>
      </p:sp>
      <p:sp>
        <p:nvSpPr>
          <p:cNvPr id="185" name="矩形 184"/>
          <p:cNvSpPr/>
          <p:nvPr/>
        </p:nvSpPr>
        <p:spPr>
          <a:xfrm>
            <a:off x="3864610" y="292100"/>
            <a:ext cx="2100580" cy="522605"/>
          </a:xfrm>
          <a:prstGeom prst="rect">
            <a:avLst/>
          </a:prstGeom>
          <a:noFill/>
          <a:ln>
            <a:noFill/>
          </a:ln>
        </p:spPr>
        <p:txBody>
          <a:bodyPr wrap="square" rtlCol="0" anchor="t">
            <a:noAutofit/>
          </a:bodyPr>
          <a:lstStyle/>
          <a:p>
            <a:pPr algn="ctr">
              <a:defRPr/>
            </a:pPr>
            <a:r>
              <a:rPr lang="zh-CN" altLang="en-US" dirty="0">
                <a:solidFill>
                  <a:schemeClr val="tx1"/>
                </a:solidFill>
                <a:latin typeface="微软雅黑" panose="020B0503020204020204" charset="-122"/>
                <a:ea typeface="微软雅黑" panose="020B0503020204020204" charset="-122"/>
              </a:rPr>
              <a:t>研究背景</a:t>
            </a:r>
            <a:endParaRPr lang="zh-CN" altLang="en-US" dirty="0">
              <a:solidFill>
                <a:schemeClr val="tx1"/>
              </a:solidFill>
              <a:latin typeface="微软雅黑" panose="020B0503020204020204" charset="-122"/>
              <a:ea typeface="微软雅黑" panose="020B0503020204020204" charset="-122"/>
            </a:endParaRPr>
          </a:p>
        </p:txBody>
      </p:sp>
      <p:pic>
        <p:nvPicPr>
          <p:cNvPr id="2" name="Picture 17"/>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6788150" y="1826895"/>
            <a:ext cx="355600" cy="3556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timing>
    <p:tnLst>
      <p:par>
        <p:cTn id="1" dur="indefinite" restart="never" nodeType="tmRoot"/>
      </p:par>
    </p:tnLst>
    <p:bldLst>
      <p:bldP spid="105" grpId="0"/>
      <p:bldP spid="105"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任意多边形: 形状 126"/>
          <p:cNvSpPr/>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flip="none" rotWithShape="1">
            <a:gsLst>
              <a:gs pos="0">
                <a:srgbClr val="FAD77E">
                  <a:lumMod val="20000"/>
                  <a:lumOff val="80000"/>
                </a:srgbClr>
              </a:gs>
              <a:gs pos="54000">
                <a:schemeClr val="accent3">
                  <a:lumMod val="75000"/>
                </a:schemeClr>
              </a:gs>
              <a:gs pos="100000">
                <a:schemeClr val="accent2">
                  <a:lumMod val="50000"/>
                </a:schemeClr>
              </a:gs>
            </a:gsLst>
            <a:path path="circle">
              <a:fillToRect l="50000" t="130000" r="50000" b="-30000"/>
            </a:path>
            <a:tileRect/>
          </a:gra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Regular"/>
              <a:ea typeface="思源黑体 CN Regular"/>
              <a:cs typeface="+mn-cs"/>
            </a:endParaRPr>
          </a:p>
        </p:txBody>
      </p:sp>
      <p:pic>
        <p:nvPicPr>
          <p:cNvPr id="122" name="Picture 119"/>
          <p:cNvPicPr>
            <a:picLocks noChangeAspect="1"/>
          </p:cNvPicPr>
          <p:nvPr/>
        </p:nvPicPr>
        <p:blipFill>
          <a:blip r:embed="rId1"/>
          <a:stretch>
            <a:fillRect/>
          </a:stretch>
        </p:blipFill>
        <p:spPr>
          <a:xfrm>
            <a:off x="6579038" y="-423714"/>
            <a:ext cx="5608320" cy="6858000"/>
          </a:xfrm>
          <a:prstGeom prst="rect">
            <a:avLst/>
          </a:prstGeom>
        </p:spPr>
      </p:pic>
      <p:pic>
        <p:nvPicPr>
          <p:cNvPr id="135" name="Picture 132"/>
          <p:cNvPicPr>
            <a:picLocks noChangeAspect="1"/>
          </p:cNvPicPr>
          <p:nvPr/>
        </p:nvPicPr>
        <p:blipFill>
          <a:blip r:embed="rId2"/>
          <a:stretch>
            <a:fillRect/>
          </a:stretch>
        </p:blipFill>
        <p:spPr>
          <a:xfrm>
            <a:off x="4399602" y="0"/>
            <a:ext cx="7782155" cy="6235700"/>
          </a:xfrm>
          <a:prstGeom prst="rect">
            <a:avLst/>
          </a:prstGeom>
        </p:spPr>
      </p:pic>
      <p:grpSp>
        <p:nvGrpSpPr>
          <p:cNvPr id="141" name="组合 140"/>
          <p:cNvGrpSpPr/>
          <p:nvPr/>
        </p:nvGrpSpPr>
        <p:grpSpPr>
          <a:xfrm>
            <a:off x="-1111817" y="1605742"/>
            <a:ext cx="8802672" cy="3152834"/>
            <a:chOff x="-1198766" y="1399948"/>
            <a:chExt cx="8802672" cy="3152834"/>
          </a:xfrm>
        </p:grpSpPr>
        <p:pic>
          <p:nvPicPr>
            <p:cNvPr id="111" name="图片 110"/>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rcRect t="24405" b="17763"/>
            <a:stretch>
              <a:fillRect/>
            </a:stretch>
          </p:blipFill>
          <p:spPr>
            <a:xfrm rot="3691259">
              <a:off x="396584" y="3635238"/>
              <a:ext cx="1007909" cy="827179"/>
            </a:xfrm>
            <a:custGeom>
              <a:avLst/>
              <a:gdLst>
                <a:gd name="connsiteX0" fmla="*/ 0 w 5444200"/>
                <a:gd name="connsiteY0" fmla="*/ 0 h 3152023"/>
                <a:gd name="connsiteX1" fmla="*/ 5444200 w 5444200"/>
                <a:gd name="connsiteY1" fmla="*/ 0 h 3152023"/>
                <a:gd name="connsiteX2" fmla="*/ 5444200 w 5444200"/>
                <a:gd name="connsiteY2" fmla="*/ 3152023 h 3152023"/>
                <a:gd name="connsiteX3" fmla="*/ 0 w 5444200"/>
                <a:gd name="connsiteY3" fmla="*/ 3152023 h 3152023"/>
              </a:gdLst>
              <a:ahLst/>
              <a:cxnLst>
                <a:cxn ang="0">
                  <a:pos x="connsiteX0" y="connsiteY0"/>
                </a:cxn>
                <a:cxn ang="0">
                  <a:pos x="connsiteX1" y="connsiteY1"/>
                </a:cxn>
                <a:cxn ang="0">
                  <a:pos x="connsiteX2" y="connsiteY2"/>
                </a:cxn>
                <a:cxn ang="0">
                  <a:pos x="connsiteX3" y="connsiteY3"/>
                </a:cxn>
              </a:cxnLst>
              <a:rect l="l" t="t" r="r" b="b"/>
              <a:pathLst>
                <a:path w="5444200" h="3152023">
                  <a:moveTo>
                    <a:pt x="0" y="0"/>
                  </a:moveTo>
                  <a:lnTo>
                    <a:pt x="5444200" y="0"/>
                  </a:lnTo>
                  <a:lnTo>
                    <a:pt x="5444200" y="3152023"/>
                  </a:lnTo>
                  <a:lnTo>
                    <a:pt x="0" y="3152023"/>
                  </a:lnTo>
                  <a:close/>
                </a:path>
              </a:pathLst>
            </a:custGeom>
            <a:effectLst/>
          </p:spPr>
        </p:pic>
        <p:sp>
          <p:nvSpPr>
            <p:cNvPr id="116" name="文本框 115"/>
            <p:cNvSpPr txBox="1"/>
            <p:nvPr/>
          </p:nvSpPr>
          <p:spPr>
            <a:xfrm>
              <a:off x="442901" y="2688929"/>
              <a:ext cx="5059680" cy="1568450"/>
            </a:xfrm>
            <a:prstGeom prst="rect">
              <a:avLst/>
            </a:prstGeom>
            <a:noFill/>
          </p:spPr>
          <p:txBody>
            <a:bodyPr wrap="none" rtlCol="0">
              <a:spAutoFit/>
            </a:bodyPr>
            <a:lstStyle>
              <a:defPPr>
                <a:defRPr lang="zh-CN"/>
              </a:defPPr>
              <a:lvl1pPr algn="ctr">
                <a:defRPr sz="8000">
                  <a:gradFill flip="none" rotWithShape="1">
                    <a:gsLst>
                      <a:gs pos="97279">
                        <a:schemeClr val="accent2">
                          <a:lumMod val="20000"/>
                          <a:lumOff val="80000"/>
                        </a:schemeClr>
                      </a:gs>
                      <a:gs pos="57000">
                        <a:schemeClr val="accent2">
                          <a:lumMod val="20000"/>
                          <a:lumOff val="80000"/>
                        </a:schemeClr>
                      </a:gs>
                      <a:gs pos="7000">
                        <a:schemeClr val="accent2">
                          <a:lumMod val="20000"/>
                          <a:lumOff val="80000"/>
                        </a:schemeClr>
                      </a:gs>
                      <a:gs pos="80000">
                        <a:schemeClr val="accent2"/>
                      </a:gs>
                      <a:gs pos="37000">
                        <a:schemeClr val="accent2"/>
                      </a:gs>
                    </a:gsLst>
                    <a:lin ang="0" scaled="1"/>
                    <a:tileRect/>
                  </a:gradFill>
                  <a:effectLst>
                    <a:outerShdw blurRad="50800" dist="38100" dir="5400000" algn="t" rotWithShape="0">
                      <a:schemeClr val="accent1">
                        <a:lumMod val="75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600" b="0" i="0" u="none" strike="noStrike" kern="0" cap="none" spc="0" normalizeH="0" baseline="0" noProof="0" dirty="0">
                  <a:ln>
                    <a:noFill/>
                  </a:ln>
                  <a:gradFill flip="none" rotWithShape="1">
                    <a:gsLst>
                      <a:gs pos="100000">
                        <a:prstClr val="white"/>
                      </a:gs>
                      <a:gs pos="7000">
                        <a:prstClr val="white"/>
                      </a:gs>
                      <a:gs pos="43000">
                        <a:srgbClr val="206252">
                          <a:lumMod val="20000"/>
                          <a:lumOff val="80000"/>
                        </a:srgbClr>
                      </a:gs>
                    </a:gsLst>
                    <a:lin ang="0" scaled="1"/>
                    <a:tileRect/>
                  </a:gradFill>
                  <a:effectLst>
                    <a:outerShdw blurRad="50800" dist="38100" dir="5400000" algn="t" rotWithShape="0">
                      <a:srgbClr val="206252">
                        <a:lumMod val="60000"/>
                        <a:lumOff val="40000"/>
                      </a:srgbClr>
                    </a:outerShdw>
                  </a:effectLst>
                  <a:uLnTx/>
                  <a:uFillTx/>
                  <a:latin typeface="阿里妈妈数黑体" pitchFamily="2" charset="-122"/>
                  <a:ea typeface="阿里妈妈数黑体" pitchFamily="2" charset="-122"/>
                  <a:cs typeface="+mn-cs"/>
                  <a:sym typeface="阿里妈妈数黑体" pitchFamily="2" charset="-122"/>
                </a:rPr>
                <a:t>产品</a:t>
              </a:r>
              <a:r>
                <a:rPr kumimoji="0" lang="zh-CN" altLang="en-US" sz="9600" b="0" i="0" u="none" strike="noStrike" kern="0" cap="none" spc="0" normalizeH="0" baseline="0" noProof="0" dirty="0">
                  <a:ln>
                    <a:noFill/>
                  </a:ln>
                  <a:gradFill flip="none" rotWithShape="1">
                    <a:gsLst>
                      <a:gs pos="100000">
                        <a:prstClr val="white"/>
                      </a:gs>
                      <a:gs pos="7000">
                        <a:prstClr val="white"/>
                      </a:gs>
                      <a:gs pos="43000">
                        <a:srgbClr val="206252">
                          <a:lumMod val="20000"/>
                          <a:lumOff val="80000"/>
                        </a:srgbClr>
                      </a:gs>
                    </a:gsLst>
                    <a:lin ang="0" scaled="1"/>
                    <a:tileRect/>
                  </a:gradFill>
                  <a:effectLst>
                    <a:outerShdw blurRad="50800" dist="38100" dir="5400000" algn="t" rotWithShape="0">
                      <a:srgbClr val="206252">
                        <a:lumMod val="60000"/>
                        <a:lumOff val="40000"/>
                      </a:srgbClr>
                    </a:outerShdw>
                  </a:effectLst>
                  <a:uLnTx/>
                  <a:uFillTx/>
                  <a:latin typeface="阿里妈妈数黑体" pitchFamily="2" charset="-122"/>
                  <a:ea typeface="阿里妈妈数黑体" pitchFamily="2" charset="-122"/>
                  <a:cs typeface="+mn-cs"/>
                  <a:sym typeface="阿里妈妈数黑体" pitchFamily="2" charset="-122"/>
                </a:rPr>
                <a:t>设计</a:t>
              </a:r>
              <a:endParaRPr kumimoji="0" lang="zh-CN" altLang="en-US" sz="9600" b="0" i="0" u="none" strike="noStrike" kern="0" cap="none" spc="0" normalizeH="0" baseline="0" noProof="0" dirty="0">
                <a:ln>
                  <a:noFill/>
                </a:ln>
                <a:gradFill flip="none" rotWithShape="1">
                  <a:gsLst>
                    <a:gs pos="100000">
                      <a:prstClr val="white"/>
                    </a:gs>
                    <a:gs pos="7000">
                      <a:prstClr val="white"/>
                    </a:gs>
                    <a:gs pos="43000">
                      <a:srgbClr val="206252">
                        <a:lumMod val="20000"/>
                        <a:lumOff val="80000"/>
                      </a:srgbClr>
                    </a:gs>
                  </a:gsLst>
                  <a:lin ang="0" scaled="1"/>
                  <a:tileRect/>
                </a:gradFill>
                <a:effectLst>
                  <a:outerShdw blurRad="50800" dist="38100" dir="5400000" algn="t" rotWithShape="0">
                    <a:srgbClr val="206252">
                      <a:lumMod val="60000"/>
                      <a:lumOff val="40000"/>
                    </a:srgbClr>
                  </a:outerShdw>
                </a:effectLst>
                <a:uLnTx/>
                <a:uFillTx/>
                <a:latin typeface="阿里妈妈数黑体" pitchFamily="2" charset="-122"/>
                <a:ea typeface="阿里妈妈数黑体" pitchFamily="2" charset="-122"/>
                <a:cs typeface="+mn-cs"/>
                <a:sym typeface="阿里妈妈数黑体" pitchFamily="2" charset="-122"/>
              </a:endParaRPr>
            </a:p>
          </p:txBody>
        </p:sp>
        <p:sp>
          <p:nvSpPr>
            <p:cNvPr id="117" name="文本框 116"/>
            <p:cNvSpPr txBox="1"/>
            <p:nvPr/>
          </p:nvSpPr>
          <p:spPr>
            <a:xfrm>
              <a:off x="1348908" y="1399948"/>
              <a:ext cx="4564380" cy="1861185"/>
            </a:xfrm>
            <a:prstGeom prst="rect">
              <a:avLst/>
            </a:prstGeom>
            <a:noFill/>
          </p:spPr>
          <p:txBody>
            <a:bodyPr wrap="none" rtlCol="0">
              <a:spAutoFit/>
            </a:bodyPr>
            <a:lstStyle>
              <a:defPPr>
                <a:defRPr lang="zh-CN"/>
              </a:defPPr>
              <a:lvl1pPr algn="ctr">
                <a:defRPr sz="8000">
                  <a:gradFill flip="none" rotWithShape="1">
                    <a:gsLst>
                      <a:gs pos="97279">
                        <a:schemeClr val="accent2">
                          <a:lumMod val="20000"/>
                          <a:lumOff val="80000"/>
                        </a:schemeClr>
                      </a:gs>
                      <a:gs pos="57000">
                        <a:schemeClr val="accent2">
                          <a:lumMod val="20000"/>
                          <a:lumOff val="80000"/>
                        </a:schemeClr>
                      </a:gs>
                      <a:gs pos="7000">
                        <a:schemeClr val="accent2">
                          <a:lumMod val="20000"/>
                          <a:lumOff val="80000"/>
                        </a:schemeClr>
                      </a:gs>
                      <a:gs pos="80000">
                        <a:schemeClr val="accent2"/>
                      </a:gs>
                      <a:gs pos="37000">
                        <a:schemeClr val="accent2"/>
                      </a:gs>
                    </a:gsLst>
                    <a:lin ang="0" scaled="1"/>
                    <a:tileRect/>
                  </a:gradFill>
                  <a:effectLst>
                    <a:outerShdw blurRad="50800" dist="38100" dir="5400000" algn="t" rotWithShape="0">
                      <a:schemeClr val="accent1">
                        <a:lumMod val="75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500" b="0" i="1" u="none" strike="noStrike" kern="0" cap="none" spc="0" normalizeH="0" baseline="0" noProof="0" dirty="0">
                  <a:ln w="22225">
                    <a:gradFill flip="none" rotWithShape="1">
                      <a:gsLst>
                        <a:gs pos="24000">
                          <a:srgbClr val="FAD77E">
                            <a:lumMod val="20000"/>
                            <a:lumOff val="80000"/>
                          </a:srgbClr>
                        </a:gs>
                        <a:gs pos="76000">
                          <a:srgbClr val="FAD77E">
                            <a:lumMod val="20000"/>
                            <a:lumOff val="80000"/>
                            <a:alpha val="0"/>
                          </a:srgbClr>
                        </a:gs>
                      </a:gsLst>
                      <a:lin ang="5400000" scaled="1"/>
                      <a:tileRect/>
                    </a:gradFill>
                  </a:ln>
                  <a:gradFill flip="none" rotWithShape="1">
                    <a:gsLst>
                      <a:gs pos="15000">
                        <a:srgbClr val="FAD77E">
                          <a:lumMod val="20000"/>
                          <a:lumOff val="80000"/>
                          <a:alpha val="22000"/>
                        </a:srgbClr>
                      </a:gs>
                      <a:gs pos="68000">
                        <a:srgbClr val="FAD77E">
                          <a:lumMod val="20000"/>
                          <a:lumOff val="80000"/>
                          <a:alpha val="0"/>
                        </a:srgbClr>
                      </a:gs>
                    </a:gsLst>
                    <a:lin ang="5400000" scaled="1"/>
                    <a:tileRect/>
                  </a:gradFill>
                  <a:effectLst/>
                  <a:uLnTx/>
                  <a:uFillTx/>
                  <a:latin typeface="思源宋体 CN Heavy"/>
                  <a:ea typeface="思源宋体 CN Heavy"/>
                  <a:cs typeface="+mn-cs"/>
                </a:rPr>
                <a:t>PART 4</a:t>
              </a:r>
              <a:endParaRPr kumimoji="0" lang="zh-CN" altLang="en-US" sz="11500" b="0" i="1" u="none" strike="noStrike" kern="0" cap="none" spc="0" normalizeH="0" baseline="0" noProof="0" dirty="0">
                <a:ln w="22225">
                  <a:gradFill flip="none" rotWithShape="1">
                    <a:gsLst>
                      <a:gs pos="24000">
                        <a:srgbClr val="FAD77E">
                          <a:lumMod val="20000"/>
                          <a:lumOff val="80000"/>
                        </a:srgbClr>
                      </a:gs>
                      <a:gs pos="76000">
                        <a:srgbClr val="FAD77E">
                          <a:lumMod val="20000"/>
                          <a:lumOff val="80000"/>
                          <a:alpha val="0"/>
                        </a:srgbClr>
                      </a:gs>
                    </a:gsLst>
                    <a:lin ang="5400000" scaled="1"/>
                    <a:tileRect/>
                  </a:gradFill>
                </a:ln>
                <a:gradFill flip="none" rotWithShape="1">
                  <a:gsLst>
                    <a:gs pos="15000">
                      <a:srgbClr val="FAD77E">
                        <a:lumMod val="20000"/>
                        <a:lumOff val="80000"/>
                        <a:alpha val="22000"/>
                      </a:srgbClr>
                    </a:gs>
                    <a:gs pos="68000">
                      <a:srgbClr val="FAD77E">
                        <a:lumMod val="20000"/>
                        <a:lumOff val="80000"/>
                        <a:alpha val="0"/>
                      </a:srgbClr>
                    </a:gs>
                  </a:gsLst>
                  <a:lin ang="5400000" scaled="1"/>
                  <a:tileRect/>
                </a:gradFill>
                <a:effectLst/>
                <a:uLnTx/>
                <a:uFillTx/>
                <a:latin typeface="思源宋体 CN Heavy"/>
                <a:ea typeface="思源宋体 CN Heavy"/>
                <a:cs typeface="+mn-cs"/>
              </a:endParaRPr>
            </a:p>
          </p:txBody>
        </p:sp>
        <p:cxnSp>
          <p:nvCxnSpPr>
            <p:cNvPr id="136" name="直接连接符 135"/>
            <p:cNvCxnSpPr/>
            <p:nvPr/>
          </p:nvCxnSpPr>
          <p:spPr>
            <a:xfrm flipV="1">
              <a:off x="580355" y="1399948"/>
              <a:ext cx="7023551" cy="0"/>
            </a:xfrm>
            <a:prstGeom prst="line">
              <a:avLst/>
            </a:prstGeom>
            <a:noFill/>
            <a:ln w="9525" cap="flat" cmpd="sng" algn="ctr">
              <a:gradFill>
                <a:gsLst>
                  <a:gs pos="0">
                    <a:schemeClr val="bg1"/>
                  </a:gs>
                  <a:gs pos="82000">
                    <a:schemeClr val="bg1">
                      <a:alpha val="0"/>
                    </a:schemeClr>
                  </a:gs>
                </a:gsLst>
                <a:lin ang="0" scaled="0"/>
              </a:gradFill>
              <a:prstDash val="solid"/>
              <a:miter lim="800000"/>
            </a:ln>
            <a:effectLst/>
          </p:spPr>
        </p:cxnSp>
        <p:grpSp>
          <p:nvGrpSpPr>
            <p:cNvPr id="137" name="组合 136"/>
            <p:cNvGrpSpPr/>
            <p:nvPr/>
          </p:nvGrpSpPr>
          <p:grpSpPr>
            <a:xfrm>
              <a:off x="4092130" y="4111884"/>
              <a:ext cx="2501787" cy="228031"/>
              <a:chOff x="4178932" y="1978005"/>
              <a:chExt cx="616525" cy="142461"/>
            </a:xfrm>
          </p:grpSpPr>
          <p:sp>
            <p:nvSpPr>
              <p:cNvPr id="138" name="平行四边形 137"/>
              <p:cNvSpPr/>
              <p:nvPr/>
            </p:nvSpPr>
            <p:spPr>
              <a:xfrm flipH="1" flipV="1">
                <a:off x="4281389" y="1978005"/>
                <a:ext cx="514068" cy="111045"/>
              </a:xfrm>
              <a:prstGeom prst="parallelogram">
                <a:avLst/>
              </a:prstGeom>
              <a:gradFill>
                <a:gsLst>
                  <a:gs pos="0">
                    <a:schemeClr val="accent1">
                      <a:lumMod val="40000"/>
                      <a:lumOff val="60000"/>
                    </a:schemeClr>
                  </a:gs>
                  <a:gs pos="59000">
                    <a:schemeClr val="bg1">
                      <a:alpha val="0"/>
                    </a:schemeClr>
                  </a:gs>
                </a:gsLst>
                <a:lin ang="0" scaled="1"/>
              </a:gradFill>
              <a:ln w="12700" cap="flat" cmpd="sng" algn="ctr">
                <a:noFill/>
                <a:prstDash val="solid"/>
                <a:miter lim="800000"/>
              </a:ln>
              <a:effectLst/>
            </p:spPr>
            <p:txBody>
              <a:bodyPr lIns="80467" tIns="40234" rIns="80467" bIns="40234"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585"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9" name="平行四边形 138"/>
              <p:cNvSpPr/>
              <p:nvPr/>
            </p:nvSpPr>
            <p:spPr>
              <a:xfrm flipH="1" flipV="1">
                <a:off x="4178932" y="2048105"/>
                <a:ext cx="501708" cy="72361"/>
              </a:xfrm>
              <a:prstGeom prst="parallelogram">
                <a:avLst/>
              </a:prstGeom>
              <a:gradFill>
                <a:gsLst>
                  <a:gs pos="0">
                    <a:schemeClr val="accent1">
                      <a:lumMod val="40000"/>
                      <a:lumOff val="60000"/>
                    </a:schemeClr>
                  </a:gs>
                  <a:gs pos="59000">
                    <a:schemeClr val="bg1">
                      <a:alpha val="0"/>
                    </a:schemeClr>
                  </a:gs>
                </a:gsLst>
                <a:lin ang="0" scaled="1"/>
              </a:gradFill>
              <a:ln w="12700" cap="flat" cmpd="sng" algn="ctr">
                <a:noFill/>
                <a:prstDash val="solid"/>
                <a:miter lim="800000"/>
              </a:ln>
              <a:effectLst/>
            </p:spPr>
            <p:txBody>
              <a:bodyPr lIns="80467" tIns="40234" rIns="80467" bIns="40234"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585"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cxnSp>
          <p:nvCxnSpPr>
            <p:cNvPr id="140" name="直接连接符 139"/>
            <p:cNvCxnSpPr/>
            <p:nvPr/>
          </p:nvCxnSpPr>
          <p:spPr>
            <a:xfrm flipH="1" flipV="1">
              <a:off x="-1198766" y="4424486"/>
              <a:ext cx="7023551" cy="0"/>
            </a:xfrm>
            <a:prstGeom prst="line">
              <a:avLst/>
            </a:prstGeom>
            <a:noFill/>
            <a:ln w="9525" cap="flat" cmpd="sng" algn="ctr">
              <a:gradFill>
                <a:gsLst>
                  <a:gs pos="0">
                    <a:schemeClr val="accent1">
                      <a:lumMod val="20000"/>
                      <a:lumOff val="80000"/>
                    </a:schemeClr>
                  </a:gs>
                  <a:gs pos="82000">
                    <a:schemeClr val="accent1">
                      <a:lumMod val="20000"/>
                      <a:lumOff val="80000"/>
                      <a:alpha val="0"/>
                    </a:schemeClr>
                  </a:gs>
                </a:gsLst>
                <a:lin ang="0" scaled="0"/>
              </a:gradFill>
              <a:prstDash val="solid"/>
              <a:miter lim="800000"/>
            </a:ln>
            <a:effectLst/>
          </p:spPr>
        </p:cxnSp>
      </p:grpSp>
      <p:pic>
        <p:nvPicPr>
          <p:cNvPr id="2" name="Picture 1046"/>
          <p:cNvPicPr>
            <a:picLocks noChangeAspect="1"/>
          </p:cNvPicPr>
          <p:nvPr/>
        </p:nvPicPr>
        <p:blipFill>
          <a:blip r:embed="rId5"/>
          <a:stretch>
            <a:fillRect/>
          </a:stretch>
        </p:blipFill>
        <p:spPr>
          <a:xfrm>
            <a:off x="10243" y="4021183"/>
            <a:ext cx="12185106" cy="2869592"/>
          </a:xfrm>
          <a:prstGeom prst="rect">
            <a:avLst/>
          </a:prstGeom>
        </p:spPr>
      </p:pic>
    </p:spTree>
    <p:custDataLst>
      <p:tags r:id="rId6"/>
    </p:custDataLst>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2" name="PA-直接连接符 23"/>
          <p:cNvCxnSpPr/>
          <p:nvPr>
            <p:custDataLst>
              <p:tags r:id="rId1"/>
            </p:custDataLst>
          </p:nvPr>
        </p:nvCxnSpPr>
        <p:spPr>
          <a:xfrm flipH="1">
            <a:off x="9497825" y="278039"/>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94" name="PA-直接连接符 23"/>
          <p:cNvCxnSpPr/>
          <p:nvPr>
            <p:custDataLst>
              <p:tags r:id="rId2"/>
            </p:custDataLst>
          </p:nvPr>
        </p:nvCxnSpPr>
        <p:spPr>
          <a:xfrm flipH="1">
            <a:off x="10762745" y="278039"/>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grpSp>
        <p:nvGrpSpPr>
          <p:cNvPr id="2" name="组合 1"/>
          <p:cNvGrpSpPr/>
          <p:nvPr/>
        </p:nvGrpSpPr>
        <p:grpSpPr>
          <a:xfrm>
            <a:off x="-801446" y="0"/>
            <a:ext cx="13073260" cy="902312"/>
            <a:chOff x="-801446" y="0"/>
            <a:chExt cx="13073260" cy="902312"/>
          </a:xfrm>
        </p:grpSpPr>
        <p:sp>
          <p:nvSpPr>
            <p:cNvPr id="3" name="PA-任意多边形 900"/>
            <p:cNvSpPr/>
            <p:nvPr>
              <p:custDataLst>
                <p:tags r:id="rId3"/>
              </p:custDataLst>
            </p:nvPr>
          </p:nvSpPr>
          <p:spPr>
            <a:xfrm flipV="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91000">
                  <a:schemeClr val="accent2">
                    <a:lumMod val="75000"/>
                  </a:schemeClr>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5" name="PA-任意多边形 46"/>
            <p:cNvSpPr/>
            <p:nvPr>
              <p:custDataLst>
                <p:tags r:id="rId4"/>
              </p:custDataLst>
            </p:nvPr>
          </p:nvSpPr>
          <p:spPr>
            <a:xfrm>
              <a:off x="17585" y="140988"/>
              <a:ext cx="10477775" cy="713837"/>
            </a:xfrm>
            <a:custGeom>
              <a:avLst/>
              <a:gdLst>
                <a:gd name="connsiteX0" fmla="*/ 0 w 10477775"/>
                <a:gd name="connsiteY0" fmla="*/ 0 h 713837"/>
                <a:gd name="connsiteX1" fmla="*/ 9872819 w 10477775"/>
                <a:gd name="connsiteY1" fmla="*/ 0 h 713837"/>
                <a:gd name="connsiteX2" fmla="*/ 10477775 w 10477775"/>
                <a:gd name="connsiteY2" fmla="*/ 713837 h 713837"/>
                <a:gd name="connsiteX3" fmla="*/ 0 w 10477775"/>
                <a:gd name="connsiteY3" fmla="*/ 713837 h 713837"/>
                <a:gd name="connsiteX4" fmla="*/ 0 w 10477775"/>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775" h="713837">
                  <a:moveTo>
                    <a:pt x="0" y="0"/>
                  </a:moveTo>
                  <a:lnTo>
                    <a:pt x="9872819" y="0"/>
                  </a:lnTo>
                  <a:lnTo>
                    <a:pt x="10477775" y="713837"/>
                  </a:lnTo>
                  <a:lnTo>
                    <a:pt x="0" y="713837"/>
                  </a:lnTo>
                  <a:lnTo>
                    <a:pt x="0" y="0"/>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8" name="PA-任意多边形 50"/>
            <p:cNvSpPr/>
            <p:nvPr>
              <p:custDataLst>
                <p:tags r:id="rId5"/>
              </p:custDataLst>
            </p:nvPr>
          </p:nvSpPr>
          <p:spPr>
            <a:xfrm>
              <a:off x="79814" y="136543"/>
              <a:ext cx="12192000" cy="713837"/>
            </a:xfrm>
            <a:custGeom>
              <a:avLst/>
              <a:gdLst>
                <a:gd name="connsiteX0" fmla="*/ 0 w 12192000"/>
                <a:gd name="connsiteY0" fmla="*/ 0 h 713837"/>
                <a:gd name="connsiteX1" fmla="*/ 12192000 w 12192000"/>
                <a:gd name="connsiteY1" fmla="*/ 0 h 713837"/>
                <a:gd name="connsiteX2" fmla="*/ 12192000 w 12192000"/>
                <a:gd name="connsiteY2" fmla="*/ 713837 h 713837"/>
                <a:gd name="connsiteX3" fmla="*/ 0 w 12192000"/>
                <a:gd name="connsiteY3" fmla="*/ 713837 h 713837"/>
              </a:gdLst>
              <a:ahLst/>
              <a:cxnLst>
                <a:cxn ang="0">
                  <a:pos x="connsiteX0" y="connsiteY0"/>
                </a:cxn>
                <a:cxn ang="0">
                  <a:pos x="connsiteX1" y="connsiteY1"/>
                </a:cxn>
                <a:cxn ang="0">
                  <a:pos x="connsiteX2" y="connsiteY2"/>
                </a:cxn>
                <a:cxn ang="0">
                  <a:pos x="connsiteX3" y="connsiteY3"/>
                </a:cxn>
              </a:cxnLst>
              <a:rect l="l" t="t" r="r" b="b"/>
              <a:pathLst>
                <a:path w="12192000" h="713837">
                  <a:moveTo>
                    <a:pt x="0" y="0"/>
                  </a:moveTo>
                  <a:lnTo>
                    <a:pt x="12192000" y="0"/>
                  </a:lnTo>
                  <a:lnTo>
                    <a:pt x="12192000" y="713837"/>
                  </a:lnTo>
                  <a:lnTo>
                    <a:pt x="0" y="713837"/>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mn-cs"/>
              </a:endParaRPr>
            </a:p>
          </p:txBody>
        </p:sp>
        <p:sp>
          <p:nvSpPr>
            <p:cNvPr id="13" name="PA-任意多边形 6"/>
            <p:cNvSpPr/>
            <p:nvPr>
              <p:custDataLst>
                <p:tags r:id="rId6"/>
              </p:custDataLst>
            </p:nvPr>
          </p:nvSpPr>
          <p:spPr>
            <a:xfrm>
              <a:off x="-52754" y="850261"/>
              <a:ext cx="12262339" cy="52051"/>
            </a:xfrm>
            <a:custGeom>
              <a:avLst/>
              <a:gdLst>
                <a:gd name="connsiteX0" fmla="*/ 0 w 4366736"/>
                <a:gd name="connsiteY0" fmla="*/ 0 h 64293"/>
                <a:gd name="connsiteX1" fmla="*/ 4366737 w 4366736"/>
                <a:gd name="connsiteY1" fmla="*/ 0 h 64293"/>
                <a:gd name="connsiteX2" fmla="*/ 4366737 w 4366736"/>
                <a:gd name="connsiteY2" fmla="*/ 64294 h 64293"/>
                <a:gd name="connsiteX3" fmla="*/ 0 w 4366736"/>
                <a:gd name="connsiteY3" fmla="*/ 64294 h 64293"/>
              </a:gdLst>
              <a:ahLst/>
              <a:cxnLst>
                <a:cxn ang="0">
                  <a:pos x="connsiteX0" y="connsiteY0"/>
                </a:cxn>
                <a:cxn ang="0">
                  <a:pos x="connsiteX1" y="connsiteY1"/>
                </a:cxn>
                <a:cxn ang="0">
                  <a:pos x="connsiteX2" y="connsiteY2"/>
                </a:cxn>
                <a:cxn ang="0">
                  <a:pos x="connsiteX3" y="connsiteY3"/>
                </a:cxn>
              </a:cxnLst>
              <a:rect l="l" t="t" r="r" b="b"/>
              <a:pathLst>
                <a:path w="4366736" h="64293">
                  <a:moveTo>
                    <a:pt x="0" y="0"/>
                  </a:moveTo>
                  <a:lnTo>
                    <a:pt x="4366737" y="0"/>
                  </a:lnTo>
                  <a:lnTo>
                    <a:pt x="4366737" y="64294"/>
                  </a:lnTo>
                  <a:lnTo>
                    <a:pt x="0" y="64294"/>
                  </a:lnTo>
                  <a:close/>
                </a:path>
              </a:pathLst>
            </a:custGeom>
            <a:gradFill flip="none" rotWithShape="1">
              <a:gsLst>
                <a:gs pos="100000">
                  <a:schemeClr val="accent1"/>
                </a:gs>
                <a:gs pos="12000">
                  <a:schemeClr val="accent1">
                    <a:lumMod val="20000"/>
                    <a:lumOff val="80000"/>
                  </a:schemeClr>
                </a:gs>
              </a:gsLst>
              <a:lin ang="0" scaled="0"/>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4" name="PA-任意多边形 899"/>
            <p:cNvSpPr/>
            <p:nvPr>
              <p:custDataLst>
                <p:tags r:id="rId7"/>
              </p:custDataLst>
            </p:nvPr>
          </p:nvSpPr>
          <p:spPr>
            <a:xfrm flipH="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55000">
                  <a:schemeClr val="accent1"/>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cxnSp>
          <p:nvCxnSpPr>
            <p:cNvPr id="15" name="PA-直接连接符 18"/>
            <p:cNvCxnSpPr/>
            <p:nvPr>
              <p:custDataLst>
                <p:tags r:id="rId8"/>
              </p:custDataLst>
            </p:nvPr>
          </p:nvCxnSpPr>
          <p:spPr>
            <a:xfrm flipH="1">
              <a:off x="5253886"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16" name="PA-图形 7"/>
            <p:cNvSpPr/>
            <p:nvPr>
              <p:custDataLst>
                <p:tags r:id="rId9"/>
              </p:custDataLst>
            </p:nvPr>
          </p:nvSpPr>
          <p:spPr>
            <a:xfrm>
              <a:off x="273980" y="148474"/>
              <a:ext cx="555983" cy="416889"/>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0">
                  <a:schemeClr val="bg1"/>
                </a:gs>
                <a:gs pos="87000">
                  <a:schemeClr val="accent1">
                    <a:lumMod val="20000"/>
                    <a:lumOff val="80000"/>
                  </a:schemeClr>
                </a:gs>
              </a:gsLst>
              <a:lin ang="2700000" scaled="0"/>
            </a:gradFill>
            <a:ln w="36909" cap="flat">
              <a:noFill/>
              <a:prstDash val="solid"/>
              <a:miter/>
            </a:ln>
            <a:effectLst>
              <a:outerShdw blurRad="50800" dist="38100" dir="5400000" algn="t" rotWithShape="0">
                <a:schemeClr val="accent1">
                  <a:alpha val="30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17" name="PA-文本框 24"/>
          <p:cNvSpPr txBox="1"/>
          <p:nvPr>
            <p:custDataLst>
              <p:tags r:id="rId10"/>
            </p:custDataLst>
          </p:nvPr>
        </p:nvSpPr>
        <p:spPr>
          <a:xfrm>
            <a:off x="1600150" y="236296"/>
            <a:ext cx="1605280" cy="521970"/>
          </a:xfrm>
          <a:prstGeom prst="rect">
            <a:avLst/>
          </a:prstGeom>
          <a:noFill/>
        </p:spPr>
        <p:txBody>
          <a:bodyPr wrap="none">
            <a:spAutoFit/>
          </a:bodyPr>
          <a:lstStyle>
            <a:defPPr>
              <a:defRPr lang="zh-CN"/>
            </a:defPPr>
            <a:lvl1pPr>
              <a:defRPr sz="2400" b="1">
                <a:gradFill>
                  <a:gsLst>
                    <a:gs pos="100000">
                      <a:schemeClr val="accent1">
                        <a:lumMod val="50000"/>
                      </a:schemeClr>
                    </a:gs>
                    <a:gs pos="17000">
                      <a:schemeClr val="accent1">
                        <a:lumMod val="50000"/>
                      </a:schemeClr>
                    </a:gs>
                  </a:gsLst>
                  <a:path path="circle">
                    <a:fillToRect r="100000" b="100000"/>
                  </a:path>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gradFill>
                  <a:gsLst>
                    <a:gs pos="100000">
                      <a:srgbClr val="206252">
                        <a:lumMod val="50000"/>
                      </a:srgbClr>
                    </a:gs>
                    <a:gs pos="17000">
                      <a:srgbClr val="206252">
                        <a:lumMod val="75000"/>
                      </a:srgbClr>
                    </a:gs>
                  </a:gsLst>
                  <a:path path="circle">
                    <a:fillToRect r="100000" b="100000"/>
                  </a:path>
                </a:gradFill>
                <a:effectLst/>
                <a:uLnTx/>
                <a:uFillTx/>
                <a:latin typeface="微软雅黑" panose="020B0503020204020204" charset="-122"/>
                <a:ea typeface="微软雅黑" panose="020B0503020204020204" charset="-122"/>
                <a:cs typeface="+mn-cs"/>
                <a:sym typeface="阿里妈妈数黑体" pitchFamily="2" charset="-122"/>
              </a:rPr>
              <a:t>产品设计</a:t>
            </a:r>
            <a:endParaRPr kumimoji="0" lang="zh-CN" altLang="en-US" sz="2800" b="1" i="0" u="none" strike="noStrike" kern="1200" cap="none" spc="0" normalizeH="0" baseline="0" noProof="0" dirty="0">
              <a:ln>
                <a:noFill/>
              </a:ln>
              <a:gradFill>
                <a:gsLst>
                  <a:gs pos="100000">
                    <a:srgbClr val="206252">
                      <a:lumMod val="50000"/>
                    </a:srgbClr>
                  </a:gs>
                  <a:gs pos="17000">
                    <a:srgbClr val="206252">
                      <a:lumMod val="75000"/>
                    </a:srgbClr>
                  </a:gs>
                </a:gsLst>
                <a:path path="circle">
                  <a:fillToRect r="100000" b="100000"/>
                </a:path>
              </a:gradFill>
              <a:effectLst/>
              <a:uLnTx/>
              <a:uFillTx/>
              <a:latin typeface="微软雅黑" panose="020B0503020204020204" charset="-122"/>
              <a:ea typeface="微软雅黑" panose="020B0503020204020204" charset="-122"/>
              <a:cs typeface="+mn-cs"/>
              <a:sym typeface="阿里妈妈数黑体" pitchFamily="2" charset="-122"/>
            </a:endParaRPr>
          </a:p>
        </p:txBody>
      </p:sp>
      <p:sp>
        <p:nvSpPr>
          <p:cNvPr id="18" name="矩形 17"/>
          <p:cNvSpPr/>
          <p:nvPr/>
        </p:nvSpPr>
        <p:spPr>
          <a:xfrm>
            <a:off x="3629660" y="298450"/>
            <a:ext cx="2100580" cy="522605"/>
          </a:xfrm>
          <a:prstGeom prst="rect">
            <a:avLst/>
          </a:prstGeom>
          <a:noFill/>
          <a:ln>
            <a:noFill/>
          </a:ln>
        </p:spPr>
        <p:txBody>
          <a:bodyPr wrap="square" rtlCol="0" anchor="t">
            <a:noAutofit/>
          </a:bodyPr>
          <a:lstStyle/>
          <a:p>
            <a:pPr algn="ctr"/>
            <a:r>
              <a:rPr lang="zh-CN" altLang="en-US" dirty="0">
                <a:solidFill>
                  <a:schemeClr val="tx1"/>
                </a:solidFill>
                <a:effectLst/>
                <a:latin typeface="微软雅黑" panose="020B0503020204020204" charset="-122"/>
                <a:ea typeface="微软雅黑" panose="020B0503020204020204" charset="-122"/>
              </a:rPr>
              <a:t>研究背景</a:t>
            </a:r>
            <a:endParaRPr lang="zh-CN" altLang="en-US" dirty="0">
              <a:solidFill>
                <a:schemeClr val="tx1"/>
              </a:solidFill>
              <a:effectLst/>
              <a:latin typeface="微软雅黑" panose="020B0503020204020204" charset="-122"/>
              <a:ea typeface="微软雅黑" panose="020B0503020204020204" charset="-122"/>
            </a:endParaRPr>
          </a:p>
        </p:txBody>
      </p:sp>
      <p:sp>
        <p:nvSpPr>
          <p:cNvPr id="19" name="PA-文本框 26"/>
          <p:cNvSpPr txBox="1"/>
          <p:nvPr>
            <p:custDataLst>
              <p:tags r:id="rId11"/>
            </p:custDataLst>
          </p:nvPr>
        </p:nvSpPr>
        <p:spPr>
          <a:xfrm>
            <a:off x="5410470" y="313956"/>
            <a:ext cx="10972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阿里妈妈数黑体" pitchFamily="2" charset="-122"/>
              </a:rPr>
              <a:t>前期调研</a:t>
            </a:r>
            <a:endParaRPr kumimoji="0" lang="zh-CN" altLang="en-US" sz="1800" b="1"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阿里妈妈数黑体" pitchFamily="2" charset="-122"/>
            </a:endParaRPr>
          </a:p>
        </p:txBody>
      </p:sp>
      <p:sp>
        <p:nvSpPr>
          <p:cNvPr id="49" name="文本框 48"/>
          <p:cNvSpPr txBox="1"/>
          <p:nvPr/>
        </p:nvSpPr>
        <p:spPr>
          <a:xfrm>
            <a:off x="8453755" y="308610"/>
            <a:ext cx="110934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数据分析</a:t>
            </a:r>
            <a:endParaRPr lang="zh-CN" altLang="en-US">
              <a:latin typeface="微软雅黑" panose="020B0503020204020204" charset="-122"/>
              <a:ea typeface="微软雅黑" panose="020B0503020204020204" charset="-122"/>
            </a:endParaRPr>
          </a:p>
        </p:txBody>
      </p:sp>
      <p:sp>
        <p:nvSpPr>
          <p:cNvPr id="20" name="PA-文本框 26"/>
          <p:cNvSpPr txBox="1"/>
          <p:nvPr>
            <p:custDataLst>
              <p:tags r:id="rId12"/>
            </p:custDataLst>
          </p:nvPr>
        </p:nvSpPr>
        <p:spPr>
          <a:xfrm>
            <a:off x="6507233" y="328996"/>
            <a:ext cx="17830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noProof="0" dirty="0">
                <a:ln>
                  <a:noFill/>
                </a:ln>
                <a:solidFill>
                  <a:srgbClr val="206252">
                    <a:lumMod val="50000"/>
                  </a:srgbClr>
                </a:solidFill>
                <a:effectLst/>
                <a:uLnTx/>
                <a:uFillTx/>
                <a:latin typeface="微软雅黑" panose="020B0503020204020204" charset="-122"/>
                <a:ea typeface="微软雅黑" panose="020B0503020204020204" charset="-122"/>
                <a:sym typeface="OPPOSans M" panose="00020600040101010101" pitchFamily="18" charset="-122"/>
              </a:rPr>
              <a:t>调查设计与实施</a:t>
            </a:r>
            <a:endParaRPr kumimoji="0" lang="zh-CN" altLang="en-US" sz="180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sp>
        <p:nvSpPr>
          <p:cNvPr id="23" name="文本框 22"/>
          <p:cNvSpPr txBox="1"/>
          <p:nvPr/>
        </p:nvSpPr>
        <p:spPr>
          <a:xfrm>
            <a:off x="9709150" y="298450"/>
            <a:ext cx="1243965" cy="368300"/>
          </a:xfrm>
          <a:prstGeom prst="rect">
            <a:avLst/>
          </a:prstGeom>
          <a:noFill/>
        </p:spPr>
        <p:txBody>
          <a:bodyPr wrap="square" rtlCol="0">
            <a:spAutoFit/>
          </a:bodyPr>
          <a:lstStyle/>
          <a:p>
            <a:r>
              <a:rPr lang="zh-CN" altLang="en-US" b="1" noProof="0" dirty="0">
                <a:ln>
                  <a:noFill/>
                </a:ln>
                <a:solidFill>
                  <a:srgbClr val="33692B"/>
                </a:solidFill>
                <a:effectLst/>
                <a:uLnTx/>
                <a:uFillTx/>
                <a:latin typeface="微软雅黑" panose="020B0503020204020204" charset="-122"/>
                <a:ea typeface="微软雅黑" panose="020B0503020204020204" charset="-122"/>
              </a:rPr>
              <a:t>产品设计</a:t>
            </a:r>
            <a:endParaRPr lang="zh-CN" altLang="en-US" b="1" noProof="0" dirty="0">
              <a:ln>
                <a:noFill/>
              </a:ln>
              <a:solidFill>
                <a:srgbClr val="33692B"/>
              </a:solidFill>
              <a:effectLst/>
              <a:uLnTx/>
              <a:uFillTx/>
              <a:latin typeface="微软雅黑" panose="020B0503020204020204" charset="-122"/>
              <a:ea typeface="微软雅黑" panose="020B0503020204020204" charset="-122"/>
            </a:endParaRPr>
          </a:p>
        </p:txBody>
      </p:sp>
      <p:sp>
        <p:nvSpPr>
          <p:cNvPr id="24" name="文本框 23"/>
          <p:cNvSpPr txBox="1"/>
          <p:nvPr/>
        </p:nvSpPr>
        <p:spPr>
          <a:xfrm>
            <a:off x="10953115" y="313690"/>
            <a:ext cx="136969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结论与建议</a:t>
            </a:r>
            <a:endParaRPr lang="zh-CN" altLang="en-US">
              <a:latin typeface="微软雅黑" panose="020B0503020204020204" charset="-122"/>
              <a:ea typeface="微软雅黑" panose="020B0503020204020204" charset="-122"/>
            </a:endParaRPr>
          </a:p>
        </p:txBody>
      </p:sp>
      <p:cxnSp>
        <p:nvCxnSpPr>
          <p:cNvPr id="25" name="PA-直接连接符 22"/>
          <p:cNvCxnSpPr/>
          <p:nvPr>
            <p:custDataLst>
              <p:tags r:id="rId13"/>
            </p:custDataLst>
          </p:nvPr>
        </p:nvCxnSpPr>
        <p:spPr>
          <a:xfrm flipH="1">
            <a:off x="6412243"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26" name="PA-直接连接符 23"/>
          <p:cNvCxnSpPr/>
          <p:nvPr>
            <p:custDataLst>
              <p:tags r:id="rId14"/>
            </p:custDataLst>
          </p:nvPr>
        </p:nvCxnSpPr>
        <p:spPr>
          <a:xfrm flipH="1">
            <a:off x="8264655" y="37265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29" name="PA-直接连接符 23"/>
          <p:cNvCxnSpPr/>
          <p:nvPr>
            <p:custDataLst>
              <p:tags r:id="rId15"/>
            </p:custDataLst>
          </p:nvPr>
        </p:nvCxnSpPr>
        <p:spPr>
          <a:xfrm flipH="1">
            <a:off x="9460995" y="3802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50" name="PA-直接连接符 23"/>
          <p:cNvCxnSpPr/>
          <p:nvPr>
            <p:custDataLst>
              <p:tags r:id="rId16"/>
            </p:custDataLst>
          </p:nvPr>
        </p:nvCxnSpPr>
        <p:spPr>
          <a:xfrm flipH="1">
            <a:off x="10733535" y="3802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61" name="矩形: 圆角 24"/>
          <p:cNvSpPr/>
          <p:nvPr/>
        </p:nvSpPr>
        <p:spPr>
          <a:xfrm>
            <a:off x="273685" y="946150"/>
            <a:ext cx="5886450" cy="452755"/>
          </a:xfrm>
          <a:prstGeom prst="roundRect">
            <a:avLst>
              <a:gd name="adj" fmla="val 29695"/>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sz="28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sz="24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4</a:t>
            </a:r>
            <a:r>
              <a:rPr lang="en-US" sz="240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.1  </a:t>
            </a:r>
            <a:r>
              <a:rPr lang="zh-CN" sz="2400" dirty="0">
                <a:solidFill>
                  <a:schemeClr val="tx1"/>
                </a:solidFill>
                <a:latin typeface="微软雅黑" panose="020B0503020204020204" charset="-122"/>
                <a:ea typeface="微软雅黑" panose="020B0503020204020204" charset="-122"/>
                <a:cs typeface="微软雅黑" panose="020B0503020204020204" charset="-122"/>
                <a:sym typeface="+mn-ea"/>
              </a:rPr>
              <a:t>退役军人医疗保险设计与定价</a:t>
            </a:r>
            <a:endParaRPr lang="zh-CN" sz="2400"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pic>
        <p:nvPicPr>
          <p:cNvPr id="63" name="图片 62" descr="箭头"/>
          <p:cNvPicPr>
            <a:picLocks noChangeAspect="1"/>
          </p:cNvPicPr>
          <p:nvPr>
            <p:custDataLst>
              <p:tags r:id="rId17"/>
            </p:custDataLst>
          </p:nvPr>
        </p:nvPicPr>
        <p:blipFill>
          <a:blip r:embed="rId18">
            <a:extLst>
              <a:ext uri="{96DAC541-7B7A-43D3-8B79-37D633B846F1}">
                <asvg:svgBlip xmlns:asvg="http://schemas.microsoft.com/office/drawing/2016/SVG/main" r:embed="rId19"/>
              </a:ext>
            </a:extLst>
          </a:blip>
          <a:stretch>
            <a:fillRect/>
          </a:stretch>
        </p:blipFill>
        <p:spPr>
          <a:xfrm flipH="1">
            <a:off x="367030" y="970915"/>
            <a:ext cx="369570" cy="369570"/>
          </a:xfrm>
          <a:prstGeom prst="rect">
            <a:avLst/>
          </a:prstGeom>
        </p:spPr>
      </p:pic>
      <p:sp>
        <p:nvSpPr>
          <p:cNvPr id="31" name="文本框 30"/>
          <p:cNvSpPr txBox="1"/>
          <p:nvPr/>
        </p:nvSpPr>
        <p:spPr>
          <a:xfrm>
            <a:off x="183515" y="1553210"/>
            <a:ext cx="3194685" cy="654915"/>
          </a:xfrm>
          <a:prstGeom prst="roundRect">
            <a:avLst>
              <a:gd name="adj" fmla="val 50000"/>
            </a:avLst>
          </a:prstGeom>
          <a:gradFill>
            <a:gsLst>
              <a:gs pos="50000">
                <a:schemeClr val="accent2"/>
              </a:gs>
              <a:gs pos="0">
                <a:schemeClr val="accent2">
                  <a:lumMod val="25000"/>
                  <a:lumOff val="75000"/>
                </a:schemeClr>
              </a:gs>
              <a:gs pos="100000">
                <a:schemeClr val="accent2">
                  <a:lumMod val="85000"/>
                </a:schemeClr>
              </a:gs>
            </a:gsLst>
            <a:lin ang="5400000" scaled="1"/>
          </a:gradFill>
        </p:spPr>
        <p:txBody>
          <a:bodyPr wrap="square" rtlCol="0">
            <a:spAutoFit/>
          </a:bodyPr>
          <a:p>
            <a:pPr algn="ctr"/>
            <a:r>
              <a:rPr lang="zh-CN" altLang="en-US" sz="2400">
                <a:solidFill>
                  <a:schemeClr val="bg1"/>
                </a:solidFill>
                <a:latin typeface="微软雅黑" panose="020B0503020204020204" charset="-122"/>
                <a:ea typeface="微软雅黑" panose="020B0503020204020204" charset="-122"/>
                <a:cs typeface="微软雅黑" panose="020B0503020204020204" charset="-122"/>
              </a:rPr>
              <a:t>健康保险</a:t>
            </a:r>
            <a:r>
              <a:rPr lang="en-US" altLang="zh-CN" sz="2400">
                <a:solidFill>
                  <a:schemeClr val="bg1"/>
                </a:solidFill>
                <a:latin typeface="微软雅黑" panose="020B0503020204020204" charset="-122"/>
                <a:ea typeface="微软雅黑" panose="020B0503020204020204" charset="-122"/>
                <a:cs typeface="微软雅黑" panose="020B0503020204020204" charset="-122"/>
              </a:rPr>
              <a:t>-</a:t>
            </a:r>
            <a:r>
              <a:rPr lang="zh-CN" altLang="en-US" sz="2400">
                <a:solidFill>
                  <a:schemeClr val="bg1"/>
                </a:solidFill>
                <a:latin typeface="微软雅黑" panose="020B0503020204020204" charset="-122"/>
                <a:ea typeface="微软雅黑" panose="020B0503020204020204" charset="-122"/>
                <a:cs typeface="微软雅黑" panose="020B0503020204020204" charset="-122"/>
              </a:rPr>
              <a:t>医疗保险</a:t>
            </a:r>
            <a:endParaRPr lang="zh-CN" altLang="en-US" sz="24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32" name="文本框 31"/>
          <p:cNvSpPr txBox="1"/>
          <p:nvPr/>
        </p:nvSpPr>
        <p:spPr>
          <a:xfrm>
            <a:off x="3468825" y="1779836"/>
            <a:ext cx="2691409" cy="369332"/>
          </a:xfrm>
          <a:prstGeom prst="rect">
            <a:avLst/>
          </a:prstGeom>
          <a:noFill/>
        </p:spPr>
        <p:txBody>
          <a:bodyPr wrap="square" rtlCol="0">
            <a:spAutoFit/>
          </a:bodyPr>
          <a:lstStyle/>
          <a:p>
            <a:r>
              <a:rPr lang="zh-CN" altLang="en-US" dirty="0">
                <a:latin typeface="微软雅黑" panose="020B0503020204020204" charset="-122"/>
                <a:ea typeface="微软雅黑" panose="020B0503020204020204" charset="-122"/>
                <a:cs typeface="微软雅黑" panose="020B0503020204020204" charset="-122"/>
                <a:sym typeface="+mn-lt"/>
              </a:rPr>
              <a:t>普通型健康保险</a:t>
            </a:r>
            <a:r>
              <a:rPr lang="en-US" altLang="zh-CN" dirty="0">
                <a:latin typeface="微软雅黑" panose="020B0503020204020204" charset="-122"/>
                <a:ea typeface="微软雅黑" panose="020B0503020204020204" charset="-122"/>
                <a:cs typeface="微软雅黑" panose="020B0503020204020204" charset="-122"/>
                <a:sym typeface="+mn-lt"/>
              </a:rPr>
              <a:t>(</a:t>
            </a:r>
            <a:r>
              <a:rPr lang="zh-CN" altLang="en-US" dirty="0">
                <a:latin typeface="微软雅黑" panose="020B0503020204020204" charset="-122"/>
                <a:ea typeface="微软雅黑" panose="020B0503020204020204" charset="-122"/>
                <a:cs typeface="微软雅黑" panose="020B0503020204020204" charset="-122"/>
                <a:sym typeface="+mn-lt"/>
              </a:rPr>
              <a:t>非分红</a:t>
            </a:r>
            <a:r>
              <a:rPr lang="en-US" altLang="zh-CN" dirty="0">
                <a:latin typeface="微软雅黑" panose="020B0503020204020204" charset="-122"/>
                <a:ea typeface="微软雅黑" panose="020B0503020204020204" charset="-122"/>
                <a:cs typeface="微软雅黑" panose="020B0503020204020204" charset="-122"/>
                <a:sym typeface="+mn-lt"/>
              </a:rPr>
              <a:t>)</a:t>
            </a:r>
            <a:endParaRPr lang="zh-CN" altLang="en-US" dirty="0">
              <a:latin typeface="微软雅黑" panose="020B0503020204020204" charset="-122"/>
              <a:ea typeface="微软雅黑" panose="020B0503020204020204" charset="-122"/>
              <a:cs typeface="微软雅黑" panose="020B0503020204020204" charset="-122"/>
              <a:sym typeface="+mn-lt"/>
            </a:endParaRPr>
          </a:p>
        </p:txBody>
      </p:sp>
      <p:sp>
        <p:nvSpPr>
          <p:cNvPr id="34" name="文本框 33"/>
          <p:cNvSpPr txBox="1"/>
          <p:nvPr/>
        </p:nvSpPr>
        <p:spPr>
          <a:xfrm>
            <a:off x="183515" y="2491105"/>
            <a:ext cx="1791970" cy="651161"/>
          </a:xfrm>
          <a:prstGeom prst="roundRect">
            <a:avLst>
              <a:gd name="adj" fmla="val 50000"/>
            </a:avLst>
          </a:prstGeom>
          <a:noFill/>
          <a:ln w="12700" cmpd="sng">
            <a:gradFill>
              <a:gsLst>
                <a:gs pos="0">
                  <a:schemeClr val="accent2"/>
                </a:gs>
                <a:gs pos="100000">
                  <a:schemeClr val="accent1"/>
                </a:gs>
              </a:gsLst>
              <a:lin ang="0" scaled="1"/>
            </a:gradFill>
            <a:prstDash val="solid"/>
          </a:ln>
        </p:spPr>
        <p:txBody>
          <a:bodyPr wrap="square" rtlCol="0">
            <a:spAutoFit/>
          </a:bodyPr>
          <a:p>
            <a:pPr algn="ctr"/>
            <a:r>
              <a:rPr lang="zh-CN" altLang="en-US" sz="2400">
                <a:gradFill>
                  <a:gsLst>
                    <a:gs pos="50000">
                      <a:schemeClr val="accent1"/>
                    </a:gs>
                    <a:gs pos="0">
                      <a:schemeClr val="accent1">
                        <a:lumMod val="25000"/>
                        <a:lumOff val="75000"/>
                      </a:schemeClr>
                    </a:gs>
                    <a:gs pos="100000">
                      <a:schemeClr val="accent1">
                        <a:lumMod val="85000"/>
                      </a:schemeClr>
                    </a:gs>
                  </a:gsLst>
                  <a:lin ang="5400000" scaled="1"/>
                </a:gradFill>
                <a:latin typeface="微软雅黑" panose="020B0503020204020204" charset="-122"/>
                <a:ea typeface="微软雅黑" panose="020B0503020204020204" charset="-122"/>
                <a:cs typeface="微软雅黑" panose="020B0503020204020204" charset="-122"/>
              </a:rPr>
              <a:t>投保对象</a:t>
            </a:r>
            <a:endParaRPr lang="zh-CN" altLang="en-US" sz="2400">
              <a:gradFill>
                <a:gsLst>
                  <a:gs pos="50000">
                    <a:schemeClr val="accent1"/>
                  </a:gs>
                  <a:gs pos="0">
                    <a:schemeClr val="accent1">
                      <a:lumMod val="25000"/>
                      <a:lumOff val="75000"/>
                    </a:schemeClr>
                  </a:gs>
                  <a:gs pos="100000">
                    <a:schemeClr val="accent1">
                      <a:lumMod val="85000"/>
                    </a:schemeClr>
                  </a:gs>
                </a:gsLst>
                <a:lin ang="5400000" scaled="1"/>
              </a:gradFill>
              <a:latin typeface="微软雅黑" panose="020B0503020204020204" charset="-122"/>
              <a:ea typeface="微软雅黑" panose="020B0503020204020204" charset="-122"/>
              <a:cs typeface="微软雅黑" panose="020B0503020204020204" charset="-122"/>
            </a:endParaRPr>
          </a:p>
        </p:txBody>
      </p:sp>
      <p:sp>
        <p:nvSpPr>
          <p:cNvPr id="35" name="文本框 34"/>
          <p:cNvSpPr txBox="1"/>
          <p:nvPr/>
        </p:nvSpPr>
        <p:spPr>
          <a:xfrm>
            <a:off x="2263775" y="2586355"/>
            <a:ext cx="1521460" cy="429895"/>
          </a:xfrm>
          <a:prstGeom prst="rect">
            <a:avLst/>
          </a:prstGeom>
          <a:noFill/>
        </p:spPr>
        <p:txBody>
          <a:bodyPr wrap="square" rtlCol="0">
            <a:spAutoFit/>
          </a:bodyPr>
          <a:p>
            <a:r>
              <a:rPr lang="zh-CN" altLang="en-US" sz="2200" b="1">
                <a:latin typeface="微软雅黑" panose="020B0503020204020204" charset="-122"/>
                <a:ea typeface="微软雅黑" panose="020B0503020204020204" charset="-122"/>
              </a:rPr>
              <a:t>退役军人</a:t>
            </a:r>
            <a:endParaRPr lang="zh-CN" altLang="en-US" sz="2200" b="1">
              <a:latin typeface="微软雅黑" panose="020B0503020204020204" charset="-122"/>
              <a:ea typeface="微软雅黑" panose="020B0503020204020204" charset="-122"/>
            </a:endParaRPr>
          </a:p>
        </p:txBody>
      </p:sp>
      <p:sp>
        <p:nvSpPr>
          <p:cNvPr id="36" name="文本框 35"/>
          <p:cNvSpPr txBox="1"/>
          <p:nvPr/>
        </p:nvSpPr>
        <p:spPr>
          <a:xfrm>
            <a:off x="3844925" y="2492375"/>
            <a:ext cx="1791970" cy="651065"/>
          </a:xfrm>
          <a:prstGeom prst="roundRect">
            <a:avLst>
              <a:gd name="adj" fmla="val 50000"/>
            </a:avLst>
          </a:prstGeom>
          <a:noFill/>
          <a:ln w="12700" cmpd="sng">
            <a:gradFill>
              <a:gsLst>
                <a:gs pos="0">
                  <a:schemeClr val="accent2"/>
                </a:gs>
                <a:gs pos="100000">
                  <a:schemeClr val="accent1"/>
                </a:gs>
              </a:gsLst>
              <a:lin ang="0" scaled="1"/>
            </a:gradFill>
            <a:prstDash val="solid"/>
          </a:ln>
        </p:spPr>
        <p:txBody>
          <a:bodyPr wrap="square" rtlCol="0">
            <a:spAutoFit/>
          </a:bodyPr>
          <a:p>
            <a:pPr algn="ctr"/>
            <a:r>
              <a:rPr lang="zh-CN" altLang="en-US" sz="2400">
                <a:gradFill>
                  <a:gsLst>
                    <a:gs pos="50000">
                      <a:schemeClr val="accent1"/>
                    </a:gs>
                    <a:gs pos="0">
                      <a:schemeClr val="accent1">
                        <a:lumMod val="25000"/>
                        <a:lumOff val="75000"/>
                      </a:schemeClr>
                    </a:gs>
                    <a:gs pos="100000">
                      <a:schemeClr val="accent1">
                        <a:lumMod val="85000"/>
                      </a:schemeClr>
                    </a:gs>
                  </a:gsLst>
                  <a:lin ang="5400000" scaled="1"/>
                </a:gradFill>
                <a:latin typeface="微软雅黑" panose="020B0503020204020204" charset="-122"/>
                <a:ea typeface="微软雅黑" panose="020B0503020204020204" charset="-122"/>
                <a:cs typeface="微软雅黑" panose="020B0503020204020204" charset="-122"/>
              </a:rPr>
              <a:t>交费方式</a:t>
            </a:r>
            <a:endParaRPr lang="zh-CN" altLang="en-US" sz="2400">
              <a:gradFill>
                <a:gsLst>
                  <a:gs pos="50000">
                    <a:schemeClr val="accent1"/>
                  </a:gs>
                  <a:gs pos="0">
                    <a:schemeClr val="accent1">
                      <a:lumMod val="25000"/>
                      <a:lumOff val="75000"/>
                    </a:schemeClr>
                  </a:gs>
                  <a:gs pos="100000">
                    <a:schemeClr val="accent1">
                      <a:lumMod val="85000"/>
                    </a:schemeClr>
                  </a:gs>
                </a:gsLst>
                <a:lin ang="5400000" scaled="1"/>
              </a:gradFill>
              <a:latin typeface="微软雅黑" panose="020B0503020204020204" charset="-122"/>
              <a:ea typeface="微软雅黑" panose="020B0503020204020204" charset="-122"/>
              <a:cs typeface="微软雅黑" panose="020B0503020204020204" charset="-122"/>
            </a:endParaRPr>
          </a:p>
        </p:txBody>
      </p:sp>
      <p:sp>
        <p:nvSpPr>
          <p:cNvPr id="37" name="文本框 36"/>
          <p:cNvSpPr txBox="1"/>
          <p:nvPr/>
        </p:nvSpPr>
        <p:spPr>
          <a:xfrm>
            <a:off x="5844540" y="2586355"/>
            <a:ext cx="997585" cy="429895"/>
          </a:xfrm>
          <a:prstGeom prst="rect">
            <a:avLst/>
          </a:prstGeom>
          <a:noFill/>
        </p:spPr>
        <p:txBody>
          <a:bodyPr wrap="square" rtlCol="0">
            <a:spAutoFit/>
          </a:bodyPr>
          <a:p>
            <a:r>
              <a:rPr lang="zh-CN" altLang="en-US" sz="2200" b="1">
                <a:latin typeface="微软雅黑" panose="020B0503020204020204" charset="-122"/>
                <a:ea typeface="微软雅黑" panose="020B0503020204020204" charset="-122"/>
              </a:rPr>
              <a:t>年交</a:t>
            </a:r>
            <a:endParaRPr lang="zh-CN" altLang="en-US" sz="2200" b="1">
              <a:latin typeface="微软雅黑" panose="020B0503020204020204" charset="-122"/>
              <a:ea typeface="微软雅黑" panose="020B0503020204020204" charset="-122"/>
            </a:endParaRPr>
          </a:p>
        </p:txBody>
      </p:sp>
      <p:sp>
        <p:nvSpPr>
          <p:cNvPr id="38" name="文本框 37"/>
          <p:cNvSpPr txBox="1"/>
          <p:nvPr/>
        </p:nvSpPr>
        <p:spPr>
          <a:xfrm>
            <a:off x="204470" y="3423920"/>
            <a:ext cx="1791970" cy="651065"/>
          </a:xfrm>
          <a:prstGeom prst="roundRect">
            <a:avLst>
              <a:gd name="adj" fmla="val 50000"/>
            </a:avLst>
          </a:prstGeom>
          <a:noFill/>
          <a:ln w="12700" cmpd="sng">
            <a:gradFill>
              <a:gsLst>
                <a:gs pos="0">
                  <a:schemeClr val="accent2"/>
                </a:gs>
                <a:gs pos="100000">
                  <a:schemeClr val="accent1"/>
                </a:gs>
              </a:gsLst>
              <a:lin ang="0" scaled="1"/>
            </a:gradFill>
            <a:prstDash val="solid"/>
          </a:ln>
        </p:spPr>
        <p:txBody>
          <a:bodyPr wrap="square" rtlCol="0">
            <a:spAutoFit/>
          </a:bodyPr>
          <a:p>
            <a:pPr algn="ctr"/>
            <a:r>
              <a:rPr lang="zh-CN" altLang="en-US" sz="2400">
                <a:gradFill>
                  <a:gsLst>
                    <a:gs pos="50000">
                      <a:schemeClr val="accent1"/>
                    </a:gs>
                    <a:gs pos="0">
                      <a:schemeClr val="accent1">
                        <a:lumMod val="25000"/>
                        <a:lumOff val="75000"/>
                      </a:schemeClr>
                    </a:gs>
                    <a:gs pos="100000">
                      <a:schemeClr val="accent1">
                        <a:lumMod val="85000"/>
                      </a:schemeClr>
                    </a:gs>
                  </a:gsLst>
                  <a:lin ang="5400000" scaled="1"/>
                </a:gradFill>
                <a:latin typeface="微软雅黑" panose="020B0503020204020204" charset="-122"/>
                <a:ea typeface="微软雅黑" panose="020B0503020204020204" charset="-122"/>
                <a:cs typeface="微软雅黑" panose="020B0503020204020204" charset="-122"/>
              </a:rPr>
              <a:t>保障责任</a:t>
            </a:r>
            <a:endParaRPr lang="zh-CN" altLang="en-US" sz="2400">
              <a:gradFill>
                <a:gsLst>
                  <a:gs pos="50000">
                    <a:schemeClr val="accent1"/>
                  </a:gs>
                  <a:gs pos="0">
                    <a:schemeClr val="accent1">
                      <a:lumMod val="25000"/>
                      <a:lumOff val="75000"/>
                    </a:schemeClr>
                  </a:gs>
                  <a:gs pos="100000">
                    <a:schemeClr val="accent1">
                      <a:lumMod val="85000"/>
                    </a:schemeClr>
                  </a:gs>
                </a:gsLst>
                <a:lin ang="5400000" scaled="1"/>
              </a:gradFill>
              <a:latin typeface="微软雅黑" panose="020B0503020204020204" charset="-122"/>
              <a:ea typeface="微软雅黑" panose="020B0503020204020204" charset="-122"/>
              <a:cs typeface="微软雅黑" panose="020B0503020204020204" charset="-122"/>
            </a:endParaRPr>
          </a:p>
        </p:txBody>
      </p:sp>
      <p:sp>
        <p:nvSpPr>
          <p:cNvPr id="39" name="文本框 38"/>
          <p:cNvSpPr txBox="1"/>
          <p:nvPr/>
        </p:nvSpPr>
        <p:spPr>
          <a:xfrm>
            <a:off x="2263775" y="3425190"/>
            <a:ext cx="8335645" cy="3169285"/>
          </a:xfrm>
          <a:prstGeom prst="rect">
            <a:avLst/>
          </a:prstGeom>
          <a:noFill/>
        </p:spPr>
        <p:txBody>
          <a:bodyPr wrap="square" rtlCol="0">
            <a:spAutoFit/>
          </a:bodyPr>
          <a:p>
            <a:r>
              <a:rPr lang="zh-CN" altLang="en-US">
                <a:latin typeface="微软雅黑" panose="020B0503020204020204" charset="-122"/>
                <a:ea typeface="微软雅黑" panose="020B0503020204020204" charset="-122"/>
                <a:cs typeface="微软雅黑" panose="020B0503020204020204" charset="-122"/>
              </a:rPr>
              <a:t>保险内容建立三级保障体系，可以根据实际情况选择:</a:t>
            </a:r>
            <a:endParaRPr lang="zh-CN" altLang="en-US">
              <a:latin typeface="微软雅黑" panose="020B0503020204020204" charset="-122"/>
              <a:ea typeface="微软雅黑" panose="020B0503020204020204" charset="-122"/>
              <a:cs typeface="微软雅黑" panose="020B0503020204020204" charset="-122"/>
            </a:endParaRPr>
          </a:p>
          <a:p>
            <a:r>
              <a:rPr lang="zh-CN" altLang="en-US" sz="2000">
                <a:solidFill>
                  <a:srgbClr val="2D8A73"/>
                </a:solidFill>
                <a:latin typeface="微软雅黑" panose="020B0503020204020204" charset="-122"/>
                <a:ea typeface="微软雅黑" panose="020B0503020204020204" charset="-122"/>
                <a:cs typeface="微软雅黑" panose="020B0503020204020204" charset="-122"/>
              </a:rPr>
              <a:t>(1)</a:t>
            </a:r>
            <a:r>
              <a:rPr lang="zh-CN" altLang="en-US" sz="2000" b="1">
                <a:solidFill>
                  <a:srgbClr val="2D8A73"/>
                </a:solidFill>
                <a:latin typeface="微软雅黑" panose="020B0503020204020204" charset="-122"/>
                <a:ea typeface="微软雅黑" panose="020B0503020204020204" charset="-122"/>
                <a:cs typeface="微软雅黑" panose="020B0503020204020204" charset="-122"/>
              </a:rPr>
              <a:t>基础层</a:t>
            </a:r>
            <a:r>
              <a:rPr lang="zh-CN" altLang="en-US">
                <a:latin typeface="微软雅黑" panose="020B0503020204020204" charset="-122"/>
                <a:ea typeface="微软雅黑" panose="020B0503020204020204" charset="-122"/>
                <a:cs typeface="微软雅黑" panose="020B0503020204020204" charset="-122"/>
              </a:rPr>
              <a:t>:</a:t>
            </a:r>
            <a:endParaRPr lang="zh-CN" altLang="en-US">
              <a:latin typeface="微软雅黑" panose="020B0503020204020204" charset="-122"/>
              <a:ea typeface="微软雅黑" panose="020B0503020204020204" charset="-122"/>
              <a:cs typeface="微软雅黑" panose="020B0503020204020204" charset="-122"/>
            </a:endParaRPr>
          </a:p>
          <a:p>
            <a:r>
              <a:rPr lang="zh-CN" altLang="en-US">
                <a:latin typeface="微软雅黑" panose="020B0503020204020204" charset="-122"/>
                <a:ea typeface="微软雅黑" panose="020B0503020204020204" charset="-122"/>
                <a:cs typeface="微软雅黑" panose="020B0503020204020204" charset="-122"/>
              </a:rPr>
              <a:t>覆盖</a:t>
            </a:r>
            <a:r>
              <a:rPr lang="zh-CN" altLang="en-US" b="1">
                <a:solidFill>
                  <a:srgbClr val="C00000"/>
                </a:solidFill>
                <a:latin typeface="微软雅黑" panose="020B0503020204020204" charset="-122"/>
                <a:ea typeface="微软雅黑" panose="020B0503020204020204" charset="-122"/>
                <a:cs typeface="微软雅黑" panose="020B0503020204020204" charset="-122"/>
              </a:rPr>
              <a:t>医保目录外大病住院费用</a:t>
            </a:r>
            <a:r>
              <a:rPr lang="zh-CN" altLang="en-US">
                <a:latin typeface="微软雅黑" panose="020B0503020204020204" charset="-122"/>
                <a:ea typeface="微软雅黑" panose="020B0503020204020204" charset="-122"/>
                <a:cs typeface="微软雅黑" panose="020B0503020204020204" charset="-122"/>
              </a:rPr>
              <a:t>，设置年度免赔额10000元，报销比例70%，年度限额80-100万元;</a:t>
            </a:r>
            <a:endParaRPr lang="zh-CN" altLang="en-US">
              <a:latin typeface="微软雅黑" panose="020B0503020204020204" charset="-122"/>
              <a:ea typeface="微软雅黑" panose="020B0503020204020204" charset="-122"/>
              <a:cs typeface="微软雅黑" panose="020B0503020204020204" charset="-122"/>
            </a:endParaRPr>
          </a:p>
          <a:p>
            <a:r>
              <a:rPr lang="zh-CN" altLang="en-US" b="1">
                <a:solidFill>
                  <a:srgbClr val="2D8A73"/>
                </a:solidFill>
                <a:latin typeface="微软雅黑" panose="020B0503020204020204" charset="-122"/>
                <a:ea typeface="微软雅黑" panose="020B0503020204020204" charset="-122"/>
                <a:cs typeface="微软雅黑" panose="020B0503020204020204" charset="-122"/>
              </a:rPr>
              <a:t>(2)增强层:</a:t>
            </a:r>
            <a:endParaRPr lang="zh-CN" altLang="en-US" b="1">
              <a:solidFill>
                <a:srgbClr val="2D8A73"/>
              </a:solidFill>
              <a:latin typeface="微软雅黑" panose="020B0503020204020204" charset="-122"/>
              <a:ea typeface="微软雅黑" panose="020B0503020204020204" charset="-122"/>
              <a:cs typeface="微软雅黑" panose="020B0503020204020204" charset="-122"/>
            </a:endParaRPr>
          </a:p>
          <a:p>
            <a:r>
              <a:rPr lang="zh-CN" altLang="en-US">
                <a:latin typeface="微软雅黑" panose="020B0503020204020204" charset="-122"/>
                <a:ea typeface="微软雅黑" panose="020B0503020204020204" charset="-122"/>
                <a:cs typeface="微软雅黑" panose="020B0503020204020204" charset="-122"/>
              </a:rPr>
              <a:t>扩展康复费用、</a:t>
            </a:r>
            <a:r>
              <a:rPr lang="zh-CN" altLang="en-US" b="1">
                <a:solidFill>
                  <a:srgbClr val="C00000"/>
                </a:solidFill>
                <a:latin typeface="微软雅黑" panose="020B0503020204020204" charset="-122"/>
                <a:ea typeface="微软雅黑" panose="020B0503020204020204" charset="-122"/>
                <a:cs typeface="微软雅黑" panose="020B0503020204020204" charset="-122"/>
              </a:rPr>
              <a:t>慢性病门诊、特药保障</a:t>
            </a:r>
            <a:r>
              <a:rPr lang="zh-CN" altLang="en-US">
                <a:latin typeface="微软雅黑" panose="020B0503020204020204" charset="-122"/>
                <a:ea typeface="微软雅黑" panose="020B0503020204020204" charset="-122"/>
                <a:cs typeface="微软雅黑" panose="020B0503020204020204" charset="-122"/>
              </a:rPr>
              <a:t>，设置年度免赔额2000元，报销比例80%，年度限额150万元，附加慢病管理服务;</a:t>
            </a:r>
            <a:endParaRPr lang="zh-CN" altLang="en-US">
              <a:latin typeface="微软雅黑" panose="020B0503020204020204" charset="-122"/>
              <a:ea typeface="微软雅黑" panose="020B0503020204020204" charset="-122"/>
              <a:cs typeface="微软雅黑" panose="020B0503020204020204" charset="-122"/>
            </a:endParaRPr>
          </a:p>
          <a:p>
            <a:r>
              <a:rPr lang="zh-CN" altLang="en-US" b="1">
                <a:solidFill>
                  <a:srgbClr val="2D8A73"/>
                </a:solidFill>
                <a:latin typeface="微软雅黑" panose="020B0503020204020204" charset="-122"/>
                <a:ea typeface="微软雅黑" panose="020B0503020204020204" charset="-122"/>
                <a:cs typeface="微软雅黑" panose="020B0503020204020204" charset="-122"/>
              </a:rPr>
              <a:t>(3)专属层:</a:t>
            </a:r>
            <a:endParaRPr lang="zh-CN" altLang="en-US" b="1">
              <a:solidFill>
                <a:srgbClr val="2D8A73"/>
              </a:solidFill>
              <a:latin typeface="微软雅黑" panose="020B0503020204020204" charset="-122"/>
              <a:ea typeface="微软雅黑" panose="020B0503020204020204" charset="-122"/>
              <a:cs typeface="微软雅黑" panose="020B0503020204020204" charset="-122"/>
            </a:endParaRPr>
          </a:p>
          <a:p>
            <a:r>
              <a:rPr lang="zh-CN" altLang="en-US">
                <a:latin typeface="微软雅黑" panose="020B0503020204020204" charset="-122"/>
                <a:ea typeface="微软雅黑" panose="020B0503020204020204" charset="-122"/>
                <a:cs typeface="微软雅黑" panose="020B0503020204020204" charset="-122"/>
              </a:rPr>
              <a:t>覆盖</a:t>
            </a:r>
            <a:r>
              <a:rPr lang="zh-CN" altLang="en-US" b="1">
                <a:solidFill>
                  <a:srgbClr val="C00000"/>
                </a:solidFill>
                <a:latin typeface="微软雅黑" panose="020B0503020204020204" charset="-122"/>
                <a:ea typeface="微软雅黑" panose="020B0503020204020204" charset="-122"/>
                <a:cs typeface="微软雅黑" panose="020B0503020204020204" charset="-122"/>
              </a:rPr>
              <a:t>服役相关疾病、心理健康</a:t>
            </a:r>
            <a:r>
              <a:rPr lang="zh-CN" altLang="en-US">
                <a:latin typeface="微软雅黑" panose="020B0503020204020204" charset="-122"/>
                <a:ea typeface="微软雅黑" panose="020B0503020204020204" charset="-122"/>
                <a:cs typeface="微软雅黑" panose="020B0503020204020204" charset="-122"/>
              </a:rPr>
              <a:t>等特色保障，设置年度免赔额5000元，报销比例80%，年度限额300-500万元，另外附加医疗服务(服役相关病专项筛查与康复服务，绿色就医通道与健康管理，心理健康与创伤后支持服务)。</a:t>
            </a:r>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nvSpPr>
        <p:spPr>
          <a:xfrm>
            <a:off x="6946265" y="2433955"/>
            <a:ext cx="1791970" cy="692053"/>
          </a:xfrm>
          <a:prstGeom prst="roundRect">
            <a:avLst>
              <a:gd name="adj" fmla="val 50000"/>
            </a:avLst>
          </a:prstGeom>
          <a:noFill/>
          <a:ln w="12700" cmpd="sng">
            <a:gradFill>
              <a:gsLst>
                <a:gs pos="0">
                  <a:schemeClr val="accent2"/>
                </a:gs>
                <a:gs pos="100000">
                  <a:schemeClr val="accent1"/>
                </a:gs>
              </a:gsLst>
              <a:lin ang="0" scaled="1"/>
            </a:gradFill>
            <a:prstDash val="solid"/>
          </a:ln>
        </p:spPr>
        <p:txBody>
          <a:bodyPr wrap="square" rtlCol="0">
            <a:spAutoFit/>
          </a:bodyPr>
          <a:p>
            <a:pPr algn="ctr"/>
            <a:r>
              <a:rPr lang="zh-CN" altLang="en-US" sz="2400">
                <a:gradFill>
                  <a:gsLst>
                    <a:gs pos="50000">
                      <a:schemeClr val="accent1"/>
                    </a:gs>
                    <a:gs pos="0">
                      <a:schemeClr val="accent1">
                        <a:lumMod val="25000"/>
                        <a:lumOff val="75000"/>
                      </a:schemeClr>
                    </a:gs>
                    <a:gs pos="100000">
                      <a:schemeClr val="accent1">
                        <a:lumMod val="85000"/>
                      </a:schemeClr>
                    </a:gs>
                  </a:gsLst>
                  <a:lin ang="5400000" scaled="1"/>
                </a:gradFill>
                <a:latin typeface="微软雅黑" panose="020B0503020204020204" charset="-122"/>
                <a:ea typeface="微软雅黑" panose="020B0503020204020204" charset="-122"/>
                <a:cs typeface="微软雅黑" panose="020B0503020204020204" charset="-122"/>
              </a:rPr>
              <a:t>设计</a:t>
            </a:r>
            <a:r>
              <a:rPr lang="zh-CN" altLang="en-US" sz="2400">
                <a:gradFill>
                  <a:gsLst>
                    <a:gs pos="50000">
                      <a:schemeClr val="accent1"/>
                    </a:gs>
                    <a:gs pos="0">
                      <a:schemeClr val="accent1">
                        <a:lumMod val="25000"/>
                        <a:lumOff val="75000"/>
                      </a:schemeClr>
                    </a:gs>
                    <a:gs pos="100000">
                      <a:schemeClr val="accent1">
                        <a:lumMod val="85000"/>
                      </a:schemeClr>
                    </a:gs>
                  </a:gsLst>
                  <a:lin ang="5400000" scaled="1"/>
                </a:gradFill>
                <a:latin typeface="微软雅黑" panose="020B0503020204020204" charset="-122"/>
                <a:ea typeface="微软雅黑" panose="020B0503020204020204" charset="-122"/>
                <a:cs typeface="微软雅黑" panose="020B0503020204020204" charset="-122"/>
              </a:rPr>
              <a:t>类型</a:t>
            </a:r>
            <a:endParaRPr lang="zh-CN" altLang="en-US" sz="2400">
              <a:gradFill>
                <a:gsLst>
                  <a:gs pos="50000">
                    <a:schemeClr val="accent1"/>
                  </a:gs>
                  <a:gs pos="0">
                    <a:schemeClr val="accent1">
                      <a:lumMod val="25000"/>
                      <a:lumOff val="75000"/>
                    </a:schemeClr>
                  </a:gs>
                  <a:gs pos="100000">
                    <a:schemeClr val="accent1">
                      <a:lumMod val="85000"/>
                    </a:schemeClr>
                  </a:gs>
                </a:gsLst>
                <a:lin ang="5400000" scaled="1"/>
              </a:gradFill>
              <a:latin typeface="微软雅黑" panose="020B0503020204020204" charset="-122"/>
              <a:ea typeface="微软雅黑" panose="020B0503020204020204" charset="-122"/>
              <a:cs typeface="微软雅黑" panose="020B0503020204020204" charset="-122"/>
            </a:endParaRPr>
          </a:p>
        </p:txBody>
      </p:sp>
      <p:sp>
        <p:nvSpPr>
          <p:cNvPr id="6" name="文本框 5"/>
          <p:cNvSpPr txBox="1"/>
          <p:nvPr/>
        </p:nvSpPr>
        <p:spPr>
          <a:xfrm>
            <a:off x="8848090" y="2522855"/>
            <a:ext cx="3270885" cy="429895"/>
          </a:xfrm>
          <a:prstGeom prst="rect">
            <a:avLst/>
          </a:prstGeom>
          <a:noFill/>
        </p:spPr>
        <p:txBody>
          <a:bodyPr wrap="square" rtlCol="0">
            <a:spAutoFit/>
          </a:bodyPr>
          <a:p>
            <a:r>
              <a:rPr lang="zh-CN" altLang="en-US" sz="2200" b="1">
                <a:latin typeface="微软雅黑" panose="020B0503020204020204" charset="-122"/>
                <a:ea typeface="微软雅黑" panose="020B0503020204020204" charset="-122"/>
              </a:rPr>
              <a:t>普通型健康保险（非分红）</a:t>
            </a:r>
            <a:endParaRPr lang="zh-CN" altLang="en-US" sz="2200" b="1">
              <a:latin typeface="微软雅黑" panose="020B0503020204020204" charset="-122"/>
              <a:ea typeface="微软雅黑" panose="020B0503020204020204" charset="-122"/>
            </a:endParaRPr>
          </a:p>
        </p:txBody>
      </p:sp>
      <p:pic>
        <p:nvPicPr>
          <p:cNvPr id="128" name="图片 127" descr="男军人"/>
          <p:cNvPicPr>
            <a:picLocks noChangeAspect="1"/>
          </p:cNvPicPr>
          <p:nvPr/>
        </p:nvPicPr>
        <p:blipFill>
          <a:blip r:embed="rId20"/>
          <a:stretch>
            <a:fillRect/>
          </a:stretch>
        </p:blipFill>
        <p:spPr>
          <a:xfrm>
            <a:off x="367030" y="4356735"/>
            <a:ext cx="1116965" cy="1116965"/>
          </a:xfrm>
          <a:prstGeom prst="rect">
            <a:avLst/>
          </a:prstGeom>
        </p:spPr>
      </p:pic>
      <p:grpSp>
        <p:nvGrpSpPr>
          <p:cNvPr id="172" name="组合 171"/>
          <p:cNvGrpSpPr/>
          <p:nvPr/>
        </p:nvGrpSpPr>
        <p:grpSpPr>
          <a:xfrm>
            <a:off x="-674446" y="-6350"/>
            <a:ext cx="13073260" cy="902312"/>
            <a:chOff x="-801446" y="0"/>
            <a:chExt cx="13073260" cy="902312"/>
          </a:xfrm>
        </p:grpSpPr>
        <p:sp>
          <p:nvSpPr>
            <p:cNvPr id="173" name="PA-任意多边形 900"/>
            <p:cNvSpPr/>
            <p:nvPr>
              <p:custDataLst>
                <p:tags r:id="rId21"/>
              </p:custDataLst>
            </p:nvPr>
          </p:nvSpPr>
          <p:spPr>
            <a:xfrm flipV="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91000">
                  <a:schemeClr val="accent2">
                    <a:lumMod val="75000"/>
                  </a:schemeClr>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74" name="PA-任意多边形 46"/>
            <p:cNvSpPr/>
            <p:nvPr>
              <p:custDataLst>
                <p:tags r:id="rId22"/>
              </p:custDataLst>
            </p:nvPr>
          </p:nvSpPr>
          <p:spPr>
            <a:xfrm>
              <a:off x="17585" y="140988"/>
              <a:ext cx="10477775" cy="713837"/>
            </a:xfrm>
            <a:custGeom>
              <a:avLst/>
              <a:gdLst>
                <a:gd name="connsiteX0" fmla="*/ 0 w 10477775"/>
                <a:gd name="connsiteY0" fmla="*/ 0 h 713837"/>
                <a:gd name="connsiteX1" fmla="*/ 9872819 w 10477775"/>
                <a:gd name="connsiteY1" fmla="*/ 0 h 713837"/>
                <a:gd name="connsiteX2" fmla="*/ 10477775 w 10477775"/>
                <a:gd name="connsiteY2" fmla="*/ 713837 h 713837"/>
                <a:gd name="connsiteX3" fmla="*/ 0 w 10477775"/>
                <a:gd name="connsiteY3" fmla="*/ 713837 h 713837"/>
                <a:gd name="connsiteX4" fmla="*/ 0 w 10477775"/>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775" h="713837">
                  <a:moveTo>
                    <a:pt x="0" y="0"/>
                  </a:moveTo>
                  <a:lnTo>
                    <a:pt x="9872819" y="0"/>
                  </a:lnTo>
                  <a:lnTo>
                    <a:pt x="10477775" y="713837"/>
                  </a:lnTo>
                  <a:lnTo>
                    <a:pt x="0" y="713837"/>
                  </a:lnTo>
                  <a:lnTo>
                    <a:pt x="0" y="0"/>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75" name="PA-任意多边形 50"/>
            <p:cNvSpPr/>
            <p:nvPr>
              <p:custDataLst>
                <p:tags r:id="rId23"/>
              </p:custDataLst>
            </p:nvPr>
          </p:nvSpPr>
          <p:spPr>
            <a:xfrm>
              <a:off x="79814" y="136543"/>
              <a:ext cx="12192000" cy="713837"/>
            </a:xfrm>
            <a:custGeom>
              <a:avLst/>
              <a:gdLst>
                <a:gd name="connsiteX0" fmla="*/ 0 w 12192000"/>
                <a:gd name="connsiteY0" fmla="*/ 0 h 713837"/>
                <a:gd name="connsiteX1" fmla="*/ 12192000 w 12192000"/>
                <a:gd name="connsiteY1" fmla="*/ 0 h 713837"/>
                <a:gd name="connsiteX2" fmla="*/ 12192000 w 12192000"/>
                <a:gd name="connsiteY2" fmla="*/ 713837 h 713837"/>
                <a:gd name="connsiteX3" fmla="*/ 0 w 12192000"/>
                <a:gd name="connsiteY3" fmla="*/ 713837 h 713837"/>
              </a:gdLst>
              <a:ahLst/>
              <a:cxnLst>
                <a:cxn ang="0">
                  <a:pos x="connsiteX0" y="connsiteY0"/>
                </a:cxn>
                <a:cxn ang="0">
                  <a:pos x="connsiteX1" y="connsiteY1"/>
                </a:cxn>
                <a:cxn ang="0">
                  <a:pos x="connsiteX2" y="connsiteY2"/>
                </a:cxn>
                <a:cxn ang="0">
                  <a:pos x="connsiteX3" y="connsiteY3"/>
                </a:cxn>
              </a:cxnLst>
              <a:rect l="l" t="t" r="r" b="b"/>
              <a:pathLst>
                <a:path w="12192000" h="713837">
                  <a:moveTo>
                    <a:pt x="0" y="0"/>
                  </a:moveTo>
                  <a:lnTo>
                    <a:pt x="12192000" y="0"/>
                  </a:lnTo>
                  <a:lnTo>
                    <a:pt x="12192000" y="713837"/>
                  </a:lnTo>
                  <a:lnTo>
                    <a:pt x="0" y="713837"/>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mn-cs"/>
              </a:endParaRPr>
            </a:p>
          </p:txBody>
        </p:sp>
        <p:sp>
          <p:nvSpPr>
            <p:cNvPr id="176" name="PA-文本框 24"/>
            <p:cNvSpPr txBox="1"/>
            <p:nvPr>
              <p:custDataLst>
                <p:tags r:id="rId24"/>
              </p:custDataLst>
            </p:nvPr>
          </p:nvSpPr>
          <p:spPr>
            <a:xfrm>
              <a:off x="1600150" y="236296"/>
              <a:ext cx="1605280" cy="521970"/>
            </a:xfrm>
            <a:prstGeom prst="rect">
              <a:avLst/>
            </a:prstGeom>
            <a:noFill/>
          </p:spPr>
          <p:txBody>
            <a:bodyPr wrap="none">
              <a:spAutoFit/>
            </a:bodyPr>
            <a:lstStyle>
              <a:defPPr>
                <a:defRPr lang="zh-CN"/>
              </a:defPPr>
              <a:lvl1pPr>
                <a:defRPr sz="2400" b="1">
                  <a:gradFill>
                    <a:gsLst>
                      <a:gs pos="100000">
                        <a:schemeClr val="accent1">
                          <a:lumMod val="50000"/>
                        </a:schemeClr>
                      </a:gs>
                      <a:gs pos="17000">
                        <a:schemeClr val="accent1">
                          <a:lumMod val="50000"/>
                        </a:schemeClr>
                      </a:gs>
                    </a:gsLst>
                    <a:path path="circle">
                      <a:fillToRect r="100000" b="100000"/>
                    </a:path>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dirty="0">
                  <a:gradFill>
                    <a:gsLst>
                      <a:gs pos="100000">
                        <a:srgbClr val="206252">
                          <a:lumMod val="50000"/>
                        </a:srgbClr>
                      </a:gs>
                      <a:gs pos="17000">
                        <a:srgbClr val="206252">
                          <a:lumMod val="75000"/>
                        </a:srgbClr>
                      </a:gs>
                    </a:gsLst>
                    <a:path path="circle">
                      <a:fillToRect r="100000" b="100000"/>
                    </a:path>
                  </a:gradFill>
                  <a:latin typeface="微软雅黑" panose="020B0503020204020204" charset="-122"/>
                  <a:ea typeface="微软雅黑" panose="020B0503020204020204" charset="-122"/>
                  <a:sym typeface="阿里妈妈数黑体" pitchFamily="2" charset="-122"/>
                </a:rPr>
                <a:t>产品设计</a:t>
              </a:r>
              <a:endParaRPr lang="zh-CN" altLang="en-US" sz="2800" dirty="0">
                <a:gradFill>
                  <a:gsLst>
                    <a:gs pos="100000">
                      <a:srgbClr val="206252">
                        <a:lumMod val="50000"/>
                      </a:srgbClr>
                    </a:gs>
                    <a:gs pos="17000">
                      <a:srgbClr val="206252">
                        <a:lumMod val="75000"/>
                      </a:srgbClr>
                    </a:gs>
                  </a:gsLst>
                  <a:path path="circle">
                    <a:fillToRect r="100000" b="100000"/>
                  </a:path>
                </a:gradFill>
                <a:latin typeface="微软雅黑" panose="020B0503020204020204" charset="-122"/>
                <a:ea typeface="微软雅黑" panose="020B0503020204020204" charset="-122"/>
                <a:sym typeface="阿里妈妈数黑体" pitchFamily="2" charset="-122"/>
              </a:endParaRPr>
            </a:p>
          </p:txBody>
        </p:sp>
        <p:sp>
          <p:nvSpPr>
            <p:cNvPr id="177" name="PA-任意多边形 6"/>
            <p:cNvSpPr/>
            <p:nvPr>
              <p:custDataLst>
                <p:tags r:id="rId25"/>
              </p:custDataLst>
            </p:nvPr>
          </p:nvSpPr>
          <p:spPr>
            <a:xfrm>
              <a:off x="-52754" y="850261"/>
              <a:ext cx="12262339" cy="52051"/>
            </a:xfrm>
            <a:custGeom>
              <a:avLst/>
              <a:gdLst>
                <a:gd name="connsiteX0" fmla="*/ 0 w 4366736"/>
                <a:gd name="connsiteY0" fmla="*/ 0 h 64293"/>
                <a:gd name="connsiteX1" fmla="*/ 4366737 w 4366736"/>
                <a:gd name="connsiteY1" fmla="*/ 0 h 64293"/>
                <a:gd name="connsiteX2" fmla="*/ 4366737 w 4366736"/>
                <a:gd name="connsiteY2" fmla="*/ 64294 h 64293"/>
                <a:gd name="connsiteX3" fmla="*/ 0 w 4366736"/>
                <a:gd name="connsiteY3" fmla="*/ 64294 h 64293"/>
              </a:gdLst>
              <a:ahLst/>
              <a:cxnLst>
                <a:cxn ang="0">
                  <a:pos x="connsiteX0" y="connsiteY0"/>
                </a:cxn>
                <a:cxn ang="0">
                  <a:pos x="connsiteX1" y="connsiteY1"/>
                </a:cxn>
                <a:cxn ang="0">
                  <a:pos x="connsiteX2" y="connsiteY2"/>
                </a:cxn>
                <a:cxn ang="0">
                  <a:pos x="connsiteX3" y="connsiteY3"/>
                </a:cxn>
              </a:cxnLst>
              <a:rect l="l" t="t" r="r" b="b"/>
              <a:pathLst>
                <a:path w="4366736" h="64293">
                  <a:moveTo>
                    <a:pt x="0" y="0"/>
                  </a:moveTo>
                  <a:lnTo>
                    <a:pt x="4366737" y="0"/>
                  </a:lnTo>
                  <a:lnTo>
                    <a:pt x="4366737" y="64294"/>
                  </a:lnTo>
                  <a:lnTo>
                    <a:pt x="0" y="64294"/>
                  </a:lnTo>
                  <a:close/>
                </a:path>
              </a:pathLst>
            </a:custGeom>
            <a:gradFill flip="none" rotWithShape="1">
              <a:gsLst>
                <a:gs pos="100000">
                  <a:schemeClr val="accent1"/>
                </a:gs>
                <a:gs pos="12000">
                  <a:schemeClr val="accent1">
                    <a:lumMod val="20000"/>
                    <a:lumOff val="80000"/>
                  </a:schemeClr>
                </a:gs>
              </a:gsLst>
              <a:lin ang="0" scaled="0"/>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78" name="PA-任意多边形 899"/>
            <p:cNvSpPr/>
            <p:nvPr>
              <p:custDataLst>
                <p:tags r:id="rId26"/>
              </p:custDataLst>
            </p:nvPr>
          </p:nvSpPr>
          <p:spPr>
            <a:xfrm flipH="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55000">
                  <a:schemeClr val="accent1"/>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79" name="PA-文本框 26"/>
            <p:cNvSpPr txBox="1"/>
            <p:nvPr>
              <p:custDataLst>
                <p:tags r:id="rId27"/>
              </p:custDataLst>
            </p:nvPr>
          </p:nvSpPr>
          <p:spPr>
            <a:xfrm>
              <a:off x="6507233" y="309946"/>
              <a:ext cx="17830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noProof="0" dirty="0">
                  <a:ln>
                    <a:noFill/>
                  </a:ln>
                  <a:solidFill>
                    <a:srgbClr val="206252">
                      <a:lumMod val="50000"/>
                    </a:srgbClr>
                  </a:solidFill>
                  <a:effectLst/>
                  <a:uLnTx/>
                  <a:uFillTx/>
                  <a:latin typeface="微软雅黑" panose="020B0503020204020204" charset="-122"/>
                  <a:ea typeface="微软雅黑" panose="020B0503020204020204" charset="-122"/>
                  <a:sym typeface="OPPOSans M" panose="00020600040101010101" pitchFamily="18" charset="-122"/>
                </a:rPr>
                <a:t>调查设计与实施</a:t>
              </a:r>
              <a:endParaRPr kumimoji="0" lang="zh-CN" altLang="en-US" sz="180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sp>
          <p:nvSpPr>
            <p:cNvPr id="180" name="PA-文本框 26"/>
            <p:cNvSpPr txBox="1"/>
            <p:nvPr>
              <p:custDataLst>
                <p:tags r:id="rId28"/>
              </p:custDataLst>
            </p:nvPr>
          </p:nvSpPr>
          <p:spPr>
            <a:xfrm>
              <a:off x="8672698" y="313756"/>
              <a:ext cx="3098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cxnSp>
          <p:nvCxnSpPr>
            <p:cNvPr id="181" name="PA-直接连接符 18"/>
            <p:cNvCxnSpPr/>
            <p:nvPr>
              <p:custDataLst>
                <p:tags r:id="rId29"/>
              </p:custDataLst>
            </p:nvPr>
          </p:nvCxnSpPr>
          <p:spPr>
            <a:xfrm flipH="1">
              <a:off x="5253886"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182" name="PA-直接连接符 22"/>
            <p:cNvCxnSpPr/>
            <p:nvPr>
              <p:custDataLst>
                <p:tags r:id="rId30"/>
              </p:custDataLst>
            </p:nvPr>
          </p:nvCxnSpPr>
          <p:spPr>
            <a:xfrm flipH="1">
              <a:off x="6412243"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183" name="PA-文本框 26"/>
            <p:cNvSpPr txBox="1"/>
            <p:nvPr>
              <p:custDataLst>
                <p:tags r:id="rId31"/>
              </p:custDataLst>
            </p:nvPr>
          </p:nvSpPr>
          <p:spPr>
            <a:xfrm>
              <a:off x="5410470" y="313956"/>
              <a:ext cx="10972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a:defRPr/>
              </a:pPr>
              <a:r>
                <a:rPr lang="zh-CN" altLang="en-US" sz="1800" dirty="0">
                  <a:solidFill>
                    <a:srgbClr val="206252">
                      <a:lumMod val="50000"/>
                    </a:srgbClr>
                  </a:solidFill>
                  <a:latin typeface="微软雅黑" panose="020B0503020204020204" charset="-122"/>
                  <a:ea typeface="微软雅黑" panose="020B0503020204020204" charset="-122"/>
                  <a:sym typeface="阿里妈妈数黑体" pitchFamily="2" charset="-122"/>
                </a:rPr>
                <a:t>前期调研</a:t>
              </a:r>
              <a:endParaRPr lang="zh-CN" altLang="en-US" sz="1800" dirty="0">
                <a:solidFill>
                  <a:srgbClr val="206252">
                    <a:lumMod val="50000"/>
                  </a:srgbClr>
                </a:solidFill>
                <a:latin typeface="微软雅黑" panose="020B0503020204020204" charset="-122"/>
                <a:ea typeface="微软雅黑" panose="020B0503020204020204" charset="-122"/>
                <a:sym typeface="阿里妈妈数黑体" pitchFamily="2" charset="-122"/>
              </a:endParaRPr>
            </a:p>
          </p:txBody>
        </p:sp>
        <p:sp>
          <p:nvSpPr>
            <p:cNvPr id="184" name="PA-图形 7"/>
            <p:cNvSpPr/>
            <p:nvPr>
              <p:custDataLst>
                <p:tags r:id="rId32"/>
              </p:custDataLst>
            </p:nvPr>
          </p:nvSpPr>
          <p:spPr>
            <a:xfrm>
              <a:off x="273980" y="148474"/>
              <a:ext cx="555983" cy="416889"/>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0">
                  <a:schemeClr val="bg1"/>
                </a:gs>
                <a:gs pos="87000">
                  <a:schemeClr val="accent1">
                    <a:lumMod val="20000"/>
                    <a:lumOff val="80000"/>
                  </a:schemeClr>
                </a:gs>
              </a:gsLst>
              <a:lin ang="2700000" scaled="0"/>
            </a:gradFill>
            <a:ln w="36909" cap="flat">
              <a:noFill/>
              <a:prstDash val="solid"/>
              <a:miter/>
            </a:ln>
            <a:effectLst>
              <a:outerShdw blurRad="50800" dist="38100" dir="5400000" algn="t" rotWithShape="0">
                <a:schemeClr val="accent1">
                  <a:alpha val="30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cxnSp>
        <p:nvCxnSpPr>
          <p:cNvPr id="186" name="PA-直接连接符 23"/>
          <p:cNvCxnSpPr/>
          <p:nvPr>
            <p:custDataLst>
              <p:tags r:id="rId33"/>
            </p:custDataLst>
          </p:nvPr>
        </p:nvCxnSpPr>
        <p:spPr>
          <a:xfrm flipH="1">
            <a:off x="8337045" y="36122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187" name="PA-直接连接符 23"/>
          <p:cNvCxnSpPr/>
          <p:nvPr>
            <p:custDataLst>
              <p:tags r:id="rId34"/>
            </p:custDataLst>
          </p:nvPr>
        </p:nvCxnSpPr>
        <p:spPr>
          <a:xfrm flipH="1">
            <a:off x="9622285" y="3294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188" name="文本框 187"/>
          <p:cNvSpPr txBox="1"/>
          <p:nvPr/>
        </p:nvSpPr>
        <p:spPr>
          <a:xfrm>
            <a:off x="9886315" y="300990"/>
            <a:ext cx="136969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结论与建议</a:t>
            </a:r>
            <a:endParaRPr lang="zh-CN" altLang="en-US">
              <a:latin typeface="微软雅黑" panose="020B0503020204020204" charset="-122"/>
              <a:ea typeface="微软雅黑" panose="020B0503020204020204" charset="-122"/>
            </a:endParaRPr>
          </a:p>
        </p:txBody>
      </p:sp>
      <p:sp>
        <p:nvSpPr>
          <p:cNvPr id="189" name="文本框 188"/>
          <p:cNvSpPr txBox="1"/>
          <p:nvPr/>
        </p:nvSpPr>
        <p:spPr>
          <a:xfrm>
            <a:off x="8540750" y="304800"/>
            <a:ext cx="1212215" cy="368300"/>
          </a:xfrm>
          <a:prstGeom prst="rect">
            <a:avLst/>
          </a:prstGeom>
          <a:noFill/>
        </p:spPr>
        <p:txBody>
          <a:bodyPr wrap="square" rtlCol="0">
            <a:spAutoFit/>
          </a:bodyPr>
          <a:lstStyle/>
          <a:p>
            <a:r>
              <a:rPr lang="zh-CN" altLang="en-US" b="1">
                <a:solidFill>
                  <a:srgbClr val="2D8A73"/>
                </a:solidFill>
                <a:latin typeface="微软雅黑" panose="020B0503020204020204" charset="-122"/>
                <a:ea typeface="微软雅黑" panose="020B0503020204020204" charset="-122"/>
              </a:rPr>
              <a:t>产品设计</a:t>
            </a:r>
            <a:endParaRPr lang="zh-CN" altLang="en-US" b="1">
              <a:solidFill>
                <a:srgbClr val="2D8A73"/>
              </a:solidFill>
              <a:latin typeface="微软雅黑" panose="020B0503020204020204" charset="-122"/>
              <a:ea typeface="微软雅黑" panose="020B0503020204020204" charset="-122"/>
            </a:endParaRPr>
          </a:p>
        </p:txBody>
      </p:sp>
      <p:sp>
        <p:nvSpPr>
          <p:cNvPr id="185" name="矩形 184"/>
          <p:cNvSpPr/>
          <p:nvPr/>
        </p:nvSpPr>
        <p:spPr>
          <a:xfrm>
            <a:off x="3756660" y="292100"/>
            <a:ext cx="2100580" cy="522605"/>
          </a:xfrm>
          <a:prstGeom prst="rect">
            <a:avLst/>
          </a:prstGeom>
          <a:noFill/>
          <a:ln>
            <a:noFill/>
          </a:ln>
        </p:spPr>
        <p:txBody>
          <a:bodyPr wrap="square" rtlCol="0" anchor="t">
            <a:noAutofit/>
          </a:bodyPr>
          <a:lstStyle/>
          <a:p>
            <a:pPr algn="ctr">
              <a:defRPr/>
            </a:pPr>
            <a:r>
              <a:rPr lang="zh-CN" altLang="en-US" dirty="0">
                <a:solidFill>
                  <a:schemeClr val="tx1"/>
                </a:solidFill>
                <a:latin typeface="微软雅黑" panose="020B0503020204020204" charset="-122"/>
                <a:ea typeface="微软雅黑" panose="020B0503020204020204" charset="-122"/>
              </a:rPr>
              <a:t>研究背景</a:t>
            </a:r>
            <a:endParaRPr lang="zh-CN" altLang="en-US" dirty="0">
              <a:solidFill>
                <a:schemeClr val="tx1"/>
              </a:solidFill>
              <a:latin typeface="微软雅黑" panose="020B0503020204020204" charset="-122"/>
              <a:ea typeface="微软雅黑" panose="020B0503020204020204" charset="-122"/>
            </a:endParaRPr>
          </a:p>
        </p:txBody>
      </p:sp>
      <p:sp>
        <p:nvSpPr>
          <p:cNvPr id="121" name="箭头: 左 54"/>
          <p:cNvSpPr/>
          <p:nvPr>
            <p:custDataLst>
              <p:tags r:id="rId35"/>
            </p:custDataLst>
          </p:nvPr>
        </p:nvSpPr>
        <p:spPr>
          <a:xfrm>
            <a:off x="7618095" y="3598545"/>
            <a:ext cx="4324985" cy="520700"/>
          </a:xfrm>
          <a:prstGeom prst="leftArrow">
            <a:avLst/>
          </a:prstGeom>
          <a:solidFill>
            <a:schemeClr val="accent4">
              <a:lumMod val="75000"/>
            </a:schemeClr>
          </a:solidFill>
          <a:ln>
            <a:noFill/>
          </a:ln>
          <a:effectLst>
            <a:outerShdw blurRad="50800" dist="38100" dir="5400000" algn="t" rotWithShape="0">
              <a:prstClr val="black">
                <a:alpha val="19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en-US" altLang="zh-CN"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  </a:t>
            </a: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比</a:t>
            </a: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其他普惠型产品更具经济</a:t>
            </a: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可及性</a:t>
            </a:r>
            <a:endPar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endParaRPr>
          </a:p>
        </p:txBody>
      </p:sp>
      <p:sp>
        <p:nvSpPr>
          <p:cNvPr id="7" name="箭头: 左 54"/>
          <p:cNvSpPr/>
          <p:nvPr>
            <p:custDataLst>
              <p:tags r:id="rId36"/>
            </p:custDataLst>
          </p:nvPr>
        </p:nvSpPr>
        <p:spPr>
          <a:xfrm>
            <a:off x="7566025" y="4310380"/>
            <a:ext cx="4445635" cy="610235"/>
          </a:xfrm>
          <a:prstGeom prst="leftArrow">
            <a:avLst/>
          </a:prstGeom>
          <a:solidFill>
            <a:schemeClr val="accent4">
              <a:lumMod val="75000"/>
            </a:schemeClr>
          </a:solidFill>
          <a:ln>
            <a:noFill/>
          </a:ln>
          <a:effectLst>
            <a:outerShdw blurRad="50800" dist="38100" dir="5400000" algn="t" rotWithShape="0">
              <a:prstClr val="black">
                <a:alpha val="19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针对上述研究发现的</a:t>
            </a: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慢性病高发问题</a:t>
            </a:r>
            <a:endPar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endParaRPr>
          </a:p>
        </p:txBody>
      </p:sp>
      <p:sp>
        <p:nvSpPr>
          <p:cNvPr id="9" name="箭头: 左 54"/>
          <p:cNvSpPr/>
          <p:nvPr>
            <p:custDataLst>
              <p:tags r:id="rId37"/>
            </p:custDataLst>
          </p:nvPr>
        </p:nvSpPr>
        <p:spPr>
          <a:xfrm>
            <a:off x="7605395" y="5116195"/>
            <a:ext cx="3834130" cy="561340"/>
          </a:xfrm>
          <a:prstGeom prst="leftArrow">
            <a:avLst/>
          </a:prstGeom>
          <a:solidFill>
            <a:schemeClr val="accent4">
              <a:lumMod val="75000"/>
            </a:schemeClr>
          </a:solidFill>
          <a:ln>
            <a:noFill/>
          </a:ln>
          <a:effectLst>
            <a:outerShdw blurRad="50800" dist="38100" dir="5400000" algn="t" rotWithShape="0">
              <a:prstClr val="black">
                <a:alpha val="19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根据</a:t>
            </a: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调研挖掘的</a:t>
            </a: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主要痛点</a:t>
            </a:r>
            <a:endPar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endParaRPr>
          </a:p>
        </p:txBody>
      </p:sp>
    </p:spTree>
    <p:custDataLst>
      <p:tags r:id="rId38"/>
    </p:custDataLst>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121"/>
                                        </p:tgtEl>
                                        <p:attrNameLst>
                                          <p:attrName>style.visibility</p:attrName>
                                        </p:attrNameLst>
                                      </p:cBhvr>
                                      <p:to>
                                        <p:strVal val="visible"/>
                                      </p:to>
                                    </p:set>
                                    <p:anim calcmode="lin" valueType="num">
                                      <p:cBhvr additive="base">
                                        <p:cTn id="7" dur="500" fill="hold"/>
                                        <p:tgtEl>
                                          <p:spTgt spid="121"/>
                                        </p:tgtEl>
                                        <p:attrNameLst>
                                          <p:attrName>ppt_x</p:attrName>
                                        </p:attrNameLst>
                                      </p:cBhvr>
                                      <p:tavLst>
                                        <p:tav tm="0">
                                          <p:val>
                                            <p:strVal val="1+#ppt_w/2"/>
                                          </p:val>
                                        </p:tav>
                                        <p:tav tm="100000">
                                          <p:val>
                                            <p:strVal val="#ppt_x"/>
                                          </p:val>
                                        </p:tav>
                                      </p:tavLst>
                                    </p:anim>
                                    <p:anim calcmode="lin" valueType="num">
                                      <p:cBhvr additive="base">
                                        <p:cTn id="8" dur="500" fill="hold"/>
                                        <p:tgtEl>
                                          <p:spTgt spid="12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grpId="0" nodeType="after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1+#ppt_w/2"/>
                                          </p:val>
                                        </p:tav>
                                        <p:tav tm="100000">
                                          <p:val>
                                            <p:strVal val="#ppt_x"/>
                                          </p:val>
                                        </p:tav>
                                      </p:tavLst>
                                    </p:anim>
                                    <p:anim calcmode="lin" valueType="num">
                                      <p:cBhvr additive="base">
                                        <p:cTn id="18"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bldLvl="0" animBg="1"/>
      <p:bldP spid="7" grpId="0" bldLvl="0" animBg="1"/>
      <p:bldP spid="9"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组合 21"/>
          <p:cNvGrpSpPr/>
          <p:nvPr/>
        </p:nvGrpSpPr>
        <p:grpSpPr>
          <a:xfrm>
            <a:off x="6986" y="-14604"/>
            <a:ext cx="12451059" cy="6762043"/>
            <a:chOff x="1" y="1"/>
            <a:chExt cx="12451059" cy="6762043"/>
          </a:xfrm>
        </p:grpSpPr>
        <p:pic>
          <p:nvPicPr>
            <p:cNvPr id="160" name="图片 159"/>
            <p:cNvPicPr>
              <a:picLocks noChangeAspect="1"/>
            </p:cNvPicPr>
            <p:nvPr/>
          </p:nvPicPr>
          <p:blipFill>
            <a:blip r:embed="rId1"/>
            <a:srcRect l="1166" t="25263"/>
            <a:stretch>
              <a:fillRect/>
            </a:stretch>
          </p:blipFill>
          <p:spPr>
            <a:xfrm>
              <a:off x="1" y="1"/>
              <a:ext cx="12174415" cy="5125479"/>
            </a:xfrm>
            <a:custGeom>
              <a:avLst/>
              <a:gdLst>
                <a:gd name="connsiteX0" fmla="*/ 0 w 12174415"/>
                <a:gd name="connsiteY0" fmla="*/ 0 h 5125479"/>
                <a:gd name="connsiteX1" fmla="*/ 12174415 w 12174415"/>
                <a:gd name="connsiteY1" fmla="*/ 0 h 5125479"/>
                <a:gd name="connsiteX2" fmla="*/ 12174415 w 12174415"/>
                <a:gd name="connsiteY2" fmla="*/ 5125479 h 5125479"/>
                <a:gd name="connsiteX3" fmla="*/ 0 w 12174415"/>
                <a:gd name="connsiteY3" fmla="*/ 5125479 h 5125479"/>
              </a:gdLst>
              <a:ahLst/>
              <a:cxnLst>
                <a:cxn ang="0">
                  <a:pos x="connsiteX0" y="connsiteY0"/>
                </a:cxn>
                <a:cxn ang="0">
                  <a:pos x="connsiteX1" y="connsiteY1"/>
                </a:cxn>
                <a:cxn ang="0">
                  <a:pos x="connsiteX2" y="connsiteY2"/>
                </a:cxn>
                <a:cxn ang="0">
                  <a:pos x="connsiteX3" y="connsiteY3"/>
                </a:cxn>
              </a:cxnLst>
              <a:rect l="l" t="t" r="r" b="b"/>
              <a:pathLst>
                <a:path w="12174415" h="5125479">
                  <a:moveTo>
                    <a:pt x="0" y="0"/>
                  </a:moveTo>
                  <a:lnTo>
                    <a:pt x="12174415" y="0"/>
                  </a:lnTo>
                  <a:lnTo>
                    <a:pt x="12174415" y="5125479"/>
                  </a:lnTo>
                  <a:lnTo>
                    <a:pt x="0" y="5125479"/>
                  </a:lnTo>
                  <a:close/>
                </a:path>
              </a:pathLst>
            </a:custGeom>
          </p:spPr>
        </p:pic>
        <p:pic>
          <p:nvPicPr>
            <p:cNvPr id="62" name="Picture 59"/>
            <p:cNvPicPr>
              <a:picLocks noChangeAspect="1"/>
            </p:cNvPicPr>
            <p:nvPr/>
          </p:nvPicPr>
          <p:blipFill>
            <a:blip r:embed="rId2">
              <a:alphaModFix amt="63000"/>
            </a:blip>
            <a:stretch>
              <a:fillRect/>
            </a:stretch>
          </p:blipFill>
          <p:spPr>
            <a:xfrm>
              <a:off x="1600150" y="1515629"/>
              <a:ext cx="10850910" cy="5246415"/>
            </a:xfrm>
            <a:prstGeom prst="rect">
              <a:avLst/>
            </a:prstGeom>
          </p:spPr>
        </p:pic>
      </p:grpSp>
      <p:grpSp>
        <p:nvGrpSpPr>
          <p:cNvPr id="7" name="组合 6"/>
          <p:cNvGrpSpPr/>
          <p:nvPr/>
        </p:nvGrpSpPr>
        <p:grpSpPr>
          <a:xfrm>
            <a:off x="-801446" y="0"/>
            <a:ext cx="13073260" cy="902312"/>
            <a:chOff x="-801446" y="0"/>
            <a:chExt cx="13073260" cy="902312"/>
          </a:xfrm>
        </p:grpSpPr>
        <p:sp>
          <p:nvSpPr>
            <p:cNvPr id="8" name="PA-任意多边形 900"/>
            <p:cNvSpPr/>
            <p:nvPr>
              <p:custDataLst>
                <p:tags r:id="rId3"/>
              </p:custDataLst>
            </p:nvPr>
          </p:nvSpPr>
          <p:spPr>
            <a:xfrm flipV="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91000">
                  <a:schemeClr val="accent2">
                    <a:lumMod val="75000"/>
                  </a:schemeClr>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9" name="PA-任意多边形 46"/>
            <p:cNvSpPr/>
            <p:nvPr>
              <p:custDataLst>
                <p:tags r:id="rId4"/>
              </p:custDataLst>
            </p:nvPr>
          </p:nvSpPr>
          <p:spPr>
            <a:xfrm>
              <a:off x="17585" y="140988"/>
              <a:ext cx="10477775" cy="713837"/>
            </a:xfrm>
            <a:custGeom>
              <a:avLst/>
              <a:gdLst>
                <a:gd name="connsiteX0" fmla="*/ 0 w 10477775"/>
                <a:gd name="connsiteY0" fmla="*/ 0 h 713837"/>
                <a:gd name="connsiteX1" fmla="*/ 9872819 w 10477775"/>
                <a:gd name="connsiteY1" fmla="*/ 0 h 713837"/>
                <a:gd name="connsiteX2" fmla="*/ 10477775 w 10477775"/>
                <a:gd name="connsiteY2" fmla="*/ 713837 h 713837"/>
                <a:gd name="connsiteX3" fmla="*/ 0 w 10477775"/>
                <a:gd name="connsiteY3" fmla="*/ 713837 h 713837"/>
                <a:gd name="connsiteX4" fmla="*/ 0 w 10477775"/>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775" h="713837">
                  <a:moveTo>
                    <a:pt x="0" y="0"/>
                  </a:moveTo>
                  <a:lnTo>
                    <a:pt x="9872819" y="0"/>
                  </a:lnTo>
                  <a:lnTo>
                    <a:pt x="10477775" y="713837"/>
                  </a:lnTo>
                  <a:lnTo>
                    <a:pt x="0" y="713837"/>
                  </a:lnTo>
                  <a:lnTo>
                    <a:pt x="0" y="0"/>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1" name="PA-任意多边形 50"/>
            <p:cNvSpPr/>
            <p:nvPr>
              <p:custDataLst>
                <p:tags r:id="rId5"/>
              </p:custDataLst>
            </p:nvPr>
          </p:nvSpPr>
          <p:spPr>
            <a:xfrm>
              <a:off x="79814" y="136543"/>
              <a:ext cx="12192000" cy="713837"/>
            </a:xfrm>
            <a:custGeom>
              <a:avLst/>
              <a:gdLst>
                <a:gd name="connsiteX0" fmla="*/ 0 w 12192000"/>
                <a:gd name="connsiteY0" fmla="*/ 0 h 713837"/>
                <a:gd name="connsiteX1" fmla="*/ 12192000 w 12192000"/>
                <a:gd name="connsiteY1" fmla="*/ 0 h 713837"/>
                <a:gd name="connsiteX2" fmla="*/ 12192000 w 12192000"/>
                <a:gd name="connsiteY2" fmla="*/ 713837 h 713837"/>
                <a:gd name="connsiteX3" fmla="*/ 0 w 12192000"/>
                <a:gd name="connsiteY3" fmla="*/ 713837 h 713837"/>
              </a:gdLst>
              <a:ahLst/>
              <a:cxnLst>
                <a:cxn ang="0">
                  <a:pos x="connsiteX0" y="connsiteY0"/>
                </a:cxn>
                <a:cxn ang="0">
                  <a:pos x="connsiteX1" y="connsiteY1"/>
                </a:cxn>
                <a:cxn ang="0">
                  <a:pos x="connsiteX2" y="connsiteY2"/>
                </a:cxn>
                <a:cxn ang="0">
                  <a:pos x="connsiteX3" y="connsiteY3"/>
                </a:cxn>
              </a:cxnLst>
              <a:rect l="l" t="t" r="r" b="b"/>
              <a:pathLst>
                <a:path w="12192000" h="713837">
                  <a:moveTo>
                    <a:pt x="0" y="0"/>
                  </a:moveTo>
                  <a:lnTo>
                    <a:pt x="12192000" y="0"/>
                  </a:lnTo>
                  <a:lnTo>
                    <a:pt x="12192000" y="713837"/>
                  </a:lnTo>
                  <a:lnTo>
                    <a:pt x="0" y="713837"/>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mn-cs"/>
              </a:endParaRPr>
            </a:p>
          </p:txBody>
        </p:sp>
        <p:sp>
          <p:nvSpPr>
            <p:cNvPr id="13" name="PA-任意多边形 6"/>
            <p:cNvSpPr/>
            <p:nvPr>
              <p:custDataLst>
                <p:tags r:id="rId6"/>
              </p:custDataLst>
            </p:nvPr>
          </p:nvSpPr>
          <p:spPr>
            <a:xfrm>
              <a:off x="-52754" y="850261"/>
              <a:ext cx="12262339" cy="52051"/>
            </a:xfrm>
            <a:custGeom>
              <a:avLst/>
              <a:gdLst>
                <a:gd name="connsiteX0" fmla="*/ 0 w 4366736"/>
                <a:gd name="connsiteY0" fmla="*/ 0 h 64293"/>
                <a:gd name="connsiteX1" fmla="*/ 4366737 w 4366736"/>
                <a:gd name="connsiteY1" fmla="*/ 0 h 64293"/>
                <a:gd name="connsiteX2" fmla="*/ 4366737 w 4366736"/>
                <a:gd name="connsiteY2" fmla="*/ 64294 h 64293"/>
                <a:gd name="connsiteX3" fmla="*/ 0 w 4366736"/>
                <a:gd name="connsiteY3" fmla="*/ 64294 h 64293"/>
              </a:gdLst>
              <a:ahLst/>
              <a:cxnLst>
                <a:cxn ang="0">
                  <a:pos x="connsiteX0" y="connsiteY0"/>
                </a:cxn>
                <a:cxn ang="0">
                  <a:pos x="connsiteX1" y="connsiteY1"/>
                </a:cxn>
                <a:cxn ang="0">
                  <a:pos x="connsiteX2" y="connsiteY2"/>
                </a:cxn>
                <a:cxn ang="0">
                  <a:pos x="connsiteX3" y="connsiteY3"/>
                </a:cxn>
              </a:cxnLst>
              <a:rect l="l" t="t" r="r" b="b"/>
              <a:pathLst>
                <a:path w="4366736" h="64293">
                  <a:moveTo>
                    <a:pt x="0" y="0"/>
                  </a:moveTo>
                  <a:lnTo>
                    <a:pt x="4366737" y="0"/>
                  </a:lnTo>
                  <a:lnTo>
                    <a:pt x="4366737" y="64294"/>
                  </a:lnTo>
                  <a:lnTo>
                    <a:pt x="0" y="64294"/>
                  </a:lnTo>
                  <a:close/>
                </a:path>
              </a:pathLst>
            </a:custGeom>
            <a:gradFill flip="none" rotWithShape="1">
              <a:gsLst>
                <a:gs pos="100000">
                  <a:schemeClr val="accent1"/>
                </a:gs>
                <a:gs pos="12000">
                  <a:schemeClr val="accent1">
                    <a:lumMod val="20000"/>
                    <a:lumOff val="80000"/>
                  </a:schemeClr>
                </a:gs>
              </a:gsLst>
              <a:lin ang="0" scaled="0"/>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4" name="PA-任意多边形 899"/>
            <p:cNvSpPr/>
            <p:nvPr>
              <p:custDataLst>
                <p:tags r:id="rId7"/>
              </p:custDataLst>
            </p:nvPr>
          </p:nvSpPr>
          <p:spPr>
            <a:xfrm flipH="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55000">
                  <a:schemeClr val="accent1"/>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cxnSp>
          <p:nvCxnSpPr>
            <p:cNvPr id="15" name="PA-直接连接符 18"/>
            <p:cNvCxnSpPr/>
            <p:nvPr>
              <p:custDataLst>
                <p:tags r:id="rId8"/>
              </p:custDataLst>
            </p:nvPr>
          </p:nvCxnSpPr>
          <p:spPr>
            <a:xfrm flipH="1">
              <a:off x="5253886"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16" name="PA-图形 7"/>
            <p:cNvSpPr/>
            <p:nvPr>
              <p:custDataLst>
                <p:tags r:id="rId9"/>
              </p:custDataLst>
            </p:nvPr>
          </p:nvSpPr>
          <p:spPr>
            <a:xfrm>
              <a:off x="273980" y="148474"/>
              <a:ext cx="555983" cy="416889"/>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0">
                  <a:schemeClr val="bg1"/>
                </a:gs>
                <a:gs pos="87000">
                  <a:schemeClr val="accent1">
                    <a:lumMod val="20000"/>
                    <a:lumOff val="80000"/>
                  </a:schemeClr>
                </a:gs>
              </a:gsLst>
              <a:lin ang="2700000" scaled="0"/>
            </a:gradFill>
            <a:ln w="36909" cap="flat">
              <a:noFill/>
              <a:prstDash val="solid"/>
              <a:miter/>
            </a:ln>
            <a:effectLst>
              <a:outerShdw blurRad="50800" dist="38100" dir="5400000" algn="t" rotWithShape="0">
                <a:schemeClr val="accent1">
                  <a:alpha val="30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pic>
        <p:nvPicPr>
          <p:cNvPr id="2" name="Picture 153"/>
          <p:cNvPicPr>
            <a:picLocks noChangeAspect="1"/>
          </p:cNvPicPr>
          <p:nvPr/>
        </p:nvPicPr>
        <p:blipFill>
          <a:blip r:embed="rId10"/>
          <a:stretch>
            <a:fillRect/>
          </a:stretch>
        </p:blipFill>
        <p:spPr>
          <a:xfrm>
            <a:off x="2283975" y="4630723"/>
            <a:ext cx="9936302" cy="2256048"/>
          </a:xfrm>
          <a:prstGeom prst="rect">
            <a:avLst/>
          </a:prstGeom>
        </p:spPr>
      </p:pic>
      <p:pic>
        <p:nvPicPr>
          <p:cNvPr id="10" name="Picture 153"/>
          <p:cNvPicPr>
            <a:picLocks noChangeAspect="1"/>
          </p:cNvPicPr>
          <p:nvPr/>
        </p:nvPicPr>
        <p:blipFill>
          <a:blip r:embed="rId10"/>
          <a:stretch>
            <a:fillRect/>
          </a:stretch>
        </p:blipFill>
        <p:spPr>
          <a:xfrm flipH="1">
            <a:off x="-67414" y="4646325"/>
            <a:ext cx="9936302" cy="2256048"/>
          </a:xfrm>
          <a:prstGeom prst="rect">
            <a:avLst/>
          </a:prstGeom>
        </p:spPr>
      </p:pic>
      <mc:AlternateContent xmlns:mc="http://schemas.openxmlformats.org/markup-compatibility/2006">
        <mc:Choice xmlns:a14="http://schemas.microsoft.com/office/drawing/2010/main" Requires="a14">
          <p:sp>
            <p:nvSpPr>
              <p:cNvPr id="46" name="文本框 45"/>
              <p:cNvSpPr txBox="1"/>
              <p:nvPr/>
            </p:nvSpPr>
            <p:spPr>
              <a:xfrm>
                <a:off x="147955" y="1461135"/>
                <a:ext cx="4826635" cy="3477895"/>
              </a:xfrm>
              <a:prstGeom prst="roundRect">
                <a:avLst>
                  <a:gd name="adj" fmla="val 7827"/>
                </a:avLst>
              </a:prstGeom>
              <a:gradFill>
                <a:gsLst>
                  <a:gs pos="50000">
                    <a:schemeClr val="accent2"/>
                  </a:gs>
                  <a:gs pos="0">
                    <a:schemeClr val="accent2">
                      <a:lumMod val="25000"/>
                      <a:lumOff val="75000"/>
                    </a:schemeClr>
                  </a:gs>
                  <a:gs pos="100000">
                    <a:schemeClr val="accent2">
                      <a:lumMod val="85000"/>
                    </a:schemeClr>
                  </a:gs>
                </a:gsLst>
                <a:path path="rect">
                  <a:fillToRect l="100000" b="100000"/>
                </a:path>
                <a:tileRect t="-100000" r="-100000"/>
              </a:gradFill>
            </p:spPr>
            <p:txBody>
              <a:bodyPr wrap="square">
                <a:noAutofit/>
              </a:bodyPr>
              <a:p>
                <a:pPr marL="0" indent="0" algn="l">
                  <a:buFont typeface="Arial" panose="020B0604020202020204" pitchFamily="34" charset="0"/>
                  <a:buNone/>
                </a:pPr>
                <a:r>
                  <a:rPr lang="en-US" altLang="zh-CN" sz="3600" b="1">
                    <a:ln w="12700" cmpd="sng">
                      <a:solidFill>
                        <a:schemeClr val="accent4"/>
                      </a:solidFill>
                      <a:prstDash val="solid"/>
                    </a:ln>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rPr>
                  <a:t>1.</a:t>
                </a:r>
                <a:r>
                  <a:rPr lang="en-US" altLang="zh-CN" sz="3600" b="1">
                    <a:ln w="12700" cmpd="sng">
                      <a:solidFill>
                        <a:schemeClr val="accent4"/>
                      </a:solidFill>
                      <a:prstDash val="solid"/>
                    </a:ln>
                    <a:gradFill>
                      <a:gsLst>
                        <a:gs pos="50000">
                          <a:schemeClr val="tx1"/>
                        </a:gs>
                        <a:gs pos="0">
                          <a:schemeClr val="tx1">
                            <a:lumMod val="25000"/>
                            <a:lumOff val="75000"/>
                          </a:schemeClr>
                        </a:gs>
                        <a:gs pos="100000">
                          <a:schemeClr val="tx1">
                            <a:lumMod val="85000"/>
                          </a:schemeClr>
                        </a:gs>
                      </a:gsLst>
                      <a:lin ang="5400000" scaled="1"/>
                    </a:gradFill>
                    <a:effectLst/>
                    <a:latin typeface="微软雅黑" panose="020B0503020204020204" charset="-122"/>
                    <a:ea typeface="微软雅黑" panose="020B0503020204020204" charset="-122"/>
                    <a:cs typeface="微软雅黑" panose="020B0503020204020204" charset="-122"/>
                    <a:sym typeface="+mn-ea"/>
                  </a:rPr>
                  <a:t> </a:t>
                </a:r>
                <a:r>
                  <a:rPr lang="zh-CN" altLang="en-US" sz="2400" b="1" dirty="0" smtClean="0">
                    <a:solidFill>
                      <a:schemeClr val="bg1"/>
                    </a:solidFill>
                    <a:effectLst>
                      <a:outerShdw blurRad="38100" dist="38100" dir="2700000" algn="tl">
                        <a:srgbClr val="000000">
                          <a:alpha val="43137"/>
                        </a:srgbClr>
                      </a:outerShdw>
                    </a:effectLst>
                    <a:highlight>
                      <a:srgbClr val="000000">
                        <a:alpha val="0"/>
                      </a:srgbClr>
                    </a:highlight>
                    <a:latin typeface="微软雅黑" panose="020B0503020204020204" charset="-122"/>
                    <a:ea typeface="微软雅黑" panose="020B0503020204020204" charset="-122"/>
                    <a:cs typeface="微软雅黑" panose="020B0503020204020204" charset="-122"/>
                  </a:rPr>
                  <a:t>纯保费的基础计算公式为</a:t>
                </a:r>
                <a:r>
                  <a:rPr lang="zh-CN" altLang="en-US" sz="2400" dirty="0" smtClean="0">
                    <a:solidFill>
                      <a:schemeClr val="bg1"/>
                    </a:solidFill>
                    <a:highlight>
                      <a:srgbClr val="000000">
                        <a:alpha val="0"/>
                      </a:srgbClr>
                    </a:highlight>
                    <a:latin typeface="微软雅黑" panose="020B0503020204020204" charset="-122"/>
                    <a:ea typeface="微软雅黑" panose="020B0503020204020204" charset="-122"/>
                    <a:cs typeface="微软雅黑" panose="020B0503020204020204" charset="-122"/>
                  </a:rPr>
                  <a:t>：</a:t>
                </a:r>
                <a:endParaRPr lang="zh-CN" altLang="en-US" sz="2000" dirty="0" smtClean="0">
                  <a:solidFill>
                    <a:schemeClr val="bg1"/>
                  </a:solidFill>
                  <a:latin typeface="微软雅黑" panose="020B0503020204020204" charset="-122"/>
                  <a:ea typeface="微软雅黑" panose="020B0503020204020204" charset="-122"/>
                  <a:cs typeface="微软雅黑" panose="020B0503020204020204" charset="-122"/>
                </a:endParaRPr>
              </a:p>
              <a:p>
                <a:pPr marL="0" indent="0" algn="l">
                  <a:buFont typeface="Arial" panose="020B0604020202020204" pitchFamily="34" charset="0"/>
                  <a:buNone/>
                </a:pPr>
                <a14:m>
                  <m:oMathPara xmlns:m="http://schemas.openxmlformats.org/officeDocument/2006/math">
                    <m:oMathParaPr>
                      <m:jc m:val="centerGroup"/>
                    </m:oMathParaPr>
                    <m:oMath xmlns:m="http://schemas.openxmlformats.org/officeDocument/2006/math">
                      <m:nary>
                        <m:naryPr>
                          <m:chr m:val="∏"/>
                          <m:limLoc m:val="subSup"/>
                          <m:ctrlPr>
                            <a:rPr lang="zh-CN" altLang="en-US" sz="2000" i="1" dirty="0" smtClean="0">
                              <a:solidFill>
                                <a:schemeClr val="bg1"/>
                              </a:solidFill>
                              <a:latin typeface="Cambria Math" panose="02040503050406030204" pitchFamily="18" charset="0"/>
                              <a:ea typeface="微软雅黑" panose="020B0503020204020204" charset="-122"/>
                              <a:cs typeface="Cambria Math" panose="02040503050406030204" pitchFamily="18" charset="0"/>
                            </a:rPr>
                          </m:ctrlPr>
                        </m:naryPr>
                        <m:sub>
                          <m:r>
                            <a:rPr lang="en-US" altLang="zh-CN" sz="2000" i="1" dirty="0" smtClean="0">
                              <a:solidFill>
                                <a:schemeClr val="bg1"/>
                              </a:solidFill>
                              <a:latin typeface="Cambria Math" panose="02040503050406030204" pitchFamily="18" charset="0"/>
                              <a:ea typeface="微软雅黑" panose="020B0503020204020204" charset="-122"/>
                              <a:cs typeface="Cambria Math" panose="02040503050406030204" pitchFamily="18" charset="0"/>
                            </a:rPr>
                            <m:t>𝑑</m:t>
                          </m:r>
                          <m:r>
                            <a:rPr lang="en-US" altLang="zh-CN" sz="2000" i="1" dirty="0" smtClean="0">
                              <a:solidFill>
                                <a:schemeClr val="bg1"/>
                              </a:solidFill>
                              <a:latin typeface="Cambria Math" panose="02040503050406030204" pitchFamily="18" charset="0"/>
                              <a:ea typeface="MS Mincho" charset="0"/>
                              <a:cs typeface="Cambria Math" panose="02040503050406030204" pitchFamily="18" charset="0"/>
                            </a:rPr>
                            <m:t>,</m:t>
                          </m:r>
                          <m:r>
                            <a:rPr lang="en-US" altLang="zh-CN" sz="2000" i="1" dirty="0" smtClean="0">
                              <a:solidFill>
                                <a:schemeClr val="bg1"/>
                              </a:solidFill>
                              <a:latin typeface="Cambria Math" panose="02040503050406030204" pitchFamily="18" charset="0"/>
                              <a:ea typeface="微软雅黑" panose="020B0503020204020204" charset="-122"/>
                              <a:cs typeface="Cambria Math" panose="02040503050406030204" pitchFamily="18" charset="0"/>
                            </a:rPr>
                            <m:t>𝐿</m:t>
                          </m:r>
                          <m:r>
                            <a:rPr lang="en-US" altLang="zh-CN" sz="2000" i="1" dirty="0" smtClean="0">
                              <a:solidFill>
                                <a:schemeClr val="bg1"/>
                              </a:solidFill>
                              <a:latin typeface="Cambria Math" panose="02040503050406030204" pitchFamily="18" charset="0"/>
                              <a:ea typeface="MS Mincho" charset="0"/>
                              <a:cs typeface="Cambria Math" panose="02040503050406030204" pitchFamily="18" charset="0"/>
                            </a:rPr>
                            <m:t>,</m:t>
                          </m:r>
                          <m:r>
                            <a:rPr lang="en-US" altLang="zh-CN" sz="2000" i="1" dirty="0" smtClean="0">
                              <a:solidFill>
                                <a:schemeClr val="bg1"/>
                              </a:solidFill>
                              <a:latin typeface="Cambria Math" panose="02040503050406030204" pitchFamily="18" charset="0"/>
                              <a:ea typeface="微软雅黑" panose="020B0503020204020204" charset="-122"/>
                              <a:cs typeface="Cambria Math" panose="02040503050406030204" pitchFamily="18" charset="0"/>
                            </a:rPr>
                            <m:t>𝑎</m:t>
                          </m:r>
                        </m:sub>
                        <m:sup>
                          <m:r>
                            <a:rPr lang="en-US" altLang="zh-CN" sz="2000" i="1" dirty="0" smtClean="0">
                              <a:solidFill>
                                <a:schemeClr val="bg1"/>
                              </a:solidFill>
                              <a:latin typeface="Cambria Math" panose="02040503050406030204" pitchFamily="18" charset="0"/>
                              <a:ea typeface="MS Mincho" charset="0"/>
                              <a:cs typeface="Cambria Math" panose="02040503050406030204" pitchFamily="18" charset="0"/>
                            </a:rPr>
                            <m:t>纯</m:t>
                          </m:r>
                        </m:sup>
                        <m:e>
                          <m:r>
                            <a:rPr lang="en-US" altLang="zh-CN" sz="2000" i="1">
                              <a:solidFill>
                                <a:schemeClr val="bg1"/>
                              </a:solidFill>
                              <a:latin typeface="Cambria Math" panose="02040503050406030204" pitchFamily="18" charset="0"/>
                              <a:ea typeface="MS Mincho" charset="0"/>
                              <a:cs typeface="Cambria Math" panose="02040503050406030204" pitchFamily="18" charset="0"/>
                            </a:rPr>
                            <m:t>=</m:t>
                          </m:r>
                          <m:sSub>
                            <m:sSubPr>
                              <m:ctrlPr>
                                <a:rPr lang="en-US" altLang="zh-CN" sz="2000" i="1">
                                  <a:solidFill>
                                    <a:schemeClr val="bg1"/>
                                  </a:solidFill>
                                  <a:latin typeface="Cambria Math" panose="02040503050406030204" pitchFamily="18" charset="0"/>
                                  <a:ea typeface="微软雅黑" panose="020B0503020204020204" charset="-122"/>
                                  <a:cs typeface="Cambria Math" panose="02040503050406030204" pitchFamily="18" charset="0"/>
                                </a:rPr>
                              </m:ctrlPr>
                            </m:sSubPr>
                            <m:e>
                              <m:r>
                                <a:rPr lang="en-US" altLang="zh-CN" sz="2000" i="1">
                                  <a:solidFill>
                                    <a:schemeClr val="bg1"/>
                                  </a:solidFill>
                                  <a:latin typeface="Cambria Math" panose="02040503050406030204" pitchFamily="18" charset="0"/>
                                  <a:ea typeface="微软雅黑" panose="020B0503020204020204" charset="-122"/>
                                  <a:cs typeface="Cambria Math" panose="02040503050406030204" pitchFamily="18" charset="0"/>
                                </a:rPr>
                                <m:t>𝑃</m:t>
                              </m:r>
                            </m:e>
                            <m:sub>
                              <m:r>
                                <a:rPr lang="en-US" altLang="zh-CN" sz="2000" i="1">
                                  <a:solidFill>
                                    <a:schemeClr val="bg1"/>
                                  </a:solidFill>
                                  <a:latin typeface="Cambria Math" panose="02040503050406030204" pitchFamily="18" charset="0"/>
                                  <a:ea typeface="微软雅黑" panose="020B0503020204020204" charset="-122"/>
                                  <a:cs typeface="Cambria Math" panose="02040503050406030204" pitchFamily="18" charset="0"/>
                                </a:rPr>
                                <m:t>𝑑</m:t>
                              </m:r>
                              <m:r>
                                <a:rPr lang="en-US" altLang="zh-CN" sz="2000" i="1">
                                  <a:solidFill>
                                    <a:schemeClr val="bg1"/>
                                  </a:solidFill>
                                  <a:latin typeface="Cambria Math" panose="02040503050406030204" pitchFamily="18" charset="0"/>
                                  <a:ea typeface="MS Mincho" charset="0"/>
                                  <a:cs typeface="Cambria Math" panose="02040503050406030204" pitchFamily="18" charset="0"/>
                                </a:rPr>
                                <m:t>,</m:t>
                              </m:r>
                              <m:r>
                                <a:rPr lang="en-US" altLang="zh-CN" sz="2000" i="1">
                                  <a:solidFill>
                                    <a:schemeClr val="bg1"/>
                                  </a:solidFill>
                                  <a:latin typeface="Cambria Math" panose="02040503050406030204" pitchFamily="18" charset="0"/>
                                  <a:ea typeface="微软雅黑" panose="020B0503020204020204" charset="-122"/>
                                  <a:cs typeface="Cambria Math" panose="02040503050406030204" pitchFamily="18" charset="0"/>
                                </a:rPr>
                                <m:t>𝑎</m:t>
                              </m:r>
                            </m:sub>
                          </m:sSub>
                          <m:r>
                            <a:rPr lang="en-US" altLang="zh-CN" sz="2000" i="1">
                              <a:solidFill>
                                <a:schemeClr val="bg1"/>
                              </a:solidFill>
                              <a:latin typeface="Cambria Math" panose="02040503050406030204" pitchFamily="18" charset="0"/>
                              <a:ea typeface="MS Mincho" charset="0"/>
                              <a:cs typeface="Cambria Math" panose="02040503050406030204" pitchFamily="18" charset="0"/>
                            </a:rPr>
                            <m:t>×</m:t>
                          </m:r>
                          <m:sSub>
                            <m:sSubPr>
                              <m:ctrlPr>
                                <a:rPr lang="en-US" altLang="zh-CN" sz="2000" i="1">
                                  <a:solidFill>
                                    <a:schemeClr val="bg1"/>
                                  </a:solidFill>
                                  <a:latin typeface="Cambria Math" panose="02040503050406030204" pitchFamily="18" charset="0"/>
                                  <a:ea typeface="微软雅黑" panose="020B0503020204020204" charset="-122"/>
                                  <a:cs typeface="Cambria Math" panose="02040503050406030204" pitchFamily="18" charset="0"/>
                                </a:rPr>
                              </m:ctrlPr>
                            </m:sSubPr>
                            <m:e>
                              <m:r>
                                <a:rPr lang="en-US" altLang="zh-CN" sz="2000" i="1">
                                  <a:solidFill>
                                    <a:schemeClr val="bg1"/>
                                  </a:solidFill>
                                  <a:latin typeface="Cambria Math" panose="02040503050406030204" pitchFamily="18" charset="0"/>
                                  <a:ea typeface="微软雅黑" panose="020B0503020204020204" charset="-122"/>
                                  <a:cs typeface="Cambria Math" panose="02040503050406030204" pitchFamily="18" charset="0"/>
                                </a:rPr>
                                <m:t>𝑅</m:t>
                              </m:r>
                            </m:e>
                            <m:sub>
                              <m:r>
                                <a:rPr lang="en-US" altLang="zh-CN" sz="2000" i="1">
                                  <a:solidFill>
                                    <a:schemeClr val="bg1"/>
                                  </a:solidFill>
                                  <a:latin typeface="Cambria Math" panose="02040503050406030204" pitchFamily="18" charset="0"/>
                                  <a:ea typeface="微软雅黑" panose="020B0503020204020204" charset="-122"/>
                                  <a:cs typeface="Cambria Math" panose="02040503050406030204" pitchFamily="18" charset="0"/>
                                </a:rPr>
                                <m:t>𝐿</m:t>
                              </m:r>
                            </m:sub>
                          </m:sSub>
                          <m:r>
                            <a:rPr lang="en-US" altLang="zh-CN" sz="2000" i="1">
                              <a:solidFill>
                                <a:schemeClr val="bg1"/>
                              </a:solidFill>
                              <a:latin typeface="Cambria Math" panose="02040503050406030204" pitchFamily="18" charset="0"/>
                              <a:ea typeface="MS Mincho" charset="0"/>
                              <a:cs typeface="Cambria Math" panose="02040503050406030204" pitchFamily="18" charset="0"/>
                            </a:rPr>
                            <m:t>×</m:t>
                          </m:r>
                          <m:r>
                            <a:rPr lang="en-US" altLang="zh-CN" sz="2000" i="1">
                              <a:solidFill>
                                <a:schemeClr val="bg1"/>
                              </a:solidFill>
                              <a:latin typeface="Cambria Math" panose="02040503050406030204" pitchFamily="18" charset="0"/>
                              <a:ea typeface="微软雅黑" panose="020B0503020204020204" charset="-122"/>
                              <a:cs typeface="Cambria Math" panose="02040503050406030204" pitchFamily="18" charset="0"/>
                            </a:rPr>
                            <m:t>𝑚𝑎𝑥</m:t>
                          </m:r>
                          <m:r>
                            <a:rPr lang="en-US" altLang="zh-CN" sz="2000" i="1">
                              <a:solidFill>
                                <a:schemeClr val="bg1"/>
                              </a:solidFill>
                              <a:latin typeface="Cambria Math" panose="02040503050406030204" pitchFamily="18" charset="0"/>
                              <a:ea typeface="MS Mincho" charset="0"/>
                              <a:cs typeface="Cambria Math" panose="02040503050406030204" pitchFamily="18" charset="0"/>
                            </a:rPr>
                            <m:t>(</m:t>
                          </m:r>
                          <m:r>
                            <a:rPr lang="en-US" altLang="zh-CN" sz="2000" i="1">
                              <a:solidFill>
                                <a:schemeClr val="bg1"/>
                              </a:solidFill>
                              <a:latin typeface="Cambria Math" panose="02040503050406030204" pitchFamily="18" charset="0"/>
                              <a:ea typeface="MS Mincho" charset="0"/>
                              <a:cs typeface="Cambria Math" panose="02040503050406030204" pitchFamily="18" charset="0"/>
                            </a:rPr>
                            <m:t>0</m:t>
                          </m:r>
                          <m:r>
                            <a:rPr lang="en-US" altLang="zh-CN" sz="2000" i="1">
                              <a:solidFill>
                                <a:schemeClr val="bg1"/>
                              </a:solidFill>
                              <a:latin typeface="Cambria Math" panose="02040503050406030204" pitchFamily="18" charset="0"/>
                              <a:ea typeface="MS Mincho" charset="0"/>
                              <a:cs typeface="Cambria Math" panose="02040503050406030204" pitchFamily="18" charset="0"/>
                            </a:rPr>
                            <m:t>,</m:t>
                          </m:r>
                          <m:sSub>
                            <m:sSubPr>
                              <m:ctrlPr>
                                <a:rPr lang="en-US" altLang="zh-CN" sz="2000" i="1">
                                  <a:solidFill>
                                    <a:schemeClr val="bg1"/>
                                  </a:solidFill>
                                  <a:latin typeface="Cambria Math" panose="02040503050406030204" pitchFamily="18" charset="0"/>
                                  <a:ea typeface="微软雅黑" panose="020B0503020204020204" charset="-122"/>
                                  <a:cs typeface="Cambria Math" panose="02040503050406030204" pitchFamily="18" charset="0"/>
                                </a:rPr>
                              </m:ctrlPr>
                            </m:sSubPr>
                            <m:e>
                              <m:acc>
                                <m:accPr>
                                  <m:chr m:val="̅"/>
                                  <m:ctrlPr>
                                    <a:rPr lang="en-US" altLang="zh-CN" sz="2000" i="1">
                                      <a:solidFill>
                                        <a:schemeClr val="bg1"/>
                                      </a:solidFill>
                                      <a:latin typeface="Cambria Math" panose="02040503050406030204" pitchFamily="18" charset="0"/>
                                      <a:ea typeface="微软雅黑" panose="020B0503020204020204" charset="-122"/>
                                      <a:cs typeface="Cambria Math" panose="02040503050406030204" pitchFamily="18" charset="0"/>
                                    </a:rPr>
                                  </m:ctrlPr>
                                </m:accPr>
                                <m:e>
                                  <m:r>
                                    <a:rPr lang="en-US" altLang="zh-CN" sz="2000" i="1">
                                      <a:solidFill>
                                        <a:schemeClr val="bg1"/>
                                      </a:solidFill>
                                      <a:latin typeface="Cambria Math" panose="02040503050406030204" pitchFamily="18" charset="0"/>
                                      <a:ea typeface="微软雅黑" panose="020B0503020204020204" charset="-122"/>
                                      <a:cs typeface="Cambria Math" panose="02040503050406030204" pitchFamily="18" charset="0"/>
                                    </a:rPr>
                                    <m:t>𝑋</m:t>
                                  </m:r>
                                </m:e>
                              </m:acc>
                            </m:e>
                            <m:sub>
                              <m:r>
                                <a:rPr lang="en-US" altLang="zh-CN" sz="2000" i="1">
                                  <a:solidFill>
                                    <a:schemeClr val="bg1"/>
                                  </a:solidFill>
                                  <a:latin typeface="Cambria Math" panose="02040503050406030204" pitchFamily="18" charset="0"/>
                                  <a:ea typeface="微软雅黑" panose="020B0503020204020204" charset="-122"/>
                                  <a:cs typeface="Cambria Math" panose="02040503050406030204" pitchFamily="18" charset="0"/>
                                </a:rPr>
                                <m:t>𝑑</m:t>
                              </m:r>
                            </m:sub>
                          </m:sSub>
                          <m:r>
                            <a:rPr lang="en-US" altLang="zh-CN" sz="2000" i="1">
                              <a:solidFill>
                                <a:schemeClr val="bg1"/>
                              </a:solidFill>
                              <a:latin typeface="Cambria Math" panose="02040503050406030204" pitchFamily="18" charset="0"/>
                              <a:ea typeface="MS Mincho" charset="0"/>
                              <a:cs typeface="Cambria Math" panose="02040503050406030204" pitchFamily="18" charset="0"/>
                            </a:rPr>
                            <m:t>−</m:t>
                          </m:r>
                          <m:sSub>
                            <m:sSubPr>
                              <m:ctrlPr>
                                <a:rPr lang="en-US" altLang="zh-CN" sz="2000" i="1">
                                  <a:solidFill>
                                    <a:schemeClr val="bg1"/>
                                  </a:solidFill>
                                  <a:latin typeface="Cambria Math" panose="02040503050406030204" pitchFamily="18" charset="0"/>
                                  <a:ea typeface="微软雅黑" panose="020B0503020204020204" charset="-122"/>
                                  <a:cs typeface="Cambria Math" panose="02040503050406030204" pitchFamily="18" charset="0"/>
                                </a:rPr>
                              </m:ctrlPr>
                            </m:sSubPr>
                            <m:e>
                              <m:r>
                                <a:rPr lang="en-US" altLang="zh-CN" sz="2000" i="1">
                                  <a:solidFill>
                                    <a:schemeClr val="bg1"/>
                                  </a:solidFill>
                                  <a:latin typeface="Cambria Math" panose="02040503050406030204" pitchFamily="18" charset="0"/>
                                  <a:ea typeface="微软雅黑" panose="020B0503020204020204" charset="-122"/>
                                  <a:cs typeface="Cambria Math" panose="02040503050406030204" pitchFamily="18" charset="0"/>
                                </a:rPr>
                                <m:t>𝐴</m:t>
                              </m:r>
                            </m:e>
                            <m:sub>
                              <m:r>
                                <a:rPr lang="en-US" altLang="zh-CN" sz="2000" i="1">
                                  <a:solidFill>
                                    <a:schemeClr val="bg1"/>
                                  </a:solidFill>
                                  <a:latin typeface="Cambria Math" panose="02040503050406030204" pitchFamily="18" charset="0"/>
                                  <a:ea typeface="微软雅黑" panose="020B0503020204020204" charset="-122"/>
                                  <a:cs typeface="Cambria Math" panose="02040503050406030204" pitchFamily="18" charset="0"/>
                                </a:rPr>
                                <m:t>𝐿</m:t>
                              </m:r>
                            </m:sub>
                          </m:sSub>
                          <m:r>
                            <a:rPr lang="en-US" altLang="zh-CN" sz="2000" i="1">
                              <a:solidFill>
                                <a:schemeClr val="bg1"/>
                              </a:solidFill>
                              <a:latin typeface="Cambria Math" panose="02040503050406030204" pitchFamily="18" charset="0"/>
                              <a:ea typeface="MS Mincho" charset="0"/>
                              <a:cs typeface="Cambria Math" panose="02040503050406030204" pitchFamily="18" charset="0"/>
                            </a:rPr>
                            <m:t>) </m:t>
                          </m:r>
                        </m:e>
                      </m:nary>
                    </m:oMath>
                  </m:oMathPara>
                </a14:m>
                <a:endParaRPr lang="zh-CN" altLang="en-US" sz="2400" b="1">
                  <a:ln w="12700" cmpd="sng">
                    <a:noFill/>
                    <a:prstDash val="solid"/>
                  </a:ln>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endParaRPr>
              </a:p>
              <a:p>
                <a:pPr marL="0" indent="0" algn="l">
                  <a:buFont typeface="Arial" panose="020B0604020202020204" pitchFamily="34" charset="0"/>
                  <a:buNone/>
                </a:pPr>
                <a:r>
                  <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rPr>
                  <a:t>符号解释：</a:t>
                </a:r>
                <a:endPar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endParaRPr>
              </a:p>
              <a:p>
                <a:pPr marL="0" indent="0" algn="l">
                  <a:buFont typeface="Arial" panose="020B0604020202020204" pitchFamily="34" charset="0"/>
                  <a:buNone/>
                </a:pPr>
                <a14:m>
                  <m:oMath xmlns:m="http://schemas.openxmlformats.org/officeDocument/2006/math">
                    <m:nary>
                      <m:naryPr>
                        <m:chr m:val="∏"/>
                        <m:limLoc m:val="subSup"/>
                        <m:ctrlPr>
                          <a:rPr lang="zh-CN" altLang="en-US" sz="1600" i="1" dirty="0" smtClean="0">
                            <a:solidFill>
                              <a:schemeClr val="bg1"/>
                            </a:solidFill>
                            <a:latin typeface="Cambria Math" panose="02040503050406030204" pitchFamily="18" charset="0"/>
                            <a:ea typeface="微软雅黑" panose="020B0503020204020204" charset="-122"/>
                            <a:cs typeface="Cambria Math" panose="02040503050406030204" pitchFamily="18" charset="0"/>
                          </a:rPr>
                        </m:ctrlPr>
                      </m:naryPr>
                      <m:sub>
                        <m:r>
                          <a:rPr lang="en-US" altLang="zh-CN" sz="1600" i="1" dirty="0" smtClean="0">
                            <a:solidFill>
                              <a:schemeClr val="bg1"/>
                            </a:solidFill>
                            <a:latin typeface="Cambria Math" panose="02040503050406030204" pitchFamily="18" charset="0"/>
                            <a:ea typeface="微软雅黑" panose="020B0503020204020204" charset="-122"/>
                            <a:cs typeface="Cambria Math" panose="02040503050406030204" pitchFamily="18" charset="0"/>
                          </a:rPr>
                          <m:t>𝑑</m:t>
                        </m:r>
                        <m:r>
                          <a:rPr lang="en-US" altLang="zh-CN" sz="1600" i="1" dirty="0" smtClean="0">
                            <a:solidFill>
                              <a:schemeClr val="bg1"/>
                            </a:solidFill>
                            <a:latin typeface="Cambria Math" panose="02040503050406030204" pitchFamily="18" charset="0"/>
                            <a:ea typeface="MS Mincho" charset="0"/>
                            <a:cs typeface="Cambria Math" panose="02040503050406030204" pitchFamily="18" charset="0"/>
                          </a:rPr>
                          <m:t>,</m:t>
                        </m:r>
                        <m:r>
                          <a:rPr lang="en-US" altLang="zh-CN" sz="1600" i="1" dirty="0" smtClean="0">
                            <a:solidFill>
                              <a:schemeClr val="bg1"/>
                            </a:solidFill>
                            <a:latin typeface="Cambria Math" panose="02040503050406030204" pitchFamily="18" charset="0"/>
                            <a:ea typeface="微软雅黑" panose="020B0503020204020204" charset="-122"/>
                            <a:cs typeface="Cambria Math" panose="02040503050406030204" pitchFamily="18" charset="0"/>
                          </a:rPr>
                          <m:t>𝐿</m:t>
                        </m:r>
                        <m:r>
                          <a:rPr lang="en-US" altLang="zh-CN" sz="1600" i="1" dirty="0" smtClean="0">
                            <a:solidFill>
                              <a:schemeClr val="bg1"/>
                            </a:solidFill>
                            <a:latin typeface="Cambria Math" panose="02040503050406030204" pitchFamily="18" charset="0"/>
                            <a:ea typeface="MS Mincho" charset="0"/>
                            <a:cs typeface="Cambria Math" panose="02040503050406030204" pitchFamily="18" charset="0"/>
                          </a:rPr>
                          <m:t>,</m:t>
                        </m:r>
                        <m:r>
                          <a:rPr lang="en-US" altLang="zh-CN" sz="1600" i="1" dirty="0" smtClean="0">
                            <a:solidFill>
                              <a:schemeClr val="bg1"/>
                            </a:solidFill>
                            <a:latin typeface="Cambria Math" panose="02040503050406030204" pitchFamily="18" charset="0"/>
                            <a:ea typeface="微软雅黑" panose="020B0503020204020204" charset="-122"/>
                            <a:cs typeface="Cambria Math" panose="02040503050406030204" pitchFamily="18" charset="0"/>
                          </a:rPr>
                          <m:t>𝑎</m:t>
                        </m:r>
                      </m:sub>
                      <m:sup>
                        <m:r>
                          <a:rPr lang="en-US" altLang="zh-CN" sz="1600" i="1" dirty="0" smtClean="0">
                            <a:solidFill>
                              <a:schemeClr val="bg1"/>
                            </a:solidFill>
                            <a:latin typeface="Cambria Math" panose="02040503050406030204" pitchFamily="18" charset="0"/>
                            <a:ea typeface="MS Mincho" charset="0"/>
                            <a:cs typeface="Cambria Math" panose="02040503050406030204" pitchFamily="18" charset="0"/>
                          </a:rPr>
                          <m:t>纯</m:t>
                        </m:r>
                      </m:sup>
                      <m:e>
                        <m:r>
                          <a:rPr lang="en-US" altLang="zh-CN" sz="1600" dirty="0" smtClean="0">
                            <a:solidFill>
                              <a:schemeClr val="bg1"/>
                            </a:solidFill>
                            <a:latin typeface="Cambria Math" panose="02040503050406030204" pitchFamily="18" charset="0"/>
                            <a:ea typeface="MS Mincho" charset="0"/>
                            <a:cs typeface="Cambria Math" panose="02040503050406030204" pitchFamily="18" charset="0"/>
                            <a:sym typeface="+mn-ea"/>
                          </a:rPr>
                          <m:t>:疾病</m:t>
                        </m:r>
                        <m:r>
                          <a:rPr lang="en-US" altLang="zh-CN" sz="1600" dirty="0" smtClean="0">
                            <a:solidFill>
                              <a:schemeClr val="bg1"/>
                            </a:solidFill>
                            <a:latin typeface="Cambria Math" panose="02040503050406030204" pitchFamily="18" charset="0"/>
                            <a:ea typeface="微软雅黑" panose="020B0503020204020204" charset="-122"/>
                            <a:cs typeface="Cambria Math" panose="02040503050406030204" pitchFamily="18" charset="0"/>
                            <a:sym typeface="+mn-ea"/>
                          </a:rPr>
                          <m:t>𝑑</m:t>
                        </m:r>
                        <m:r>
                          <a:rPr lang="en-US" altLang="zh-CN" sz="1600" dirty="0" smtClean="0">
                            <a:solidFill>
                              <a:schemeClr val="bg1"/>
                            </a:solidFill>
                            <a:latin typeface="Cambria Math" panose="02040503050406030204" pitchFamily="18" charset="0"/>
                            <a:ea typeface="MS Mincho" charset="0"/>
                            <a:cs typeface="Cambria Math" panose="02040503050406030204" pitchFamily="18" charset="0"/>
                            <a:sym typeface="+mn-ea"/>
                          </a:rPr>
                          <m:t>在层</m:t>
                        </m:r>
                        <m:r>
                          <a:rPr lang="zh-CN" altLang="en-US" sz="1600" b="1">
                            <a:ln w="12700" cmpd="sng">
                              <a:noFill/>
                              <a:prstDash val="solid"/>
                            </a:ln>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charset="-122"/>
                            <a:cs typeface="Cambria Math" panose="02040503050406030204" pitchFamily="18" charset="0"/>
                            <a:sym typeface="+mn-ea"/>
                          </a:rPr>
                          <m:t>𝐿</m:t>
                        </m:r>
                        <m:r>
                          <a:rPr lang="en-US" altLang="zh-CN" sz="1600" dirty="0" smtClean="0">
                            <a:solidFill>
                              <a:schemeClr val="bg1"/>
                            </a:solidFill>
                            <a:latin typeface="Cambria Math" panose="02040503050406030204" pitchFamily="18" charset="0"/>
                            <a:ea typeface="MS Mincho" charset="0"/>
                            <a:cs typeface="Cambria Math" panose="02040503050406030204" pitchFamily="18" charset="0"/>
                            <a:sym typeface="+mn-ea"/>
                          </a:rPr>
                          <m:t>和年龄</m:t>
                        </m:r>
                        <m:r>
                          <a:rPr lang="en-US" altLang="zh-CN" sz="1600" dirty="0" smtClean="0">
                            <a:solidFill>
                              <a:schemeClr val="bg1"/>
                            </a:solidFill>
                            <a:latin typeface="Cambria Math" panose="02040503050406030204" pitchFamily="18" charset="0"/>
                            <a:ea typeface="微软雅黑" panose="020B0503020204020204" charset="-122"/>
                            <a:cs typeface="Cambria Math" panose="02040503050406030204" pitchFamily="18" charset="0"/>
                            <a:sym typeface="+mn-ea"/>
                          </a:rPr>
                          <m:t>𝑎</m:t>
                        </m:r>
                        <m:r>
                          <a:rPr lang="en-US" altLang="zh-CN" sz="1600" dirty="0" smtClean="0">
                            <a:solidFill>
                              <a:schemeClr val="bg1"/>
                            </a:solidFill>
                            <a:latin typeface="Cambria Math" panose="02040503050406030204" pitchFamily="18" charset="0"/>
                            <a:ea typeface="MS Mincho" charset="0"/>
                            <a:cs typeface="Cambria Math" panose="02040503050406030204" pitchFamily="18" charset="0"/>
                            <a:sym typeface="+mn-ea"/>
                          </a:rPr>
                          <m:t>下的纯保费</m:t>
                        </m:r>
                        <m:r>
                          <a:rPr lang="en-US" altLang="zh-CN" sz="1600" i="1">
                            <a:solidFill>
                              <a:schemeClr val="bg1"/>
                            </a:solidFill>
                            <a:latin typeface="Cambria Math" panose="02040503050406030204" pitchFamily="18" charset="0"/>
                            <a:ea typeface="MS Mincho" charset="0"/>
                            <a:cs typeface="Cambria Math" panose="02040503050406030204" pitchFamily="18" charset="0"/>
                          </a:rPr>
                          <m:t> </m:t>
                        </m:r>
                      </m:e>
                    </m:nary>
                  </m:oMath>
                </a14:m>
                <a:r>
                  <a:rPr lang="en-US" altLang="zh-CN" sz="1600" dirty="0" smtClean="0">
                    <a:noFill/>
                    <a:latin typeface="微软雅黑" panose="020B0503020204020204" charset="-122"/>
                    <a:ea typeface="微软雅黑" panose="020B0503020204020204" charset="-122"/>
                    <a:cs typeface="微软雅黑" panose="020B0503020204020204" charset="-122"/>
                  </a:rPr>
                  <a:t>1</a:t>
                </a:r>
                <a:endParaRPr lang="en-US" altLang="zh-CN" sz="1600" dirty="0" smtClean="0">
                  <a:solidFill>
                    <a:schemeClr val="bg1"/>
                  </a:solidFill>
                  <a:latin typeface="微软雅黑" panose="020B0503020204020204" charset="-122"/>
                  <a:ea typeface="微软雅黑" panose="020B0503020204020204" charset="-122"/>
                  <a:cs typeface="微软雅黑" panose="020B0503020204020204" charset="-122"/>
                </a:endParaRPr>
              </a:p>
              <a:p>
                <a:pPr marL="0" indent="0" algn="l">
                  <a:buFont typeface="Arial" panose="020B0604020202020204" pitchFamily="34" charset="0"/>
                  <a:buNone/>
                </a:pPr>
                <a14:m>
                  <m:oMath xmlns:m="http://schemas.openxmlformats.org/officeDocument/2006/math">
                    <m:sSub>
                      <m:sSubPr>
                        <m:ctrlPr>
                          <a:rPr lang="en-US" altLang="zh-CN" sz="1600" i="1">
                            <a:solidFill>
                              <a:schemeClr val="bg1"/>
                            </a:solidFill>
                            <a:latin typeface="Cambria Math" panose="02040503050406030204" pitchFamily="18" charset="0"/>
                            <a:ea typeface="微软雅黑" panose="020B0503020204020204" charset="-122"/>
                            <a:cs typeface="Cambria Math" panose="02040503050406030204" pitchFamily="18" charset="0"/>
                          </a:rPr>
                        </m:ctrlPr>
                      </m:sSubPr>
                      <m:e>
                        <m:r>
                          <a:rPr lang="en-US" altLang="zh-CN" sz="1600" i="1">
                            <a:solidFill>
                              <a:schemeClr val="bg1"/>
                            </a:solidFill>
                            <a:latin typeface="Cambria Math" panose="02040503050406030204" pitchFamily="18" charset="0"/>
                            <a:ea typeface="微软雅黑" panose="020B0503020204020204" charset="-122"/>
                            <a:cs typeface="Cambria Math" panose="02040503050406030204" pitchFamily="18" charset="0"/>
                          </a:rPr>
                          <m:t>𝑃</m:t>
                        </m:r>
                      </m:e>
                      <m:sub>
                        <m:r>
                          <a:rPr lang="en-US" altLang="zh-CN" sz="1600" i="1">
                            <a:solidFill>
                              <a:schemeClr val="bg1"/>
                            </a:solidFill>
                            <a:latin typeface="Cambria Math" panose="02040503050406030204" pitchFamily="18" charset="0"/>
                            <a:ea typeface="微软雅黑" panose="020B0503020204020204" charset="-122"/>
                            <a:cs typeface="Cambria Math" panose="02040503050406030204" pitchFamily="18" charset="0"/>
                          </a:rPr>
                          <m:t>𝑑</m:t>
                        </m:r>
                        <m:r>
                          <a:rPr lang="en-US" altLang="zh-CN" sz="1600" i="1">
                            <a:solidFill>
                              <a:schemeClr val="bg1"/>
                            </a:solidFill>
                            <a:latin typeface="Cambria Math" panose="02040503050406030204" pitchFamily="18" charset="0"/>
                            <a:ea typeface="MS Mincho" charset="0"/>
                            <a:cs typeface="Cambria Math" panose="02040503050406030204" pitchFamily="18" charset="0"/>
                          </a:rPr>
                          <m:t>,</m:t>
                        </m:r>
                        <m:r>
                          <a:rPr lang="en-US" altLang="zh-CN" sz="1600" i="1">
                            <a:solidFill>
                              <a:schemeClr val="bg1"/>
                            </a:solidFill>
                            <a:latin typeface="Cambria Math" panose="02040503050406030204" pitchFamily="18" charset="0"/>
                            <a:ea typeface="微软雅黑" panose="020B0503020204020204" charset="-122"/>
                            <a:cs typeface="Cambria Math" panose="02040503050406030204" pitchFamily="18" charset="0"/>
                          </a:rPr>
                          <m:t>𝑎</m:t>
                        </m:r>
                      </m:sub>
                    </m:sSub>
                  </m:oMath>
                </a14:m>
                <a:r>
                  <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rPr>
                  <a:t>：疾病</a:t>
                </a:r>
                <a:r>
                  <a:rPr lang="en-US" altLang="zh-CN" sz="1600" dirty="0" smtClean="0">
                    <a:solidFill>
                      <a:schemeClr val="bg1"/>
                    </a:solidFill>
                    <a:latin typeface="微软雅黑" panose="020B0503020204020204" charset="-122"/>
                    <a:ea typeface="微软雅黑" panose="020B0503020204020204" charset="-122"/>
                    <a:cs typeface="微软雅黑" panose="020B0503020204020204" charset="-122"/>
                  </a:rPr>
                  <a:t>d</a:t>
                </a:r>
                <a:r>
                  <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rPr>
                  <a:t>在年龄</a:t>
                </a:r>
                <a:r>
                  <a:rPr lang="en-US" altLang="zh-CN" sz="1600" dirty="0" smtClean="0">
                    <a:solidFill>
                      <a:schemeClr val="bg1"/>
                    </a:solidFill>
                    <a:latin typeface="微软雅黑" panose="020B0503020204020204" charset="-122"/>
                    <a:ea typeface="微软雅黑" panose="020B0503020204020204" charset="-122"/>
                    <a:cs typeface="微软雅黑" panose="020B0503020204020204" charset="-122"/>
                  </a:rPr>
                  <a:t>a</a:t>
                </a:r>
                <a:r>
                  <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rPr>
                  <a:t>下的年发生率（或年内导致住院并产生自付费用的概率）</a:t>
                </a:r>
                <a:endPar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endParaRPr>
              </a:p>
              <a:p>
                <a:pPr marL="0" indent="0" algn="l">
                  <a:buFont typeface="Arial" panose="020B0604020202020204" pitchFamily="34" charset="0"/>
                  <a:buNone/>
                </a:pPr>
                <a14:m>
                  <m:oMath xmlns:m="http://schemas.openxmlformats.org/officeDocument/2006/math">
                    <m:sSub>
                      <m:sSubPr>
                        <m:ctrlPr>
                          <a:rPr lang="en-US" altLang="zh-CN" sz="1600" i="1">
                            <a:solidFill>
                              <a:schemeClr val="bg1"/>
                            </a:solidFill>
                            <a:latin typeface="Cambria Math" panose="02040503050406030204" pitchFamily="18" charset="0"/>
                            <a:ea typeface="微软雅黑" panose="020B0503020204020204" charset="-122"/>
                            <a:cs typeface="Cambria Math" panose="02040503050406030204" pitchFamily="18" charset="0"/>
                          </a:rPr>
                        </m:ctrlPr>
                      </m:sSubPr>
                      <m:e>
                        <m:acc>
                          <m:accPr>
                            <m:chr m:val="̅"/>
                            <m:ctrlPr>
                              <a:rPr lang="en-US" altLang="zh-CN" sz="1600" i="1">
                                <a:solidFill>
                                  <a:schemeClr val="bg1"/>
                                </a:solidFill>
                                <a:latin typeface="Cambria Math" panose="02040503050406030204" pitchFamily="18" charset="0"/>
                                <a:ea typeface="微软雅黑" panose="020B0503020204020204" charset="-122"/>
                                <a:cs typeface="Cambria Math" panose="02040503050406030204" pitchFamily="18" charset="0"/>
                              </a:rPr>
                            </m:ctrlPr>
                          </m:accPr>
                          <m:e>
                            <m:r>
                              <a:rPr lang="en-US" altLang="zh-CN" sz="1600" i="1">
                                <a:solidFill>
                                  <a:schemeClr val="bg1"/>
                                </a:solidFill>
                                <a:latin typeface="Cambria Math" panose="02040503050406030204" pitchFamily="18" charset="0"/>
                                <a:ea typeface="微软雅黑" panose="020B0503020204020204" charset="-122"/>
                                <a:cs typeface="Cambria Math" panose="02040503050406030204" pitchFamily="18" charset="0"/>
                              </a:rPr>
                              <m:t>𝑋</m:t>
                            </m:r>
                          </m:e>
                        </m:acc>
                      </m:e>
                      <m:sub>
                        <m:r>
                          <a:rPr lang="en-US" altLang="zh-CN" sz="1600" i="1">
                            <a:solidFill>
                              <a:schemeClr val="bg1"/>
                            </a:solidFill>
                            <a:latin typeface="Cambria Math" panose="02040503050406030204" pitchFamily="18" charset="0"/>
                            <a:ea typeface="微软雅黑" panose="020B0503020204020204" charset="-122"/>
                            <a:cs typeface="Cambria Math" panose="02040503050406030204" pitchFamily="18" charset="0"/>
                          </a:rPr>
                          <m:t>𝑑</m:t>
                        </m:r>
                      </m:sub>
                    </m:sSub>
                  </m:oMath>
                </a14:m>
                <a:r>
                  <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rPr>
                  <a:t> </a:t>
                </a:r>
                <a:r>
                  <a:rPr lang="en-US" altLang="zh-CN" sz="1600" dirty="0" smtClean="0">
                    <a:solidFill>
                      <a:schemeClr val="bg1"/>
                    </a:solidFill>
                    <a:latin typeface="微软雅黑" panose="020B0503020204020204" charset="-122"/>
                    <a:ea typeface="微软雅黑" panose="020B0503020204020204" charset="-122"/>
                    <a:cs typeface="微软雅黑" panose="020B0503020204020204" charset="-122"/>
                  </a:rPr>
                  <a:t> </a:t>
                </a:r>
                <a:r>
                  <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rPr>
                  <a:t>：疾病</a:t>
                </a:r>
                <a:r>
                  <a:rPr lang="en-US" altLang="zh-CN" sz="1600" dirty="0" smtClean="0">
                    <a:solidFill>
                      <a:schemeClr val="bg1"/>
                    </a:solidFill>
                    <a:latin typeface="微软雅黑" panose="020B0503020204020204" charset="-122"/>
                    <a:ea typeface="微软雅黑" panose="020B0503020204020204" charset="-122"/>
                    <a:cs typeface="微软雅黑" panose="020B0503020204020204" charset="-122"/>
                  </a:rPr>
                  <a:t>d</a:t>
                </a:r>
                <a:r>
                  <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rPr>
                  <a:t>的预期自付支出</a:t>
                </a:r>
                <a:endPar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endParaRPr>
              </a:p>
              <a:p>
                <a:pPr marL="0" indent="0" algn="l">
                  <a:buFont typeface="Arial" panose="020B0604020202020204" pitchFamily="34" charset="0"/>
                  <a:buNone/>
                </a:pPr>
                <a14:m>
                  <m:oMath xmlns:m="http://schemas.openxmlformats.org/officeDocument/2006/math">
                    <m:sSub>
                      <m:sSubPr>
                        <m:ctrlPr>
                          <a:rPr lang="en-US" altLang="zh-CN" sz="1600" i="1">
                            <a:solidFill>
                              <a:schemeClr val="bg1"/>
                            </a:solidFill>
                            <a:latin typeface="Cambria Math" panose="02040503050406030204" pitchFamily="18" charset="0"/>
                            <a:ea typeface="微软雅黑" panose="020B0503020204020204" charset="-122"/>
                            <a:cs typeface="Cambria Math" panose="02040503050406030204" pitchFamily="18" charset="0"/>
                          </a:rPr>
                        </m:ctrlPr>
                      </m:sSubPr>
                      <m:e>
                        <m:r>
                          <a:rPr lang="en-US" altLang="zh-CN" sz="1600" i="1">
                            <a:solidFill>
                              <a:schemeClr val="bg1"/>
                            </a:solidFill>
                            <a:latin typeface="Cambria Math" panose="02040503050406030204" pitchFamily="18" charset="0"/>
                            <a:ea typeface="微软雅黑" panose="020B0503020204020204" charset="-122"/>
                            <a:cs typeface="Cambria Math" panose="02040503050406030204" pitchFamily="18" charset="0"/>
                          </a:rPr>
                          <m:t>𝐴</m:t>
                        </m:r>
                      </m:e>
                      <m:sub>
                        <m:r>
                          <a:rPr lang="en-US" altLang="zh-CN" sz="1600" i="1">
                            <a:solidFill>
                              <a:schemeClr val="bg1"/>
                            </a:solidFill>
                            <a:latin typeface="Cambria Math" panose="02040503050406030204" pitchFamily="18" charset="0"/>
                            <a:ea typeface="微软雅黑" panose="020B0503020204020204" charset="-122"/>
                            <a:cs typeface="Cambria Math" panose="02040503050406030204" pitchFamily="18" charset="0"/>
                          </a:rPr>
                          <m:t>𝐿</m:t>
                        </m:r>
                      </m:sub>
                    </m:sSub>
                  </m:oMath>
                </a14:m>
                <a:r>
                  <a:rPr lang="en-US" altLang="zh-CN" sz="1600" dirty="0" smtClean="0">
                    <a:solidFill>
                      <a:schemeClr val="bg1"/>
                    </a:solidFill>
                    <a:latin typeface="微软雅黑" panose="020B0503020204020204" charset="-122"/>
                    <a:ea typeface="微软雅黑" panose="020B0503020204020204" charset="-122"/>
                    <a:cs typeface="微软雅黑" panose="020B0503020204020204" charset="-122"/>
                  </a:rPr>
                  <a:t> </a:t>
                </a:r>
                <a:r>
                  <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rPr>
                  <a:t>：层</a:t>
                </a:r>
                <a:r>
                  <a:rPr lang="en-US" altLang="zh-CN" sz="1600" dirty="0" smtClean="0">
                    <a:solidFill>
                      <a:schemeClr val="bg1"/>
                    </a:solidFill>
                    <a:latin typeface="微软雅黑" panose="020B0503020204020204" charset="-122"/>
                    <a:ea typeface="微软雅黑" panose="020B0503020204020204" charset="-122"/>
                    <a:cs typeface="微软雅黑" panose="020B0503020204020204" charset="-122"/>
                  </a:rPr>
                  <a:t>L</a:t>
                </a:r>
                <a:r>
                  <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rPr>
                  <a:t>的年度免赔额（其中</a:t>
                </a:r>
                <a:r>
                  <a:rPr lang="en-US" altLang="zh-CN" sz="1600" dirty="0" smtClean="0">
                    <a:solidFill>
                      <a:schemeClr val="bg1"/>
                    </a:solidFill>
                    <a:latin typeface="微软雅黑" panose="020B0503020204020204" charset="-122"/>
                    <a:ea typeface="微软雅黑" panose="020B0503020204020204" charset="-122"/>
                    <a:cs typeface="微软雅黑" panose="020B0503020204020204" charset="-122"/>
                  </a:rPr>
                  <a:t>L=1,2,3</a:t>
                </a:r>
                <a:r>
                  <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rPr>
                  <a:t>分别对应基础层、增强层、专属层）</a:t>
                </a:r>
                <a:endPar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endParaRPr>
              </a:p>
              <a:p>
                <a:pPr marL="0" indent="0" algn="l">
                  <a:buFont typeface="Arial" panose="020B0604020202020204" pitchFamily="34" charset="0"/>
                  <a:buNone/>
                </a:pPr>
                <a14:m>
                  <m:oMath xmlns:m="http://schemas.openxmlformats.org/officeDocument/2006/math">
                    <m:sSub>
                      <m:sSubPr>
                        <m:ctrlPr>
                          <a:rPr lang="en-US" altLang="zh-CN" sz="1600" i="1">
                            <a:solidFill>
                              <a:schemeClr val="bg1"/>
                            </a:solidFill>
                            <a:latin typeface="Cambria Math" panose="02040503050406030204" pitchFamily="18" charset="0"/>
                            <a:ea typeface="微软雅黑" panose="020B0503020204020204" charset="-122"/>
                            <a:cs typeface="Cambria Math" panose="02040503050406030204" pitchFamily="18" charset="0"/>
                          </a:rPr>
                        </m:ctrlPr>
                      </m:sSubPr>
                      <m:e>
                        <m:r>
                          <a:rPr lang="en-US" altLang="zh-CN" sz="1600" i="1">
                            <a:solidFill>
                              <a:schemeClr val="bg1"/>
                            </a:solidFill>
                            <a:latin typeface="Cambria Math" panose="02040503050406030204" pitchFamily="18" charset="0"/>
                            <a:ea typeface="微软雅黑" panose="020B0503020204020204" charset="-122"/>
                            <a:cs typeface="Cambria Math" panose="02040503050406030204" pitchFamily="18" charset="0"/>
                          </a:rPr>
                          <m:t>𝑅</m:t>
                        </m:r>
                      </m:e>
                      <m:sub>
                        <m:r>
                          <a:rPr lang="en-US" altLang="zh-CN" sz="1600" i="1">
                            <a:solidFill>
                              <a:schemeClr val="bg1"/>
                            </a:solidFill>
                            <a:latin typeface="Cambria Math" panose="02040503050406030204" pitchFamily="18" charset="0"/>
                            <a:ea typeface="微软雅黑" panose="020B0503020204020204" charset="-122"/>
                            <a:cs typeface="Cambria Math" panose="02040503050406030204" pitchFamily="18" charset="0"/>
                          </a:rPr>
                          <m:t>𝐿</m:t>
                        </m:r>
                      </m:sub>
                    </m:sSub>
                  </m:oMath>
                </a14:m>
                <a:r>
                  <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rPr>
                  <a:t>：层</a:t>
                </a:r>
                <a:r>
                  <a:rPr lang="en-US" altLang="zh-CN" sz="1600" dirty="0" smtClean="0">
                    <a:solidFill>
                      <a:schemeClr val="bg1"/>
                    </a:solidFill>
                    <a:latin typeface="微软雅黑" panose="020B0503020204020204" charset="-122"/>
                    <a:ea typeface="微软雅黑" panose="020B0503020204020204" charset="-122"/>
                    <a:cs typeface="微软雅黑" panose="020B0503020204020204" charset="-122"/>
                  </a:rPr>
                  <a:t>L</a:t>
                </a:r>
                <a:r>
                  <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rPr>
                  <a:t>的报销比例</a:t>
                </a:r>
                <a:endPar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endParaRPr>
              </a:p>
            </p:txBody>
          </p:sp>
        </mc:Choice>
        <mc:Fallback>
          <p:sp>
            <p:nvSpPr>
              <p:cNvPr id="46" name="文本框 45"/>
              <p:cNvSpPr txBox="1">
                <a:spLocks noRot="1" noChangeAspect="1" noMove="1" noResize="1" noEditPoints="1" noAdjustHandles="1" noChangeArrowheads="1" noChangeShapeType="1" noTextEdit="1"/>
              </p:cNvSpPr>
              <p:nvPr/>
            </p:nvSpPr>
            <p:spPr>
              <a:xfrm>
                <a:off x="147955" y="1461135"/>
                <a:ext cx="4826635" cy="3477895"/>
              </a:xfrm>
              <a:prstGeom prst="roundRect">
                <a:avLst>
                  <a:gd name="adj" fmla="val 7827"/>
                </a:avLst>
              </a:prstGeom>
              <a:blipFill rotWithShape="1">
                <a:blip r:embed="rId11"/>
                <a:stretch>
                  <a:fillRect/>
                </a:stretch>
              </a:blipFill>
            </p:spPr>
            <p:txBody>
              <a:bodyPr/>
              <a:lstStyle/>
              <a:p>
                <a:r>
                  <a:rPr lang="zh-CN" altLang="en-US">
                    <a:noFill/>
                  </a:rPr>
                  <a:t> </a:t>
                </a:r>
              </a:p>
            </p:txBody>
          </p:sp>
        </mc:Fallback>
      </mc:AlternateContent>
      <p:sp>
        <p:nvSpPr>
          <p:cNvPr id="17" name="PA-文本框 24"/>
          <p:cNvSpPr txBox="1"/>
          <p:nvPr>
            <p:custDataLst>
              <p:tags r:id="rId12"/>
            </p:custDataLst>
          </p:nvPr>
        </p:nvSpPr>
        <p:spPr>
          <a:xfrm>
            <a:off x="1600150" y="236296"/>
            <a:ext cx="1605280" cy="521970"/>
          </a:xfrm>
          <a:prstGeom prst="rect">
            <a:avLst/>
          </a:prstGeom>
          <a:noFill/>
        </p:spPr>
        <p:txBody>
          <a:bodyPr wrap="none">
            <a:spAutoFit/>
          </a:bodyPr>
          <a:lstStyle>
            <a:defPPr>
              <a:defRPr lang="zh-CN"/>
            </a:defPPr>
            <a:lvl1pPr>
              <a:defRPr sz="2400" b="1">
                <a:gradFill>
                  <a:gsLst>
                    <a:gs pos="100000">
                      <a:schemeClr val="accent1">
                        <a:lumMod val="50000"/>
                      </a:schemeClr>
                    </a:gs>
                    <a:gs pos="17000">
                      <a:schemeClr val="accent1">
                        <a:lumMod val="50000"/>
                      </a:schemeClr>
                    </a:gs>
                  </a:gsLst>
                  <a:path path="circle">
                    <a:fillToRect r="100000" b="100000"/>
                  </a:path>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gradFill>
                  <a:gsLst>
                    <a:gs pos="100000">
                      <a:srgbClr val="206252">
                        <a:lumMod val="50000"/>
                      </a:srgbClr>
                    </a:gs>
                    <a:gs pos="17000">
                      <a:srgbClr val="206252">
                        <a:lumMod val="75000"/>
                      </a:srgbClr>
                    </a:gs>
                  </a:gsLst>
                  <a:path path="circle">
                    <a:fillToRect r="100000" b="100000"/>
                  </a:path>
                </a:gradFill>
                <a:effectLst/>
                <a:uLnTx/>
                <a:uFillTx/>
                <a:latin typeface="微软雅黑" panose="020B0503020204020204" charset="-122"/>
                <a:ea typeface="微软雅黑" panose="020B0503020204020204" charset="-122"/>
                <a:cs typeface="+mn-cs"/>
                <a:sym typeface="阿里妈妈数黑体" pitchFamily="2" charset="-122"/>
              </a:rPr>
              <a:t>产品设计</a:t>
            </a:r>
            <a:endParaRPr kumimoji="0" lang="zh-CN" altLang="en-US" sz="2800" b="1" i="0" u="none" strike="noStrike" kern="1200" cap="none" spc="0" normalizeH="0" baseline="0" noProof="0" dirty="0">
              <a:ln>
                <a:noFill/>
              </a:ln>
              <a:gradFill>
                <a:gsLst>
                  <a:gs pos="100000">
                    <a:srgbClr val="206252">
                      <a:lumMod val="50000"/>
                    </a:srgbClr>
                  </a:gs>
                  <a:gs pos="17000">
                    <a:srgbClr val="206252">
                      <a:lumMod val="75000"/>
                    </a:srgbClr>
                  </a:gs>
                </a:gsLst>
                <a:path path="circle">
                  <a:fillToRect r="100000" b="100000"/>
                </a:path>
              </a:gradFill>
              <a:effectLst/>
              <a:uLnTx/>
              <a:uFillTx/>
              <a:latin typeface="微软雅黑" panose="020B0503020204020204" charset="-122"/>
              <a:ea typeface="微软雅黑" panose="020B0503020204020204" charset="-122"/>
              <a:cs typeface="+mn-cs"/>
              <a:sym typeface="阿里妈妈数黑体" pitchFamily="2" charset="-122"/>
            </a:endParaRPr>
          </a:p>
        </p:txBody>
      </p:sp>
      <p:sp>
        <p:nvSpPr>
          <p:cNvPr id="18" name="矩形 17"/>
          <p:cNvSpPr/>
          <p:nvPr/>
        </p:nvSpPr>
        <p:spPr>
          <a:xfrm>
            <a:off x="3629660" y="298450"/>
            <a:ext cx="2100580" cy="522605"/>
          </a:xfrm>
          <a:prstGeom prst="rect">
            <a:avLst/>
          </a:prstGeom>
          <a:noFill/>
          <a:ln>
            <a:noFill/>
          </a:ln>
        </p:spPr>
        <p:txBody>
          <a:bodyPr wrap="square" rtlCol="0" anchor="t">
            <a:noAutofit/>
          </a:bodyPr>
          <a:lstStyle/>
          <a:p>
            <a:pPr algn="ctr"/>
            <a:r>
              <a:rPr lang="zh-CN" altLang="en-US" dirty="0">
                <a:solidFill>
                  <a:schemeClr val="tx1"/>
                </a:solidFill>
                <a:effectLst/>
                <a:latin typeface="微软雅黑" panose="020B0503020204020204" charset="-122"/>
                <a:ea typeface="微软雅黑" panose="020B0503020204020204" charset="-122"/>
              </a:rPr>
              <a:t>研究背景</a:t>
            </a:r>
            <a:endParaRPr lang="zh-CN" altLang="en-US" dirty="0">
              <a:solidFill>
                <a:schemeClr val="tx1"/>
              </a:solidFill>
              <a:effectLst/>
              <a:latin typeface="微软雅黑" panose="020B0503020204020204" charset="-122"/>
              <a:ea typeface="微软雅黑" panose="020B0503020204020204" charset="-122"/>
            </a:endParaRPr>
          </a:p>
        </p:txBody>
      </p:sp>
      <p:sp>
        <p:nvSpPr>
          <p:cNvPr id="19" name="PA-文本框 26"/>
          <p:cNvSpPr txBox="1"/>
          <p:nvPr>
            <p:custDataLst>
              <p:tags r:id="rId13"/>
            </p:custDataLst>
          </p:nvPr>
        </p:nvSpPr>
        <p:spPr>
          <a:xfrm>
            <a:off x="5410470" y="313956"/>
            <a:ext cx="10972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阿里妈妈数黑体" pitchFamily="2" charset="-122"/>
              </a:rPr>
              <a:t>前期调研</a:t>
            </a:r>
            <a:endParaRPr kumimoji="0" lang="zh-CN" altLang="en-US" sz="1800" b="1"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阿里妈妈数黑体" pitchFamily="2" charset="-122"/>
            </a:endParaRPr>
          </a:p>
        </p:txBody>
      </p:sp>
      <p:sp>
        <p:nvSpPr>
          <p:cNvPr id="49" name="文本框 48"/>
          <p:cNvSpPr txBox="1"/>
          <p:nvPr/>
        </p:nvSpPr>
        <p:spPr>
          <a:xfrm>
            <a:off x="8453755" y="308610"/>
            <a:ext cx="1121410"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数据分析</a:t>
            </a:r>
            <a:endParaRPr lang="zh-CN" altLang="en-US">
              <a:latin typeface="微软雅黑" panose="020B0503020204020204" charset="-122"/>
              <a:ea typeface="微软雅黑" panose="020B0503020204020204" charset="-122"/>
            </a:endParaRPr>
          </a:p>
        </p:txBody>
      </p:sp>
      <p:sp>
        <p:nvSpPr>
          <p:cNvPr id="20" name="PA-文本框 26"/>
          <p:cNvSpPr txBox="1"/>
          <p:nvPr>
            <p:custDataLst>
              <p:tags r:id="rId14"/>
            </p:custDataLst>
          </p:nvPr>
        </p:nvSpPr>
        <p:spPr>
          <a:xfrm>
            <a:off x="6507233" y="328996"/>
            <a:ext cx="17830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noProof="0" dirty="0">
                <a:ln>
                  <a:noFill/>
                </a:ln>
                <a:solidFill>
                  <a:srgbClr val="206252">
                    <a:lumMod val="50000"/>
                  </a:srgbClr>
                </a:solidFill>
                <a:effectLst/>
                <a:uLnTx/>
                <a:uFillTx/>
                <a:latin typeface="微软雅黑" panose="020B0503020204020204" charset="-122"/>
                <a:ea typeface="微软雅黑" panose="020B0503020204020204" charset="-122"/>
                <a:sym typeface="OPPOSans M" panose="00020600040101010101" pitchFamily="18" charset="-122"/>
              </a:rPr>
              <a:t>调查设计与实施</a:t>
            </a:r>
            <a:endParaRPr kumimoji="0" lang="zh-CN" altLang="en-US" sz="180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sp>
        <p:nvSpPr>
          <p:cNvPr id="23" name="文本框 22"/>
          <p:cNvSpPr txBox="1"/>
          <p:nvPr/>
        </p:nvSpPr>
        <p:spPr>
          <a:xfrm>
            <a:off x="9709150" y="298450"/>
            <a:ext cx="1207770" cy="368300"/>
          </a:xfrm>
          <a:prstGeom prst="rect">
            <a:avLst/>
          </a:prstGeom>
          <a:noFill/>
        </p:spPr>
        <p:txBody>
          <a:bodyPr wrap="square" rtlCol="0">
            <a:spAutoFit/>
          </a:bodyPr>
          <a:lstStyle/>
          <a:p>
            <a:r>
              <a:rPr lang="zh-CN" altLang="en-US" b="1" noProof="0" dirty="0">
                <a:ln>
                  <a:noFill/>
                </a:ln>
                <a:solidFill>
                  <a:srgbClr val="33692B"/>
                </a:solidFill>
                <a:effectLst/>
                <a:uLnTx/>
                <a:uFillTx/>
                <a:latin typeface="微软雅黑" panose="020B0503020204020204" charset="-122"/>
                <a:ea typeface="微软雅黑" panose="020B0503020204020204" charset="-122"/>
              </a:rPr>
              <a:t>产品设计</a:t>
            </a:r>
            <a:endParaRPr lang="zh-CN" altLang="en-US" b="1" noProof="0" dirty="0">
              <a:ln>
                <a:noFill/>
              </a:ln>
              <a:solidFill>
                <a:srgbClr val="33692B"/>
              </a:solidFill>
              <a:effectLst/>
              <a:uLnTx/>
              <a:uFillTx/>
              <a:latin typeface="微软雅黑" panose="020B0503020204020204" charset="-122"/>
              <a:ea typeface="微软雅黑" panose="020B0503020204020204" charset="-122"/>
            </a:endParaRPr>
          </a:p>
        </p:txBody>
      </p:sp>
      <p:sp>
        <p:nvSpPr>
          <p:cNvPr id="24" name="文本框 23"/>
          <p:cNvSpPr txBox="1"/>
          <p:nvPr/>
        </p:nvSpPr>
        <p:spPr>
          <a:xfrm>
            <a:off x="10953115" y="313690"/>
            <a:ext cx="136969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结论与建议</a:t>
            </a:r>
            <a:endParaRPr lang="zh-CN" altLang="en-US">
              <a:latin typeface="微软雅黑" panose="020B0503020204020204" charset="-122"/>
              <a:ea typeface="微软雅黑" panose="020B0503020204020204" charset="-122"/>
            </a:endParaRPr>
          </a:p>
        </p:txBody>
      </p:sp>
      <p:cxnSp>
        <p:nvCxnSpPr>
          <p:cNvPr id="25" name="PA-直接连接符 22"/>
          <p:cNvCxnSpPr/>
          <p:nvPr>
            <p:custDataLst>
              <p:tags r:id="rId15"/>
            </p:custDataLst>
          </p:nvPr>
        </p:nvCxnSpPr>
        <p:spPr>
          <a:xfrm flipH="1">
            <a:off x="6412243"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26" name="PA-直接连接符 23"/>
          <p:cNvCxnSpPr/>
          <p:nvPr>
            <p:custDataLst>
              <p:tags r:id="rId16"/>
            </p:custDataLst>
          </p:nvPr>
        </p:nvCxnSpPr>
        <p:spPr>
          <a:xfrm flipH="1">
            <a:off x="8264655" y="37265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6" name="PA-直接连接符 23"/>
          <p:cNvCxnSpPr/>
          <p:nvPr>
            <p:custDataLst>
              <p:tags r:id="rId17"/>
            </p:custDataLst>
          </p:nvPr>
        </p:nvCxnSpPr>
        <p:spPr>
          <a:xfrm flipH="1">
            <a:off x="10733535" y="3802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12" name="PA-直接连接符 23"/>
          <p:cNvCxnSpPr/>
          <p:nvPr>
            <p:custDataLst>
              <p:tags r:id="rId18"/>
            </p:custDataLst>
          </p:nvPr>
        </p:nvCxnSpPr>
        <p:spPr>
          <a:xfrm flipH="1">
            <a:off x="9460995" y="3802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61" name="矩形: 圆角 24"/>
          <p:cNvSpPr/>
          <p:nvPr/>
        </p:nvSpPr>
        <p:spPr>
          <a:xfrm>
            <a:off x="273685" y="946150"/>
            <a:ext cx="2931795" cy="452755"/>
          </a:xfrm>
          <a:prstGeom prst="roundRect">
            <a:avLst>
              <a:gd name="adj" fmla="val 29695"/>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sz="28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sz="24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4</a:t>
            </a:r>
            <a:r>
              <a:rPr lang="en-US" sz="240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.2  </a:t>
            </a:r>
            <a:r>
              <a:rPr lang="zh-CN" sz="2400" dirty="0">
                <a:solidFill>
                  <a:schemeClr val="tx1"/>
                </a:solidFill>
                <a:latin typeface="微软雅黑" panose="020B0503020204020204" charset="-122"/>
                <a:ea typeface="微软雅黑" panose="020B0503020204020204" charset="-122"/>
                <a:cs typeface="微软雅黑" panose="020B0503020204020204" charset="-122"/>
                <a:sym typeface="+mn-ea"/>
              </a:rPr>
              <a:t>费率测算</a:t>
            </a:r>
            <a:endParaRPr lang="zh-CN" sz="2400"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pic>
        <p:nvPicPr>
          <p:cNvPr id="63" name="图片 62" descr="箭头"/>
          <p:cNvPicPr>
            <a:picLocks noChangeAspect="1"/>
          </p:cNvPicPr>
          <p:nvPr>
            <p:custDataLst>
              <p:tags r:id="rId19"/>
            </p:custDataLst>
          </p:nvPr>
        </p:nvPicPr>
        <p:blipFill>
          <a:blip r:embed="rId20">
            <a:extLst>
              <a:ext uri="{96DAC541-7B7A-43D3-8B79-37D633B846F1}">
                <asvg:svgBlip xmlns:asvg="http://schemas.microsoft.com/office/drawing/2016/SVG/main" r:embed="rId21"/>
              </a:ext>
            </a:extLst>
          </a:blip>
          <a:stretch>
            <a:fillRect/>
          </a:stretch>
        </p:blipFill>
        <p:spPr>
          <a:xfrm flipH="1">
            <a:off x="367030" y="970915"/>
            <a:ext cx="369570" cy="369570"/>
          </a:xfrm>
          <a:prstGeom prst="rect">
            <a:avLst/>
          </a:prstGeom>
        </p:spPr>
      </p:pic>
      <p:sp>
        <p:nvSpPr>
          <p:cNvPr id="27" name="矩形 26"/>
          <p:cNvSpPr/>
          <p:nvPr/>
        </p:nvSpPr>
        <p:spPr>
          <a:xfrm>
            <a:off x="147955" y="5160645"/>
            <a:ext cx="681990" cy="769620"/>
          </a:xfrm>
          <a:prstGeom prst="rect">
            <a:avLst/>
          </a:prstGeom>
          <a:noFill/>
          <a:ln>
            <a:noFill/>
          </a:ln>
        </p:spPr>
        <p:txBody>
          <a:bodyPr wrap="none" rtlCol="0" anchor="t">
            <a:noAutofit/>
          </a:bodyPr>
          <a:p>
            <a:pPr algn="ctr"/>
            <a:endParaRPr lang="en-US" altLang="zh-CN" sz="2400" b="1">
              <a:ln w="12700" cmpd="sng">
                <a:solidFill>
                  <a:schemeClr val="accent4"/>
                </a:solidFill>
                <a:prstDash val="solid"/>
              </a:ln>
              <a:gradFill>
                <a:gsLst>
                  <a:gs pos="50000">
                    <a:schemeClr val="tx1"/>
                  </a:gs>
                  <a:gs pos="0">
                    <a:schemeClr val="tx1">
                      <a:lumMod val="25000"/>
                      <a:lumOff val="75000"/>
                    </a:schemeClr>
                  </a:gs>
                  <a:gs pos="100000">
                    <a:schemeClr val="tx1">
                      <a:lumMod val="85000"/>
                    </a:schemeClr>
                  </a:gs>
                </a:gsLst>
                <a:lin ang="5400000" scaled="1"/>
              </a:gradFill>
              <a:effectLst/>
              <a:latin typeface="微软雅黑" panose="020B0503020204020204" charset="-122"/>
              <a:ea typeface="微软雅黑" panose="020B0503020204020204" charset="-122"/>
            </a:endParaRPr>
          </a:p>
        </p:txBody>
      </p:sp>
      <p:sp>
        <p:nvSpPr>
          <p:cNvPr id="30" name="文本框 29"/>
          <p:cNvSpPr txBox="1"/>
          <p:nvPr/>
        </p:nvSpPr>
        <p:spPr>
          <a:xfrm>
            <a:off x="5897880" y="1460500"/>
            <a:ext cx="6138545" cy="5008880"/>
          </a:xfrm>
          <a:prstGeom prst="roundRect">
            <a:avLst>
              <a:gd name="adj" fmla="val 7781"/>
            </a:avLst>
          </a:prstGeom>
          <a:gradFill>
            <a:gsLst>
              <a:gs pos="50000">
                <a:schemeClr val="accent2"/>
              </a:gs>
              <a:gs pos="0">
                <a:schemeClr val="accent2">
                  <a:lumMod val="25000"/>
                  <a:lumOff val="75000"/>
                </a:schemeClr>
              </a:gs>
              <a:gs pos="100000">
                <a:schemeClr val="accent2">
                  <a:lumMod val="85000"/>
                </a:schemeClr>
              </a:gs>
            </a:gsLst>
            <a:path path="rect">
              <a:fillToRect l="100000" b="100000"/>
            </a:path>
            <a:tileRect t="-100000" r="-100000"/>
          </a:gradFill>
        </p:spPr>
        <p:txBody>
          <a:bodyPr wrap="square" rtlCol="0" anchor="t">
            <a:noAutofit/>
          </a:bodyPr>
          <a:p>
            <a:pPr indent="0" algn="l">
              <a:buFont typeface="Arial" panose="020B0604020202020204" pitchFamily="34" charset="0"/>
              <a:buNone/>
            </a:pPr>
            <a:r>
              <a:rPr lang="en-US" altLang="zh-CN" sz="4000" b="1">
                <a:ln w="12700" cmpd="sng">
                  <a:noFill/>
                  <a:prstDash val="solid"/>
                </a:ln>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rPr>
              <a:t>2. </a:t>
            </a:r>
            <a:r>
              <a:rPr lang="zh-CN" altLang="en-US" sz="2400" b="1">
                <a:ln w="12700" cmpd="sng">
                  <a:noFill/>
                  <a:prstDash val="solid"/>
                </a:ln>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rPr>
              <a:t>拟合自付支出</a:t>
            </a:r>
            <a:endParaRPr lang="zh-CN" altLang="en-US" sz="2400" b="1" dirty="0" smtClean="0">
              <a:ln>
                <a:noFill/>
              </a:ln>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endParaRPr>
          </a:p>
          <a:p>
            <a:pPr indent="0" algn="l" fontAlgn="auto">
              <a:lnSpc>
                <a:spcPct val="150000"/>
              </a:lnSpc>
              <a:buFont typeface="Arial" panose="020B0604020202020204" pitchFamily="34" charset="0"/>
              <a:buNone/>
            </a:pPr>
            <a:r>
              <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医疗费用的</a:t>
            </a:r>
            <a:r>
              <a:rPr lang="en-US" altLang="zh-CN"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a:t>
            </a:r>
            <a:r>
              <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右偏、厚尾</a:t>
            </a:r>
            <a:r>
              <a:rPr lang="en-US" altLang="zh-CN"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a:t>
            </a:r>
            <a:r>
              <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特性</a:t>
            </a:r>
            <a:endPar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sym typeface="+mn-ea"/>
            </a:endParaRPr>
          </a:p>
          <a:p>
            <a:pPr indent="0" algn="l" fontAlgn="auto">
              <a:lnSpc>
                <a:spcPct val="150000"/>
              </a:lnSpc>
              <a:buFont typeface="Arial" panose="020B0604020202020204" pitchFamily="34" charset="0"/>
              <a:buNone/>
            </a:pPr>
            <a:r>
              <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比较拟合效果后采用零值混合模型</a:t>
            </a:r>
            <a:r>
              <a:rPr lang="en-US" altLang="zh-CN"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a:t>
            </a:r>
            <a:r>
              <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高斯混合模型</a:t>
            </a:r>
            <a:endPar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sym typeface="+mn-ea"/>
            </a:endParaRPr>
          </a:p>
          <a:p>
            <a:pPr marL="342900" indent="-342900" fontAlgn="auto">
              <a:lnSpc>
                <a:spcPct val="150000"/>
              </a:lnSpc>
              <a:buFont typeface="+mj-ea"/>
              <a:buAutoNum type="circleNumDbPlain"/>
            </a:pPr>
            <a:r>
              <a:rPr lang="zh-CN" altLang="en-US" b="1" dirty="0" smtClean="0">
                <a:solidFill>
                  <a:srgbClr val="D8A862"/>
                </a:solidFill>
                <a:latin typeface="微软雅黑" panose="020B0503020204020204" charset="-122"/>
                <a:ea typeface="微软雅黑" panose="020B0503020204020204" charset="-122"/>
                <a:cs typeface="微软雅黑" panose="020B0503020204020204" charset="-122"/>
                <a:sym typeface="+mn-ea"/>
              </a:rPr>
              <a:t>零值</a:t>
            </a:r>
            <a:r>
              <a:rPr lang="en-US" altLang="zh-CN" b="1" dirty="0" smtClean="0">
                <a:solidFill>
                  <a:srgbClr val="D8A862"/>
                </a:solidFill>
                <a:latin typeface="微软雅黑" panose="020B0503020204020204" charset="-122"/>
                <a:ea typeface="微软雅黑" panose="020B0503020204020204" charset="-122"/>
                <a:cs typeface="微软雅黑" panose="020B0503020204020204" charset="-122"/>
                <a:sym typeface="+mn-ea"/>
              </a:rPr>
              <a:t>混合模型</a:t>
            </a:r>
            <a:r>
              <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：由于</a:t>
            </a:r>
            <a:r>
              <a:rPr lang="en-US" altLang="zh-CN"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部分被保险人可能自付支出为0，确保补充保险费率厘定的科学性与准确性，避免高估或低估风险</a:t>
            </a:r>
            <a:endParaRPr lang="en-US" altLang="zh-CN" sz="1600" dirty="0" smtClean="0">
              <a:solidFill>
                <a:schemeClr val="bg1"/>
              </a:solidFill>
              <a:latin typeface="微软雅黑" panose="020B0503020204020204" charset="-122"/>
              <a:ea typeface="微软雅黑" panose="020B0503020204020204" charset="-122"/>
              <a:cs typeface="微软雅黑" panose="020B0503020204020204" charset="-122"/>
              <a:sym typeface="+mn-ea"/>
            </a:endParaRPr>
          </a:p>
          <a:p>
            <a:pPr marL="342900" indent="-342900" fontAlgn="auto">
              <a:lnSpc>
                <a:spcPct val="150000"/>
              </a:lnSpc>
              <a:buFont typeface="+mj-ea"/>
              <a:buAutoNum type="circleNumDbPlain"/>
            </a:pPr>
            <a:r>
              <a:rPr lang="zh-CN" altLang="en-US" b="1" dirty="0" smtClean="0">
                <a:solidFill>
                  <a:srgbClr val="D8A862"/>
                </a:solidFill>
                <a:latin typeface="微软雅黑" panose="020B0503020204020204" charset="-122"/>
                <a:ea typeface="微软雅黑" panose="020B0503020204020204" charset="-122"/>
                <a:cs typeface="微软雅黑" panose="020B0503020204020204" charset="-122"/>
                <a:sym typeface="+mn-ea"/>
              </a:rPr>
              <a:t>高斯混合模型</a:t>
            </a:r>
            <a:r>
              <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：对不同病种比较</a:t>
            </a:r>
            <a:r>
              <a:rPr lang="en-US" altLang="zh-CN"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Gamma</a:t>
            </a:r>
            <a:r>
              <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分布、</a:t>
            </a:r>
            <a:r>
              <a:rPr lang="en-US" altLang="zh-CN"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Lognormal</a:t>
            </a:r>
            <a:r>
              <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分布、</a:t>
            </a:r>
            <a:r>
              <a:rPr lang="en-US" altLang="zh-CN"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GMM</a:t>
            </a:r>
            <a:r>
              <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的拟合效果后后，选取</a:t>
            </a:r>
            <a:r>
              <a:rPr lang="en-US" altLang="zh-CN"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GMM</a:t>
            </a:r>
            <a:r>
              <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为主要模型</a:t>
            </a:r>
            <a:endPar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sym typeface="+mn-ea"/>
            </a:endParaRPr>
          </a:p>
          <a:p>
            <a:pPr indent="0" fontAlgn="auto">
              <a:lnSpc>
                <a:spcPct val="150000"/>
              </a:lnSpc>
              <a:buClrTx/>
              <a:buSzTx/>
              <a:buFont typeface="Wingdings" panose="05000000000000000000" charset="0"/>
              <a:buNone/>
            </a:pPr>
            <a:r>
              <a:rPr lang="zh-CN" altLang="en-US" sz="1600" b="1" dirty="0" smtClean="0">
                <a:solidFill>
                  <a:srgbClr val="D8A86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rPr>
              <a:t>改进</a:t>
            </a:r>
            <a:r>
              <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：为降低右偏与极端值影响，进一步采用</a:t>
            </a:r>
            <a:r>
              <a:rPr lang="en-US" altLang="zh-CN"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 Box–Cox </a:t>
            </a:r>
            <a:r>
              <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变换、广义伽马分布建模等</a:t>
            </a:r>
            <a:endPar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sym typeface="+mn-ea"/>
            </a:endParaRPr>
          </a:p>
          <a:p>
            <a:pPr indent="0" algn="l">
              <a:buFont typeface="Wingdings" panose="05000000000000000000" charset="0"/>
              <a:buNone/>
            </a:pPr>
            <a:endParaRPr lang="zh-CN" altLang="en-US" sz="1400" dirty="0" smtClean="0">
              <a:solidFill>
                <a:schemeClr val="bg1"/>
              </a:solidFill>
              <a:latin typeface="微软雅黑" panose="020B0503020204020204" charset="-122"/>
              <a:ea typeface="微软雅黑" panose="020B0503020204020204" charset="-122"/>
              <a:cs typeface="微软雅黑" panose="020B0503020204020204" charset="-122"/>
              <a:sym typeface="+mn-ea"/>
            </a:endParaRPr>
          </a:p>
          <a:p>
            <a:pPr indent="0" algn="l">
              <a:buFont typeface="Wingdings" panose="05000000000000000000" charset="0"/>
              <a:buNone/>
            </a:pPr>
            <a:r>
              <a:rPr lang="zh-CN" altLang="en-US" sz="1400" dirty="0" smtClean="0">
                <a:solidFill>
                  <a:schemeClr val="bg1"/>
                </a:solidFill>
                <a:latin typeface="微软雅黑" panose="020B0503020204020204" charset="-122"/>
                <a:ea typeface="微软雅黑" panose="020B0503020204020204" charset="-122"/>
                <a:cs typeface="微软雅黑" panose="020B0503020204020204" charset="-122"/>
                <a:sym typeface="+mn-ea"/>
              </a:rPr>
              <a:t>数据来源：云南省卫健委2024年医疗费用数据</a:t>
            </a:r>
            <a:r>
              <a:rPr lang="en-US" altLang="zh-CN" sz="1600" b="1" dirty="0" smtClean="0">
                <a:solidFill>
                  <a:srgbClr val="D8A862"/>
                </a:solidFill>
                <a:latin typeface="微软雅黑" panose="020B0503020204020204" charset="-122"/>
                <a:ea typeface="微软雅黑" panose="020B0503020204020204" charset="-122"/>
                <a:cs typeface="微软雅黑" panose="020B0503020204020204" charset="-122"/>
                <a:sym typeface="+mn-ea"/>
              </a:rPr>
              <a:t>6</a:t>
            </a:r>
            <a:r>
              <a:rPr lang="zh-CN" altLang="en-US" sz="1600" b="1" dirty="0" smtClean="0">
                <a:solidFill>
                  <a:srgbClr val="D8A862"/>
                </a:solidFill>
                <a:latin typeface="微软雅黑" panose="020B0503020204020204" charset="-122"/>
                <a:ea typeface="微软雅黑" panose="020B0503020204020204" charset="-122"/>
                <a:cs typeface="微软雅黑" panose="020B0503020204020204" charset="-122"/>
                <a:sym typeface="+mn-ea"/>
              </a:rPr>
              <a:t>万余条</a:t>
            </a:r>
            <a:r>
              <a:rPr lang="zh-CN" altLang="en-US" sz="1400" dirty="0" smtClean="0">
                <a:solidFill>
                  <a:srgbClr val="D8A862"/>
                </a:solidFill>
                <a:latin typeface="微软雅黑" panose="020B0503020204020204" charset="-122"/>
                <a:ea typeface="微软雅黑" panose="020B0503020204020204" charset="-122"/>
                <a:cs typeface="微软雅黑" panose="020B0503020204020204" charset="-122"/>
                <a:sym typeface="+mn-ea"/>
              </a:rPr>
              <a:t>(</a:t>
            </a:r>
            <a:r>
              <a:rPr lang="zh-CN" altLang="en-US" sz="1400" dirty="0" smtClean="0">
                <a:solidFill>
                  <a:schemeClr val="bg1"/>
                </a:solidFill>
                <a:latin typeface="微软雅黑" panose="020B0503020204020204" charset="-122"/>
                <a:ea typeface="微软雅黑" panose="020B0503020204020204" charset="-122"/>
                <a:cs typeface="微软雅黑" panose="020B0503020204020204" charset="-122"/>
                <a:sym typeface="+mn-ea"/>
              </a:rPr>
              <a:t>其中包含退役军人人群)</a:t>
            </a:r>
            <a:endParaRPr lang="zh-CN" altLang="en-US" sz="1400" dirty="0" smtClean="0">
              <a:solidFill>
                <a:schemeClr val="bg1"/>
              </a:solidFill>
              <a:latin typeface="微软雅黑" panose="020B0503020204020204" charset="-122"/>
              <a:ea typeface="微软雅黑" panose="020B0503020204020204" charset="-122"/>
              <a:cs typeface="微软雅黑" panose="020B0503020204020204" charset="-122"/>
              <a:sym typeface="+mn-ea"/>
            </a:endParaRPr>
          </a:p>
          <a:p>
            <a:pPr marL="457200" indent="-457200" algn="l">
              <a:buFont typeface="Wingdings" panose="05000000000000000000" charset="0"/>
              <a:buChar char="l"/>
            </a:pPr>
            <a:endParaRPr lang="en-US" altLang="zh-CN" sz="1400" b="1" dirty="0" smtClean="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indent="0">
              <a:buFont typeface="Arial" panose="020B0604020202020204" pitchFamily="34" charset="0"/>
              <a:buNone/>
            </a:pPr>
            <a:endParaRPr lang="en-US" altLang="zh-CN" sz="1400" b="1" dirty="0" smtClean="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p:txBody>
      </p:sp>
      <p:pic>
        <p:nvPicPr>
          <p:cNvPr id="43" name="图片 43" descr="5ac25bd6a6c81bd3d7fc274ac480b653"/>
          <p:cNvPicPr>
            <a:picLocks noChangeAspect="1"/>
          </p:cNvPicPr>
          <p:nvPr/>
        </p:nvPicPr>
        <p:blipFill>
          <a:blip r:embed="rId22"/>
          <a:srcRect t="4738"/>
          <a:stretch>
            <a:fillRect/>
          </a:stretch>
        </p:blipFill>
        <p:spPr>
          <a:xfrm>
            <a:off x="1231900" y="5059680"/>
            <a:ext cx="3034665" cy="1454785"/>
          </a:xfrm>
          <a:prstGeom prst="rect">
            <a:avLst/>
          </a:prstGeom>
          <a:effectLst>
            <a:outerShdw blurRad="50800" dist="38100" dir="2700000" algn="tl" rotWithShape="0">
              <a:prstClr val="black">
                <a:alpha val="40000"/>
              </a:prstClr>
            </a:outerShdw>
          </a:effectLst>
        </p:spPr>
      </p:pic>
      <p:sp>
        <p:nvSpPr>
          <p:cNvPr id="78" name="任意多边形: 形状 221"/>
          <p:cNvSpPr/>
          <p:nvPr>
            <p:custDataLst>
              <p:tags r:id="rId23"/>
            </p:custDataLst>
          </p:nvPr>
        </p:nvSpPr>
        <p:spPr>
          <a:xfrm rot="5400000">
            <a:off x="5219065" y="3115945"/>
            <a:ext cx="467360" cy="956945"/>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69000">
                <a:schemeClr val="accent4">
                  <a:lumMod val="40000"/>
                  <a:lumOff val="60000"/>
                </a:schemeClr>
              </a:gs>
              <a:gs pos="0">
                <a:schemeClr val="bg1">
                  <a:alpha val="0"/>
                </a:schemeClr>
              </a:gs>
              <a:gs pos="100000">
                <a:schemeClr val="accent4">
                  <a:lumMod val="85000"/>
                </a:schemeClr>
              </a:gs>
            </a:gsLst>
            <a:lin ang="1614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atin typeface="微软雅黑" panose="020B0503020204020204" charset="-122"/>
              <a:ea typeface="微软雅黑" panose="020B0503020204020204" charset="-122"/>
            </a:endParaRPr>
          </a:p>
        </p:txBody>
      </p:sp>
      <p:grpSp>
        <p:nvGrpSpPr>
          <p:cNvPr id="88" name="组合 87"/>
          <p:cNvGrpSpPr/>
          <p:nvPr/>
        </p:nvGrpSpPr>
        <p:grpSpPr>
          <a:xfrm>
            <a:off x="829945" y="5001260"/>
            <a:ext cx="3935730" cy="1806575"/>
            <a:chOff x="9421" y="2072"/>
            <a:chExt cx="10117" cy="6129"/>
          </a:xfrm>
        </p:grpSpPr>
        <p:sp>
          <p:nvSpPr>
            <p:cNvPr id="89" name="梯形 88"/>
            <p:cNvSpPr/>
            <p:nvPr/>
          </p:nvSpPr>
          <p:spPr>
            <a:xfrm>
              <a:off x="9526" y="7258"/>
              <a:ext cx="9655" cy="440"/>
            </a:xfrm>
            <a:prstGeom prst="trapezoid">
              <a:avLst>
                <a:gd name="adj" fmla="val 55952"/>
              </a:avLst>
            </a:prstGeom>
            <a:gradFill flip="none" rotWithShape="1">
              <a:gsLst>
                <a:gs pos="9000">
                  <a:schemeClr val="accent2">
                    <a:lumMod val="20000"/>
                    <a:lumOff val="80000"/>
                  </a:schemeClr>
                </a:gs>
                <a:gs pos="100000">
                  <a:schemeClr val="accent2">
                    <a:lumMod val="75000"/>
                  </a:schemeClr>
                </a:gs>
              </a:gsLst>
              <a:lin ang="546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思源黑体 CN Bold" panose="020B0800000000000000" pitchFamily="34" charset="-122"/>
                <a:sym typeface="+mn-ea"/>
              </a:endParaRPr>
            </a:p>
          </p:txBody>
        </p:sp>
        <p:grpSp>
          <p:nvGrpSpPr>
            <p:cNvPr id="90" name="组合 89"/>
            <p:cNvGrpSpPr/>
            <p:nvPr/>
          </p:nvGrpSpPr>
          <p:grpSpPr>
            <a:xfrm>
              <a:off x="9421" y="2072"/>
              <a:ext cx="10117" cy="6129"/>
              <a:chOff x="192" y="3350"/>
              <a:chExt cx="11491" cy="7134"/>
            </a:xfrm>
          </p:grpSpPr>
          <p:sp>
            <p:nvSpPr>
              <p:cNvPr id="91" name="圆角矩形 90"/>
              <p:cNvSpPr/>
              <p:nvPr/>
            </p:nvSpPr>
            <p:spPr>
              <a:xfrm>
                <a:off x="311" y="9899"/>
                <a:ext cx="10967" cy="585"/>
              </a:xfrm>
              <a:prstGeom prst="roundRect">
                <a:avLst>
                  <a:gd name="adj" fmla="val 0"/>
                </a:avLst>
              </a:prstGeom>
              <a:solidFill>
                <a:srgbClr val="DEA77F"/>
              </a:solidFill>
              <a:ln>
                <a:noFill/>
              </a:ln>
              <a:effectLst>
                <a:outerShdw blurRad="50800" dist="38100" dir="5400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marL="0" indent="0" algn="ctr" defTabSz="266700">
                  <a:spcBef>
                    <a:spcPct val="0"/>
                  </a:spcBef>
                  <a:spcAft>
                    <a:spcPct val="0"/>
                  </a:spcAft>
                </a:pPr>
                <a:r>
                  <a:rPr lang="zh-CN" altLang="en-US"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rPr>
                  <a:t>精神类疾病拟合结果</a:t>
                </a:r>
                <a:endParaRPr lang="zh-CN" altLang="en-US"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endParaRPr>
              </a:p>
            </p:txBody>
          </p:sp>
          <p:pic>
            <p:nvPicPr>
              <p:cNvPr id="94" name="图片 93"/>
              <p:cNvPicPr/>
              <p:nvPr>
                <p:custDataLst>
                  <p:tags r:id="rId24"/>
                </p:custDataLst>
              </p:nvPr>
            </p:nvPicPr>
            <p:blipFill>
              <a:blip r:embed="rId25"/>
              <a:srcRect l="2573" t="10966" r="2381" b="10531"/>
              <a:stretch>
                <a:fillRect/>
              </a:stretch>
            </p:blipFill>
            <p:spPr>
              <a:xfrm>
                <a:off x="192" y="3350"/>
                <a:ext cx="11491" cy="6679"/>
              </a:xfrm>
              <a:prstGeom prst="rect">
                <a:avLst/>
              </a:prstGeom>
            </p:spPr>
          </p:pic>
        </p:grpSp>
      </p:grpSp>
      <p:sp>
        <p:nvSpPr>
          <p:cNvPr id="3" name="任意多边形: 形状 221"/>
          <p:cNvSpPr/>
          <p:nvPr>
            <p:custDataLst>
              <p:tags r:id="rId26"/>
            </p:custDataLst>
          </p:nvPr>
        </p:nvSpPr>
        <p:spPr>
          <a:xfrm rot="16200000">
            <a:off x="5151755" y="5033010"/>
            <a:ext cx="467360" cy="1024255"/>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69000">
                <a:schemeClr val="accent4">
                  <a:lumMod val="40000"/>
                  <a:lumOff val="60000"/>
                </a:schemeClr>
              </a:gs>
              <a:gs pos="0">
                <a:schemeClr val="bg1">
                  <a:alpha val="0"/>
                </a:schemeClr>
              </a:gs>
              <a:gs pos="100000">
                <a:schemeClr val="accent4">
                  <a:lumMod val="85000"/>
                </a:schemeClr>
              </a:gs>
            </a:gsLst>
            <a:lin ang="1614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atin typeface="微软雅黑" panose="020B0503020204020204" charset="-122"/>
              <a:ea typeface="微软雅黑" panose="020B0503020204020204" charset="-122"/>
            </a:endParaRPr>
          </a:p>
        </p:txBody>
      </p:sp>
      <p:sp>
        <p:nvSpPr>
          <p:cNvPr id="121" name="箭头: 左 54"/>
          <p:cNvSpPr/>
          <p:nvPr>
            <p:custDataLst>
              <p:tags r:id="rId27"/>
            </p:custDataLst>
          </p:nvPr>
        </p:nvSpPr>
        <p:spPr>
          <a:xfrm>
            <a:off x="3689350" y="850265"/>
            <a:ext cx="8633460" cy="763270"/>
          </a:xfrm>
          <a:prstGeom prst="leftArrow">
            <a:avLst/>
          </a:prstGeom>
          <a:solidFill>
            <a:schemeClr val="accent4">
              <a:lumMod val="75000"/>
            </a:schemeClr>
          </a:solidFill>
          <a:ln>
            <a:noFill/>
          </a:ln>
          <a:effectLst>
            <a:outerShdw blurRad="50800" dist="38100" dir="5400000" algn="t" rotWithShape="0">
              <a:prstClr val="black">
                <a:alpha val="19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en-US" altLang="zh-CN"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  </a:t>
            </a:r>
            <a:r>
              <a:rPr lang="zh-CN" altLang="en-US" sz="2000" b="1" dirty="0" smtClean="0">
                <a:solidFill>
                  <a:schemeClr val="bg1"/>
                </a:solidFill>
                <a:latin typeface="微软雅黑" panose="020B0503020204020204" charset="-122"/>
                <a:ea typeface="微软雅黑" panose="020B0503020204020204" charset="-122"/>
                <a:cs typeface="微软雅黑" panose="020B0503020204020204" charset="-122"/>
                <a:sym typeface="+mn-ea"/>
              </a:rPr>
              <a:t>遵循短期健康保险定价规范，采用经典的</a:t>
            </a:r>
            <a:r>
              <a:rPr lang="zh-CN" altLang="en-US" sz="2200" b="1" dirty="0" smtClean="0">
                <a:gradFill>
                  <a:gsLst>
                    <a:gs pos="0">
                      <a:srgbClr val="FFDA32"/>
                    </a:gs>
                    <a:gs pos="100000">
                      <a:srgbClr val="EA2768"/>
                    </a:gs>
                  </a:gsLst>
                  <a:path path="circle">
                    <a:fillToRect r="100000" b="100000"/>
                  </a:path>
                  <a:tileRect l="-100000" t="-100000"/>
                </a:gradFill>
                <a:latin typeface="微软雅黑" panose="020B0503020204020204" charset="-122"/>
                <a:ea typeface="微软雅黑" panose="020B0503020204020204" charset="-122"/>
                <a:cs typeface="微软雅黑" panose="020B0503020204020204" charset="-122"/>
                <a:sym typeface="+mn-ea"/>
              </a:rPr>
              <a:t>损失分布法</a:t>
            </a:r>
            <a:r>
              <a:rPr lang="zh-CN" altLang="en-US" sz="2000" b="1" dirty="0" smtClean="0">
                <a:solidFill>
                  <a:schemeClr val="bg1"/>
                </a:solidFill>
                <a:latin typeface="微软雅黑" panose="020B0503020204020204" charset="-122"/>
                <a:ea typeface="微软雅黑" panose="020B0503020204020204" charset="-122"/>
                <a:cs typeface="微软雅黑" panose="020B0503020204020204" charset="-122"/>
                <a:sym typeface="+mn-ea"/>
              </a:rPr>
              <a:t>构建疾病赔付模型</a:t>
            </a:r>
            <a:endParaRPr lang="zh-CN" altLang="en-US" sz="2000" b="1" dirty="0" smtClea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endParaRPr>
          </a:p>
        </p:txBody>
      </p:sp>
      <p:grpSp>
        <p:nvGrpSpPr>
          <p:cNvPr id="172" name="组合 171"/>
          <p:cNvGrpSpPr/>
          <p:nvPr/>
        </p:nvGrpSpPr>
        <p:grpSpPr>
          <a:xfrm>
            <a:off x="-674446" y="-6350"/>
            <a:ext cx="13073260" cy="902312"/>
            <a:chOff x="-801446" y="0"/>
            <a:chExt cx="13073260" cy="902312"/>
          </a:xfrm>
        </p:grpSpPr>
        <p:sp>
          <p:nvSpPr>
            <p:cNvPr id="173" name="PA-任意多边形 900"/>
            <p:cNvSpPr/>
            <p:nvPr>
              <p:custDataLst>
                <p:tags r:id="rId28"/>
              </p:custDataLst>
            </p:nvPr>
          </p:nvSpPr>
          <p:spPr>
            <a:xfrm flipV="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91000">
                  <a:schemeClr val="accent2">
                    <a:lumMod val="75000"/>
                  </a:schemeClr>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74" name="PA-任意多边形 46"/>
            <p:cNvSpPr/>
            <p:nvPr>
              <p:custDataLst>
                <p:tags r:id="rId29"/>
              </p:custDataLst>
            </p:nvPr>
          </p:nvSpPr>
          <p:spPr>
            <a:xfrm>
              <a:off x="17585" y="140988"/>
              <a:ext cx="10477775" cy="713837"/>
            </a:xfrm>
            <a:custGeom>
              <a:avLst/>
              <a:gdLst>
                <a:gd name="connsiteX0" fmla="*/ 0 w 10477775"/>
                <a:gd name="connsiteY0" fmla="*/ 0 h 713837"/>
                <a:gd name="connsiteX1" fmla="*/ 9872819 w 10477775"/>
                <a:gd name="connsiteY1" fmla="*/ 0 h 713837"/>
                <a:gd name="connsiteX2" fmla="*/ 10477775 w 10477775"/>
                <a:gd name="connsiteY2" fmla="*/ 713837 h 713837"/>
                <a:gd name="connsiteX3" fmla="*/ 0 w 10477775"/>
                <a:gd name="connsiteY3" fmla="*/ 713837 h 713837"/>
                <a:gd name="connsiteX4" fmla="*/ 0 w 10477775"/>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775" h="713837">
                  <a:moveTo>
                    <a:pt x="0" y="0"/>
                  </a:moveTo>
                  <a:lnTo>
                    <a:pt x="9872819" y="0"/>
                  </a:lnTo>
                  <a:lnTo>
                    <a:pt x="10477775" y="713837"/>
                  </a:lnTo>
                  <a:lnTo>
                    <a:pt x="0" y="713837"/>
                  </a:lnTo>
                  <a:lnTo>
                    <a:pt x="0" y="0"/>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75" name="PA-任意多边形 50"/>
            <p:cNvSpPr/>
            <p:nvPr>
              <p:custDataLst>
                <p:tags r:id="rId30"/>
              </p:custDataLst>
            </p:nvPr>
          </p:nvSpPr>
          <p:spPr>
            <a:xfrm>
              <a:off x="79814" y="136543"/>
              <a:ext cx="12192000" cy="713837"/>
            </a:xfrm>
            <a:custGeom>
              <a:avLst/>
              <a:gdLst>
                <a:gd name="connsiteX0" fmla="*/ 0 w 12192000"/>
                <a:gd name="connsiteY0" fmla="*/ 0 h 713837"/>
                <a:gd name="connsiteX1" fmla="*/ 12192000 w 12192000"/>
                <a:gd name="connsiteY1" fmla="*/ 0 h 713837"/>
                <a:gd name="connsiteX2" fmla="*/ 12192000 w 12192000"/>
                <a:gd name="connsiteY2" fmla="*/ 713837 h 713837"/>
                <a:gd name="connsiteX3" fmla="*/ 0 w 12192000"/>
                <a:gd name="connsiteY3" fmla="*/ 713837 h 713837"/>
              </a:gdLst>
              <a:ahLst/>
              <a:cxnLst>
                <a:cxn ang="0">
                  <a:pos x="connsiteX0" y="connsiteY0"/>
                </a:cxn>
                <a:cxn ang="0">
                  <a:pos x="connsiteX1" y="connsiteY1"/>
                </a:cxn>
                <a:cxn ang="0">
                  <a:pos x="connsiteX2" y="connsiteY2"/>
                </a:cxn>
                <a:cxn ang="0">
                  <a:pos x="connsiteX3" y="connsiteY3"/>
                </a:cxn>
              </a:cxnLst>
              <a:rect l="l" t="t" r="r" b="b"/>
              <a:pathLst>
                <a:path w="12192000" h="713837">
                  <a:moveTo>
                    <a:pt x="0" y="0"/>
                  </a:moveTo>
                  <a:lnTo>
                    <a:pt x="12192000" y="0"/>
                  </a:lnTo>
                  <a:lnTo>
                    <a:pt x="12192000" y="713837"/>
                  </a:lnTo>
                  <a:lnTo>
                    <a:pt x="0" y="713837"/>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mn-cs"/>
              </a:endParaRPr>
            </a:p>
          </p:txBody>
        </p:sp>
        <p:sp>
          <p:nvSpPr>
            <p:cNvPr id="176" name="PA-文本框 24"/>
            <p:cNvSpPr txBox="1"/>
            <p:nvPr>
              <p:custDataLst>
                <p:tags r:id="rId31"/>
              </p:custDataLst>
            </p:nvPr>
          </p:nvSpPr>
          <p:spPr>
            <a:xfrm>
              <a:off x="1600150" y="236296"/>
              <a:ext cx="1605280" cy="521970"/>
            </a:xfrm>
            <a:prstGeom prst="rect">
              <a:avLst/>
            </a:prstGeom>
            <a:noFill/>
          </p:spPr>
          <p:txBody>
            <a:bodyPr wrap="none">
              <a:spAutoFit/>
            </a:bodyPr>
            <a:lstStyle>
              <a:defPPr>
                <a:defRPr lang="zh-CN"/>
              </a:defPPr>
              <a:lvl1pPr>
                <a:defRPr sz="2400" b="1">
                  <a:gradFill>
                    <a:gsLst>
                      <a:gs pos="100000">
                        <a:schemeClr val="accent1">
                          <a:lumMod val="50000"/>
                        </a:schemeClr>
                      </a:gs>
                      <a:gs pos="17000">
                        <a:schemeClr val="accent1">
                          <a:lumMod val="50000"/>
                        </a:schemeClr>
                      </a:gs>
                    </a:gsLst>
                    <a:path path="circle">
                      <a:fillToRect r="100000" b="100000"/>
                    </a:path>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dirty="0">
                  <a:gradFill>
                    <a:gsLst>
                      <a:gs pos="100000">
                        <a:srgbClr val="206252">
                          <a:lumMod val="50000"/>
                        </a:srgbClr>
                      </a:gs>
                      <a:gs pos="17000">
                        <a:srgbClr val="206252">
                          <a:lumMod val="75000"/>
                        </a:srgbClr>
                      </a:gs>
                    </a:gsLst>
                    <a:path path="circle">
                      <a:fillToRect r="100000" b="100000"/>
                    </a:path>
                  </a:gradFill>
                  <a:latin typeface="微软雅黑" panose="020B0503020204020204" charset="-122"/>
                  <a:ea typeface="微软雅黑" panose="020B0503020204020204" charset="-122"/>
                  <a:sym typeface="阿里妈妈数黑体" pitchFamily="2" charset="-122"/>
                </a:rPr>
                <a:t>产品设计</a:t>
              </a:r>
              <a:endParaRPr lang="zh-CN" altLang="en-US" sz="2800" dirty="0">
                <a:gradFill>
                  <a:gsLst>
                    <a:gs pos="100000">
                      <a:srgbClr val="206252">
                        <a:lumMod val="50000"/>
                      </a:srgbClr>
                    </a:gs>
                    <a:gs pos="17000">
                      <a:srgbClr val="206252">
                        <a:lumMod val="75000"/>
                      </a:srgbClr>
                    </a:gs>
                  </a:gsLst>
                  <a:path path="circle">
                    <a:fillToRect r="100000" b="100000"/>
                  </a:path>
                </a:gradFill>
                <a:latin typeface="微软雅黑" panose="020B0503020204020204" charset="-122"/>
                <a:ea typeface="微软雅黑" panose="020B0503020204020204" charset="-122"/>
                <a:sym typeface="阿里妈妈数黑体" pitchFamily="2" charset="-122"/>
              </a:endParaRPr>
            </a:p>
          </p:txBody>
        </p:sp>
        <p:sp>
          <p:nvSpPr>
            <p:cNvPr id="177" name="PA-任意多边形 6"/>
            <p:cNvSpPr/>
            <p:nvPr>
              <p:custDataLst>
                <p:tags r:id="rId32"/>
              </p:custDataLst>
            </p:nvPr>
          </p:nvSpPr>
          <p:spPr>
            <a:xfrm>
              <a:off x="-52754" y="850261"/>
              <a:ext cx="12262339" cy="52051"/>
            </a:xfrm>
            <a:custGeom>
              <a:avLst/>
              <a:gdLst>
                <a:gd name="connsiteX0" fmla="*/ 0 w 4366736"/>
                <a:gd name="connsiteY0" fmla="*/ 0 h 64293"/>
                <a:gd name="connsiteX1" fmla="*/ 4366737 w 4366736"/>
                <a:gd name="connsiteY1" fmla="*/ 0 h 64293"/>
                <a:gd name="connsiteX2" fmla="*/ 4366737 w 4366736"/>
                <a:gd name="connsiteY2" fmla="*/ 64294 h 64293"/>
                <a:gd name="connsiteX3" fmla="*/ 0 w 4366736"/>
                <a:gd name="connsiteY3" fmla="*/ 64294 h 64293"/>
              </a:gdLst>
              <a:ahLst/>
              <a:cxnLst>
                <a:cxn ang="0">
                  <a:pos x="connsiteX0" y="connsiteY0"/>
                </a:cxn>
                <a:cxn ang="0">
                  <a:pos x="connsiteX1" y="connsiteY1"/>
                </a:cxn>
                <a:cxn ang="0">
                  <a:pos x="connsiteX2" y="connsiteY2"/>
                </a:cxn>
                <a:cxn ang="0">
                  <a:pos x="connsiteX3" y="connsiteY3"/>
                </a:cxn>
              </a:cxnLst>
              <a:rect l="l" t="t" r="r" b="b"/>
              <a:pathLst>
                <a:path w="4366736" h="64293">
                  <a:moveTo>
                    <a:pt x="0" y="0"/>
                  </a:moveTo>
                  <a:lnTo>
                    <a:pt x="4366737" y="0"/>
                  </a:lnTo>
                  <a:lnTo>
                    <a:pt x="4366737" y="64294"/>
                  </a:lnTo>
                  <a:lnTo>
                    <a:pt x="0" y="64294"/>
                  </a:lnTo>
                  <a:close/>
                </a:path>
              </a:pathLst>
            </a:custGeom>
            <a:gradFill flip="none" rotWithShape="1">
              <a:gsLst>
                <a:gs pos="100000">
                  <a:schemeClr val="accent1"/>
                </a:gs>
                <a:gs pos="12000">
                  <a:schemeClr val="accent1">
                    <a:lumMod val="20000"/>
                    <a:lumOff val="80000"/>
                  </a:schemeClr>
                </a:gs>
              </a:gsLst>
              <a:lin ang="0" scaled="0"/>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78" name="PA-任意多边形 899"/>
            <p:cNvSpPr/>
            <p:nvPr>
              <p:custDataLst>
                <p:tags r:id="rId33"/>
              </p:custDataLst>
            </p:nvPr>
          </p:nvSpPr>
          <p:spPr>
            <a:xfrm flipH="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55000">
                  <a:schemeClr val="accent1"/>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79" name="PA-文本框 26"/>
            <p:cNvSpPr txBox="1"/>
            <p:nvPr>
              <p:custDataLst>
                <p:tags r:id="rId34"/>
              </p:custDataLst>
            </p:nvPr>
          </p:nvSpPr>
          <p:spPr>
            <a:xfrm>
              <a:off x="6507233" y="309946"/>
              <a:ext cx="17830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noProof="0" dirty="0">
                  <a:ln>
                    <a:noFill/>
                  </a:ln>
                  <a:solidFill>
                    <a:srgbClr val="206252">
                      <a:lumMod val="50000"/>
                    </a:srgbClr>
                  </a:solidFill>
                  <a:effectLst/>
                  <a:uLnTx/>
                  <a:uFillTx/>
                  <a:latin typeface="微软雅黑" panose="020B0503020204020204" charset="-122"/>
                  <a:ea typeface="微软雅黑" panose="020B0503020204020204" charset="-122"/>
                  <a:sym typeface="OPPOSans M" panose="00020600040101010101" pitchFamily="18" charset="-122"/>
                </a:rPr>
                <a:t>调查设计与实施</a:t>
              </a:r>
              <a:endParaRPr kumimoji="0" lang="zh-CN" altLang="en-US" sz="180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sp>
          <p:nvSpPr>
            <p:cNvPr id="180" name="PA-文本框 26"/>
            <p:cNvSpPr txBox="1"/>
            <p:nvPr>
              <p:custDataLst>
                <p:tags r:id="rId35"/>
              </p:custDataLst>
            </p:nvPr>
          </p:nvSpPr>
          <p:spPr>
            <a:xfrm>
              <a:off x="8672698" y="313756"/>
              <a:ext cx="3098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cxnSp>
          <p:nvCxnSpPr>
            <p:cNvPr id="181" name="PA-直接连接符 18"/>
            <p:cNvCxnSpPr/>
            <p:nvPr>
              <p:custDataLst>
                <p:tags r:id="rId36"/>
              </p:custDataLst>
            </p:nvPr>
          </p:nvCxnSpPr>
          <p:spPr>
            <a:xfrm flipH="1">
              <a:off x="5253886"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182" name="PA-直接连接符 22"/>
            <p:cNvCxnSpPr/>
            <p:nvPr>
              <p:custDataLst>
                <p:tags r:id="rId37"/>
              </p:custDataLst>
            </p:nvPr>
          </p:nvCxnSpPr>
          <p:spPr>
            <a:xfrm flipH="1">
              <a:off x="6412243"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183" name="PA-文本框 26"/>
            <p:cNvSpPr txBox="1"/>
            <p:nvPr>
              <p:custDataLst>
                <p:tags r:id="rId38"/>
              </p:custDataLst>
            </p:nvPr>
          </p:nvSpPr>
          <p:spPr>
            <a:xfrm>
              <a:off x="5410470" y="313956"/>
              <a:ext cx="10972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a:defRPr/>
              </a:pPr>
              <a:r>
                <a:rPr lang="zh-CN" altLang="en-US" sz="1800" dirty="0">
                  <a:solidFill>
                    <a:srgbClr val="206252">
                      <a:lumMod val="50000"/>
                    </a:srgbClr>
                  </a:solidFill>
                  <a:latin typeface="微软雅黑" panose="020B0503020204020204" charset="-122"/>
                  <a:ea typeface="微软雅黑" panose="020B0503020204020204" charset="-122"/>
                  <a:sym typeface="阿里妈妈数黑体" pitchFamily="2" charset="-122"/>
                </a:rPr>
                <a:t>前期调研</a:t>
              </a:r>
              <a:endParaRPr lang="zh-CN" altLang="en-US" sz="1800" dirty="0">
                <a:solidFill>
                  <a:srgbClr val="206252">
                    <a:lumMod val="50000"/>
                  </a:srgbClr>
                </a:solidFill>
                <a:latin typeface="微软雅黑" panose="020B0503020204020204" charset="-122"/>
                <a:ea typeface="微软雅黑" panose="020B0503020204020204" charset="-122"/>
                <a:sym typeface="阿里妈妈数黑体" pitchFamily="2" charset="-122"/>
              </a:endParaRPr>
            </a:p>
          </p:txBody>
        </p:sp>
        <p:sp>
          <p:nvSpPr>
            <p:cNvPr id="184" name="PA-图形 7"/>
            <p:cNvSpPr/>
            <p:nvPr>
              <p:custDataLst>
                <p:tags r:id="rId39"/>
              </p:custDataLst>
            </p:nvPr>
          </p:nvSpPr>
          <p:spPr>
            <a:xfrm>
              <a:off x="273980" y="148474"/>
              <a:ext cx="555983" cy="416889"/>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0">
                  <a:schemeClr val="bg1"/>
                </a:gs>
                <a:gs pos="87000">
                  <a:schemeClr val="accent1">
                    <a:lumMod val="20000"/>
                    <a:lumOff val="80000"/>
                  </a:schemeClr>
                </a:gs>
              </a:gsLst>
              <a:lin ang="2700000" scaled="0"/>
            </a:gradFill>
            <a:ln w="36909" cap="flat">
              <a:noFill/>
              <a:prstDash val="solid"/>
              <a:miter/>
            </a:ln>
            <a:effectLst>
              <a:outerShdw blurRad="50800" dist="38100" dir="5400000" algn="t" rotWithShape="0">
                <a:schemeClr val="accent1">
                  <a:alpha val="30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cxnSp>
        <p:nvCxnSpPr>
          <p:cNvPr id="186" name="PA-直接连接符 23"/>
          <p:cNvCxnSpPr/>
          <p:nvPr>
            <p:custDataLst>
              <p:tags r:id="rId40"/>
            </p:custDataLst>
          </p:nvPr>
        </p:nvCxnSpPr>
        <p:spPr>
          <a:xfrm flipH="1">
            <a:off x="8337045" y="36122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187" name="PA-直接连接符 23"/>
          <p:cNvCxnSpPr/>
          <p:nvPr>
            <p:custDataLst>
              <p:tags r:id="rId41"/>
            </p:custDataLst>
          </p:nvPr>
        </p:nvCxnSpPr>
        <p:spPr>
          <a:xfrm flipH="1">
            <a:off x="9622285" y="3294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188" name="文本框 187"/>
          <p:cNvSpPr txBox="1"/>
          <p:nvPr/>
        </p:nvSpPr>
        <p:spPr>
          <a:xfrm>
            <a:off x="9886315" y="300990"/>
            <a:ext cx="136969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结论与建议</a:t>
            </a:r>
            <a:endParaRPr lang="zh-CN" altLang="en-US">
              <a:latin typeface="微软雅黑" panose="020B0503020204020204" charset="-122"/>
              <a:ea typeface="微软雅黑" panose="020B0503020204020204" charset="-122"/>
            </a:endParaRPr>
          </a:p>
        </p:txBody>
      </p:sp>
      <p:sp>
        <p:nvSpPr>
          <p:cNvPr id="189" name="文本框 188"/>
          <p:cNvSpPr txBox="1"/>
          <p:nvPr/>
        </p:nvSpPr>
        <p:spPr>
          <a:xfrm>
            <a:off x="8540750" y="304800"/>
            <a:ext cx="1212215" cy="368300"/>
          </a:xfrm>
          <a:prstGeom prst="rect">
            <a:avLst/>
          </a:prstGeom>
          <a:noFill/>
        </p:spPr>
        <p:txBody>
          <a:bodyPr wrap="square" rtlCol="0">
            <a:spAutoFit/>
          </a:bodyPr>
          <a:lstStyle/>
          <a:p>
            <a:r>
              <a:rPr lang="zh-CN" altLang="en-US" b="1">
                <a:solidFill>
                  <a:srgbClr val="2D8A73"/>
                </a:solidFill>
                <a:latin typeface="微软雅黑" panose="020B0503020204020204" charset="-122"/>
                <a:ea typeface="微软雅黑" panose="020B0503020204020204" charset="-122"/>
              </a:rPr>
              <a:t>产品设计</a:t>
            </a:r>
            <a:endParaRPr lang="zh-CN" altLang="en-US" b="1">
              <a:solidFill>
                <a:srgbClr val="2D8A73"/>
              </a:solidFill>
              <a:latin typeface="微软雅黑" panose="020B0503020204020204" charset="-122"/>
              <a:ea typeface="微软雅黑" panose="020B0503020204020204" charset="-122"/>
            </a:endParaRPr>
          </a:p>
        </p:txBody>
      </p:sp>
      <p:sp>
        <p:nvSpPr>
          <p:cNvPr id="185" name="矩形 184"/>
          <p:cNvSpPr/>
          <p:nvPr/>
        </p:nvSpPr>
        <p:spPr>
          <a:xfrm>
            <a:off x="3756660" y="292100"/>
            <a:ext cx="2100580" cy="522605"/>
          </a:xfrm>
          <a:prstGeom prst="rect">
            <a:avLst/>
          </a:prstGeom>
          <a:noFill/>
          <a:ln>
            <a:noFill/>
          </a:ln>
        </p:spPr>
        <p:txBody>
          <a:bodyPr wrap="square" rtlCol="0" anchor="t">
            <a:noAutofit/>
          </a:bodyPr>
          <a:lstStyle/>
          <a:p>
            <a:pPr algn="ctr">
              <a:defRPr/>
            </a:pPr>
            <a:r>
              <a:rPr lang="zh-CN" altLang="en-US" dirty="0">
                <a:solidFill>
                  <a:schemeClr val="tx1"/>
                </a:solidFill>
                <a:latin typeface="微软雅黑" panose="020B0503020204020204" charset="-122"/>
                <a:ea typeface="微软雅黑" panose="020B0503020204020204" charset="-122"/>
              </a:rPr>
              <a:t>研究背景</a:t>
            </a:r>
            <a:endParaRPr lang="zh-CN" altLang="en-US" dirty="0">
              <a:solidFill>
                <a:schemeClr val="tx1"/>
              </a:solidFill>
              <a:latin typeface="微软雅黑" panose="020B0503020204020204" charset="-122"/>
              <a:ea typeface="微软雅黑" panose="020B0503020204020204" charset="-122"/>
            </a:endParaRPr>
          </a:p>
        </p:txBody>
      </p:sp>
    </p:spTree>
    <p:custDataLst>
      <p:tags r:id="rId42"/>
    </p:custDataLst>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121"/>
                                        </p:tgtEl>
                                        <p:attrNameLst>
                                          <p:attrName>style.visibility</p:attrName>
                                        </p:attrNameLst>
                                      </p:cBhvr>
                                      <p:to>
                                        <p:strVal val="visible"/>
                                      </p:to>
                                    </p:set>
                                    <p:anim calcmode="lin" valueType="num">
                                      <p:cBhvr additive="base">
                                        <p:cTn id="7" dur="500" fill="hold"/>
                                        <p:tgtEl>
                                          <p:spTgt spid="121"/>
                                        </p:tgtEl>
                                        <p:attrNameLst>
                                          <p:attrName>ppt_x</p:attrName>
                                        </p:attrNameLst>
                                      </p:cBhvr>
                                      <p:tavLst>
                                        <p:tav tm="0">
                                          <p:val>
                                            <p:strVal val="1+#ppt_w/2"/>
                                          </p:val>
                                        </p:tav>
                                        <p:tav tm="100000">
                                          <p:val>
                                            <p:strVal val="#ppt_x"/>
                                          </p:val>
                                        </p:tav>
                                      </p:tavLst>
                                    </p:anim>
                                    <p:anim calcmode="lin" valueType="num">
                                      <p:cBhvr additive="base">
                                        <p:cTn id="8" dur="500" fill="hold"/>
                                        <p:tgtEl>
                                          <p:spTgt spid="1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组合 21"/>
          <p:cNvGrpSpPr/>
          <p:nvPr/>
        </p:nvGrpSpPr>
        <p:grpSpPr>
          <a:xfrm>
            <a:off x="1" y="-28574"/>
            <a:ext cx="12451059" cy="6762043"/>
            <a:chOff x="1" y="1"/>
            <a:chExt cx="12451059" cy="6762043"/>
          </a:xfrm>
        </p:grpSpPr>
        <p:pic>
          <p:nvPicPr>
            <p:cNvPr id="160" name="图片 159"/>
            <p:cNvPicPr>
              <a:picLocks noChangeAspect="1"/>
            </p:cNvPicPr>
            <p:nvPr/>
          </p:nvPicPr>
          <p:blipFill>
            <a:blip r:embed="rId1"/>
            <a:srcRect l="1166" t="25263"/>
            <a:stretch>
              <a:fillRect/>
            </a:stretch>
          </p:blipFill>
          <p:spPr>
            <a:xfrm>
              <a:off x="1" y="1"/>
              <a:ext cx="12174415" cy="5125479"/>
            </a:xfrm>
            <a:custGeom>
              <a:avLst/>
              <a:gdLst>
                <a:gd name="connsiteX0" fmla="*/ 0 w 12174415"/>
                <a:gd name="connsiteY0" fmla="*/ 0 h 5125479"/>
                <a:gd name="connsiteX1" fmla="*/ 12174415 w 12174415"/>
                <a:gd name="connsiteY1" fmla="*/ 0 h 5125479"/>
                <a:gd name="connsiteX2" fmla="*/ 12174415 w 12174415"/>
                <a:gd name="connsiteY2" fmla="*/ 5125479 h 5125479"/>
                <a:gd name="connsiteX3" fmla="*/ 0 w 12174415"/>
                <a:gd name="connsiteY3" fmla="*/ 5125479 h 5125479"/>
              </a:gdLst>
              <a:ahLst/>
              <a:cxnLst>
                <a:cxn ang="0">
                  <a:pos x="connsiteX0" y="connsiteY0"/>
                </a:cxn>
                <a:cxn ang="0">
                  <a:pos x="connsiteX1" y="connsiteY1"/>
                </a:cxn>
                <a:cxn ang="0">
                  <a:pos x="connsiteX2" y="connsiteY2"/>
                </a:cxn>
                <a:cxn ang="0">
                  <a:pos x="connsiteX3" y="connsiteY3"/>
                </a:cxn>
              </a:cxnLst>
              <a:rect l="l" t="t" r="r" b="b"/>
              <a:pathLst>
                <a:path w="12174415" h="5125479">
                  <a:moveTo>
                    <a:pt x="0" y="0"/>
                  </a:moveTo>
                  <a:lnTo>
                    <a:pt x="12174415" y="0"/>
                  </a:lnTo>
                  <a:lnTo>
                    <a:pt x="12174415" y="5125479"/>
                  </a:lnTo>
                  <a:lnTo>
                    <a:pt x="0" y="5125479"/>
                  </a:lnTo>
                  <a:close/>
                </a:path>
              </a:pathLst>
            </a:custGeom>
          </p:spPr>
        </p:pic>
        <p:pic>
          <p:nvPicPr>
            <p:cNvPr id="62" name="Picture 59"/>
            <p:cNvPicPr>
              <a:picLocks noChangeAspect="1"/>
            </p:cNvPicPr>
            <p:nvPr/>
          </p:nvPicPr>
          <p:blipFill>
            <a:blip r:embed="rId2">
              <a:alphaModFix amt="63000"/>
            </a:blip>
            <a:stretch>
              <a:fillRect/>
            </a:stretch>
          </p:blipFill>
          <p:spPr>
            <a:xfrm>
              <a:off x="1600150" y="1515629"/>
              <a:ext cx="10850910" cy="5246415"/>
            </a:xfrm>
            <a:prstGeom prst="rect">
              <a:avLst/>
            </a:prstGeom>
          </p:spPr>
        </p:pic>
      </p:grpSp>
      <p:grpSp>
        <p:nvGrpSpPr>
          <p:cNvPr id="5" name="组合 4"/>
          <p:cNvGrpSpPr/>
          <p:nvPr/>
        </p:nvGrpSpPr>
        <p:grpSpPr>
          <a:xfrm>
            <a:off x="-801446" y="0"/>
            <a:ext cx="13073260" cy="902312"/>
            <a:chOff x="-801446" y="0"/>
            <a:chExt cx="13073260" cy="902312"/>
          </a:xfrm>
        </p:grpSpPr>
        <p:sp>
          <p:nvSpPr>
            <p:cNvPr id="6" name="PA-任意多边形 900"/>
            <p:cNvSpPr/>
            <p:nvPr>
              <p:custDataLst>
                <p:tags r:id="rId3"/>
              </p:custDataLst>
            </p:nvPr>
          </p:nvSpPr>
          <p:spPr>
            <a:xfrm flipV="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91000">
                  <a:schemeClr val="accent2">
                    <a:lumMod val="75000"/>
                  </a:schemeClr>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7" name="PA-任意多边形 46"/>
            <p:cNvSpPr/>
            <p:nvPr>
              <p:custDataLst>
                <p:tags r:id="rId4"/>
              </p:custDataLst>
            </p:nvPr>
          </p:nvSpPr>
          <p:spPr>
            <a:xfrm>
              <a:off x="17585" y="140988"/>
              <a:ext cx="10477775" cy="713837"/>
            </a:xfrm>
            <a:custGeom>
              <a:avLst/>
              <a:gdLst>
                <a:gd name="connsiteX0" fmla="*/ 0 w 10477775"/>
                <a:gd name="connsiteY0" fmla="*/ 0 h 713837"/>
                <a:gd name="connsiteX1" fmla="*/ 9872819 w 10477775"/>
                <a:gd name="connsiteY1" fmla="*/ 0 h 713837"/>
                <a:gd name="connsiteX2" fmla="*/ 10477775 w 10477775"/>
                <a:gd name="connsiteY2" fmla="*/ 713837 h 713837"/>
                <a:gd name="connsiteX3" fmla="*/ 0 w 10477775"/>
                <a:gd name="connsiteY3" fmla="*/ 713837 h 713837"/>
                <a:gd name="connsiteX4" fmla="*/ 0 w 10477775"/>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775" h="713837">
                  <a:moveTo>
                    <a:pt x="0" y="0"/>
                  </a:moveTo>
                  <a:lnTo>
                    <a:pt x="9872819" y="0"/>
                  </a:lnTo>
                  <a:lnTo>
                    <a:pt x="10477775" y="713837"/>
                  </a:lnTo>
                  <a:lnTo>
                    <a:pt x="0" y="713837"/>
                  </a:lnTo>
                  <a:lnTo>
                    <a:pt x="0" y="0"/>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8" name="PA-任意多边形 50"/>
            <p:cNvSpPr/>
            <p:nvPr>
              <p:custDataLst>
                <p:tags r:id="rId5"/>
              </p:custDataLst>
            </p:nvPr>
          </p:nvSpPr>
          <p:spPr>
            <a:xfrm>
              <a:off x="79814" y="136543"/>
              <a:ext cx="12192000" cy="713837"/>
            </a:xfrm>
            <a:custGeom>
              <a:avLst/>
              <a:gdLst>
                <a:gd name="connsiteX0" fmla="*/ 0 w 12192000"/>
                <a:gd name="connsiteY0" fmla="*/ 0 h 713837"/>
                <a:gd name="connsiteX1" fmla="*/ 12192000 w 12192000"/>
                <a:gd name="connsiteY1" fmla="*/ 0 h 713837"/>
                <a:gd name="connsiteX2" fmla="*/ 12192000 w 12192000"/>
                <a:gd name="connsiteY2" fmla="*/ 713837 h 713837"/>
                <a:gd name="connsiteX3" fmla="*/ 0 w 12192000"/>
                <a:gd name="connsiteY3" fmla="*/ 713837 h 713837"/>
              </a:gdLst>
              <a:ahLst/>
              <a:cxnLst>
                <a:cxn ang="0">
                  <a:pos x="connsiteX0" y="connsiteY0"/>
                </a:cxn>
                <a:cxn ang="0">
                  <a:pos x="connsiteX1" y="connsiteY1"/>
                </a:cxn>
                <a:cxn ang="0">
                  <a:pos x="connsiteX2" y="connsiteY2"/>
                </a:cxn>
                <a:cxn ang="0">
                  <a:pos x="connsiteX3" y="connsiteY3"/>
                </a:cxn>
              </a:cxnLst>
              <a:rect l="l" t="t" r="r" b="b"/>
              <a:pathLst>
                <a:path w="12192000" h="713837">
                  <a:moveTo>
                    <a:pt x="0" y="0"/>
                  </a:moveTo>
                  <a:lnTo>
                    <a:pt x="12192000" y="0"/>
                  </a:lnTo>
                  <a:lnTo>
                    <a:pt x="12192000" y="713837"/>
                  </a:lnTo>
                  <a:lnTo>
                    <a:pt x="0" y="713837"/>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mn-cs"/>
              </a:endParaRPr>
            </a:p>
          </p:txBody>
        </p:sp>
        <p:sp>
          <p:nvSpPr>
            <p:cNvPr id="13" name="PA-任意多边形 6"/>
            <p:cNvSpPr/>
            <p:nvPr>
              <p:custDataLst>
                <p:tags r:id="rId6"/>
              </p:custDataLst>
            </p:nvPr>
          </p:nvSpPr>
          <p:spPr>
            <a:xfrm>
              <a:off x="-52754" y="850261"/>
              <a:ext cx="12262339" cy="52051"/>
            </a:xfrm>
            <a:custGeom>
              <a:avLst/>
              <a:gdLst>
                <a:gd name="connsiteX0" fmla="*/ 0 w 4366736"/>
                <a:gd name="connsiteY0" fmla="*/ 0 h 64293"/>
                <a:gd name="connsiteX1" fmla="*/ 4366737 w 4366736"/>
                <a:gd name="connsiteY1" fmla="*/ 0 h 64293"/>
                <a:gd name="connsiteX2" fmla="*/ 4366737 w 4366736"/>
                <a:gd name="connsiteY2" fmla="*/ 64294 h 64293"/>
                <a:gd name="connsiteX3" fmla="*/ 0 w 4366736"/>
                <a:gd name="connsiteY3" fmla="*/ 64294 h 64293"/>
              </a:gdLst>
              <a:ahLst/>
              <a:cxnLst>
                <a:cxn ang="0">
                  <a:pos x="connsiteX0" y="connsiteY0"/>
                </a:cxn>
                <a:cxn ang="0">
                  <a:pos x="connsiteX1" y="connsiteY1"/>
                </a:cxn>
                <a:cxn ang="0">
                  <a:pos x="connsiteX2" y="connsiteY2"/>
                </a:cxn>
                <a:cxn ang="0">
                  <a:pos x="connsiteX3" y="connsiteY3"/>
                </a:cxn>
              </a:cxnLst>
              <a:rect l="l" t="t" r="r" b="b"/>
              <a:pathLst>
                <a:path w="4366736" h="64293">
                  <a:moveTo>
                    <a:pt x="0" y="0"/>
                  </a:moveTo>
                  <a:lnTo>
                    <a:pt x="4366737" y="0"/>
                  </a:lnTo>
                  <a:lnTo>
                    <a:pt x="4366737" y="64294"/>
                  </a:lnTo>
                  <a:lnTo>
                    <a:pt x="0" y="64294"/>
                  </a:lnTo>
                  <a:close/>
                </a:path>
              </a:pathLst>
            </a:custGeom>
            <a:gradFill flip="none" rotWithShape="1">
              <a:gsLst>
                <a:gs pos="100000">
                  <a:schemeClr val="accent1"/>
                </a:gs>
                <a:gs pos="12000">
                  <a:schemeClr val="accent1">
                    <a:lumMod val="20000"/>
                    <a:lumOff val="80000"/>
                  </a:schemeClr>
                </a:gs>
              </a:gsLst>
              <a:lin ang="0" scaled="0"/>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4" name="PA-任意多边形 899"/>
            <p:cNvSpPr/>
            <p:nvPr>
              <p:custDataLst>
                <p:tags r:id="rId7"/>
              </p:custDataLst>
            </p:nvPr>
          </p:nvSpPr>
          <p:spPr>
            <a:xfrm flipH="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55000">
                  <a:schemeClr val="accent1"/>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cxnSp>
          <p:nvCxnSpPr>
            <p:cNvPr id="15" name="PA-直接连接符 18"/>
            <p:cNvCxnSpPr/>
            <p:nvPr>
              <p:custDataLst>
                <p:tags r:id="rId8"/>
              </p:custDataLst>
            </p:nvPr>
          </p:nvCxnSpPr>
          <p:spPr>
            <a:xfrm flipH="1">
              <a:off x="5253886"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16" name="PA-图形 7"/>
            <p:cNvSpPr/>
            <p:nvPr>
              <p:custDataLst>
                <p:tags r:id="rId9"/>
              </p:custDataLst>
            </p:nvPr>
          </p:nvSpPr>
          <p:spPr>
            <a:xfrm>
              <a:off x="273980" y="148474"/>
              <a:ext cx="555983" cy="416889"/>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0">
                  <a:schemeClr val="bg1"/>
                </a:gs>
                <a:gs pos="87000">
                  <a:schemeClr val="accent1">
                    <a:lumMod val="20000"/>
                    <a:lumOff val="80000"/>
                  </a:schemeClr>
                </a:gs>
              </a:gsLst>
              <a:lin ang="2700000" scaled="0"/>
            </a:gradFill>
            <a:ln w="36909" cap="flat">
              <a:noFill/>
              <a:prstDash val="solid"/>
              <a:miter/>
            </a:ln>
            <a:effectLst>
              <a:outerShdw blurRad="50800" dist="38100" dir="5400000" algn="t" rotWithShape="0">
                <a:schemeClr val="accent1">
                  <a:alpha val="30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pic>
        <p:nvPicPr>
          <p:cNvPr id="2" name="Picture 153"/>
          <p:cNvPicPr>
            <a:picLocks noChangeAspect="1"/>
          </p:cNvPicPr>
          <p:nvPr/>
        </p:nvPicPr>
        <p:blipFill>
          <a:blip r:embed="rId10"/>
          <a:stretch>
            <a:fillRect/>
          </a:stretch>
        </p:blipFill>
        <p:spPr>
          <a:xfrm>
            <a:off x="2283975" y="4630723"/>
            <a:ext cx="9936302" cy="2256048"/>
          </a:xfrm>
          <a:prstGeom prst="rect">
            <a:avLst/>
          </a:prstGeom>
        </p:spPr>
      </p:pic>
      <p:pic>
        <p:nvPicPr>
          <p:cNvPr id="10" name="Picture 153"/>
          <p:cNvPicPr>
            <a:picLocks noChangeAspect="1"/>
          </p:cNvPicPr>
          <p:nvPr/>
        </p:nvPicPr>
        <p:blipFill>
          <a:blip r:embed="rId10"/>
          <a:stretch>
            <a:fillRect/>
          </a:stretch>
        </p:blipFill>
        <p:spPr>
          <a:xfrm flipH="1">
            <a:off x="-67414" y="4646325"/>
            <a:ext cx="9936302" cy="2256048"/>
          </a:xfrm>
          <a:prstGeom prst="rect">
            <a:avLst/>
          </a:prstGeom>
        </p:spPr>
      </p:pic>
      <p:sp>
        <p:nvSpPr>
          <p:cNvPr id="46" name="文本框 45"/>
          <p:cNvSpPr txBox="1"/>
          <p:nvPr/>
        </p:nvSpPr>
        <p:spPr>
          <a:xfrm>
            <a:off x="188595" y="1376045"/>
            <a:ext cx="6983730" cy="829945"/>
          </a:xfrm>
          <a:prstGeom prst="rect">
            <a:avLst/>
          </a:prstGeom>
        </p:spPr>
        <p:txBody>
          <a:bodyPr wrap="square">
            <a:spAutoFit/>
          </a:bodyPr>
          <a:p>
            <a:pPr indent="0">
              <a:buFont typeface="Arial" panose="020B0604020202020204" pitchFamily="34" charset="0"/>
              <a:buNone/>
            </a:pPr>
            <a:endParaRPr lang="zh-CN" altLang="en-US" sz="2400" b="1" dirty="0" smtClean="0">
              <a:latin typeface="微软雅黑" panose="020B0503020204020204" charset="-122"/>
              <a:ea typeface="微软雅黑" panose="020B0503020204020204" charset="-122"/>
            </a:endParaRPr>
          </a:p>
          <a:p>
            <a:pPr indent="0">
              <a:buFont typeface="Arial" panose="020B0604020202020204" pitchFamily="34" charset="0"/>
              <a:buNone/>
            </a:pPr>
            <a:r>
              <a:rPr lang="en-US" altLang="zh-CN" sz="2400" b="1" dirty="0" smtClean="0">
                <a:latin typeface="微软雅黑" panose="020B0503020204020204" charset="-122"/>
                <a:ea typeface="微软雅黑" panose="020B0503020204020204" charset="-122"/>
                <a:cs typeface="+mn-ea"/>
              </a:rPr>
              <a:t>         </a:t>
            </a:r>
            <a:endParaRPr lang="zh-CN" altLang="en-US" sz="2400" b="1" dirty="0" smtClean="0">
              <a:latin typeface="微软雅黑" panose="020B0503020204020204" charset="-122"/>
              <a:ea typeface="微软雅黑" panose="020B0503020204020204" charset="-122"/>
              <a:cs typeface="+mn-ea"/>
            </a:endParaRPr>
          </a:p>
        </p:txBody>
      </p:sp>
      <p:sp>
        <p:nvSpPr>
          <p:cNvPr id="17" name="PA-文本框 24"/>
          <p:cNvSpPr txBox="1"/>
          <p:nvPr>
            <p:custDataLst>
              <p:tags r:id="rId11"/>
            </p:custDataLst>
          </p:nvPr>
        </p:nvSpPr>
        <p:spPr>
          <a:xfrm>
            <a:off x="1600150" y="236296"/>
            <a:ext cx="1605280" cy="521970"/>
          </a:xfrm>
          <a:prstGeom prst="rect">
            <a:avLst/>
          </a:prstGeom>
          <a:noFill/>
        </p:spPr>
        <p:txBody>
          <a:bodyPr wrap="none">
            <a:spAutoFit/>
          </a:bodyPr>
          <a:lstStyle>
            <a:defPPr>
              <a:defRPr lang="zh-CN"/>
            </a:defPPr>
            <a:lvl1pPr>
              <a:defRPr sz="2400" b="1">
                <a:gradFill>
                  <a:gsLst>
                    <a:gs pos="100000">
                      <a:schemeClr val="accent1">
                        <a:lumMod val="50000"/>
                      </a:schemeClr>
                    </a:gs>
                    <a:gs pos="17000">
                      <a:schemeClr val="accent1">
                        <a:lumMod val="50000"/>
                      </a:schemeClr>
                    </a:gs>
                  </a:gsLst>
                  <a:path path="circle">
                    <a:fillToRect r="100000" b="100000"/>
                  </a:path>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gradFill>
                  <a:gsLst>
                    <a:gs pos="100000">
                      <a:srgbClr val="206252">
                        <a:lumMod val="50000"/>
                      </a:srgbClr>
                    </a:gs>
                    <a:gs pos="17000">
                      <a:srgbClr val="206252">
                        <a:lumMod val="75000"/>
                      </a:srgbClr>
                    </a:gs>
                  </a:gsLst>
                  <a:path path="circle">
                    <a:fillToRect r="100000" b="100000"/>
                  </a:path>
                </a:gradFill>
                <a:effectLst/>
                <a:uLnTx/>
                <a:uFillTx/>
                <a:latin typeface="微软雅黑" panose="020B0503020204020204" charset="-122"/>
                <a:ea typeface="微软雅黑" panose="020B0503020204020204" charset="-122"/>
                <a:cs typeface="+mn-cs"/>
                <a:sym typeface="阿里妈妈数黑体" pitchFamily="2" charset="-122"/>
              </a:rPr>
              <a:t>产品设计</a:t>
            </a:r>
            <a:endParaRPr kumimoji="0" lang="zh-CN" altLang="en-US" sz="2800" b="1" i="0" u="none" strike="noStrike" kern="1200" cap="none" spc="0" normalizeH="0" baseline="0" noProof="0" dirty="0">
              <a:ln>
                <a:noFill/>
              </a:ln>
              <a:gradFill>
                <a:gsLst>
                  <a:gs pos="100000">
                    <a:srgbClr val="206252">
                      <a:lumMod val="50000"/>
                    </a:srgbClr>
                  </a:gs>
                  <a:gs pos="17000">
                    <a:srgbClr val="206252">
                      <a:lumMod val="75000"/>
                    </a:srgbClr>
                  </a:gs>
                </a:gsLst>
                <a:path path="circle">
                  <a:fillToRect r="100000" b="100000"/>
                </a:path>
              </a:gradFill>
              <a:effectLst/>
              <a:uLnTx/>
              <a:uFillTx/>
              <a:latin typeface="微软雅黑" panose="020B0503020204020204" charset="-122"/>
              <a:ea typeface="微软雅黑" panose="020B0503020204020204" charset="-122"/>
              <a:cs typeface="+mn-cs"/>
              <a:sym typeface="阿里妈妈数黑体" pitchFamily="2" charset="-122"/>
            </a:endParaRPr>
          </a:p>
        </p:txBody>
      </p:sp>
      <p:sp>
        <p:nvSpPr>
          <p:cNvPr id="18" name="矩形 17"/>
          <p:cNvSpPr/>
          <p:nvPr/>
        </p:nvSpPr>
        <p:spPr>
          <a:xfrm>
            <a:off x="3629660" y="298450"/>
            <a:ext cx="2100580" cy="522605"/>
          </a:xfrm>
          <a:prstGeom prst="rect">
            <a:avLst/>
          </a:prstGeom>
          <a:noFill/>
          <a:ln>
            <a:noFill/>
          </a:ln>
        </p:spPr>
        <p:txBody>
          <a:bodyPr wrap="square" rtlCol="0" anchor="t">
            <a:noAutofit/>
          </a:bodyPr>
          <a:lstStyle/>
          <a:p>
            <a:pPr algn="ctr"/>
            <a:r>
              <a:rPr lang="zh-CN" altLang="en-US" dirty="0">
                <a:solidFill>
                  <a:schemeClr val="tx1"/>
                </a:solidFill>
                <a:effectLst/>
                <a:latin typeface="微软雅黑" panose="020B0503020204020204" charset="-122"/>
                <a:ea typeface="微软雅黑" panose="020B0503020204020204" charset="-122"/>
              </a:rPr>
              <a:t>研究背景</a:t>
            </a:r>
            <a:endParaRPr lang="zh-CN" altLang="en-US" dirty="0">
              <a:solidFill>
                <a:schemeClr val="tx1"/>
              </a:solidFill>
              <a:effectLst/>
              <a:latin typeface="微软雅黑" panose="020B0503020204020204" charset="-122"/>
              <a:ea typeface="微软雅黑" panose="020B0503020204020204" charset="-122"/>
            </a:endParaRPr>
          </a:p>
        </p:txBody>
      </p:sp>
      <p:sp>
        <p:nvSpPr>
          <p:cNvPr id="19" name="PA-文本框 26"/>
          <p:cNvSpPr txBox="1"/>
          <p:nvPr>
            <p:custDataLst>
              <p:tags r:id="rId12"/>
            </p:custDataLst>
          </p:nvPr>
        </p:nvSpPr>
        <p:spPr>
          <a:xfrm>
            <a:off x="5410470" y="313956"/>
            <a:ext cx="10972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阿里妈妈数黑体" pitchFamily="2" charset="-122"/>
              </a:rPr>
              <a:t>前期调研</a:t>
            </a:r>
            <a:endParaRPr kumimoji="0" lang="zh-CN" altLang="en-US" sz="1800" b="1"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阿里妈妈数黑体" pitchFamily="2" charset="-122"/>
            </a:endParaRPr>
          </a:p>
        </p:txBody>
      </p:sp>
      <p:sp>
        <p:nvSpPr>
          <p:cNvPr id="49" name="文本框 48"/>
          <p:cNvSpPr txBox="1"/>
          <p:nvPr/>
        </p:nvSpPr>
        <p:spPr>
          <a:xfrm>
            <a:off x="8453755" y="308610"/>
            <a:ext cx="110934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数据分析</a:t>
            </a:r>
            <a:endParaRPr lang="zh-CN" altLang="en-US">
              <a:latin typeface="微软雅黑" panose="020B0503020204020204" charset="-122"/>
              <a:ea typeface="微软雅黑" panose="020B0503020204020204" charset="-122"/>
            </a:endParaRPr>
          </a:p>
        </p:txBody>
      </p:sp>
      <p:sp>
        <p:nvSpPr>
          <p:cNvPr id="20" name="PA-文本框 26"/>
          <p:cNvSpPr txBox="1"/>
          <p:nvPr>
            <p:custDataLst>
              <p:tags r:id="rId13"/>
            </p:custDataLst>
          </p:nvPr>
        </p:nvSpPr>
        <p:spPr>
          <a:xfrm>
            <a:off x="6507233" y="328996"/>
            <a:ext cx="17830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noProof="0" dirty="0">
                <a:ln>
                  <a:noFill/>
                </a:ln>
                <a:solidFill>
                  <a:srgbClr val="206252">
                    <a:lumMod val="50000"/>
                  </a:srgbClr>
                </a:solidFill>
                <a:effectLst/>
                <a:uLnTx/>
                <a:uFillTx/>
                <a:latin typeface="微软雅黑" panose="020B0503020204020204" charset="-122"/>
                <a:ea typeface="微软雅黑" panose="020B0503020204020204" charset="-122"/>
                <a:sym typeface="OPPOSans M" panose="00020600040101010101" pitchFamily="18" charset="-122"/>
              </a:rPr>
              <a:t>调查设计与实施</a:t>
            </a:r>
            <a:endParaRPr kumimoji="0" lang="zh-CN" altLang="en-US" sz="180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sp>
        <p:nvSpPr>
          <p:cNvPr id="23" name="文本框 22"/>
          <p:cNvSpPr txBox="1"/>
          <p:nvPr/>
        </p:nvSpPr>
        <p:spPr>
          <a:xfrm>
            <a:off x="9709150" y="298450"/>
            <a:ext cx="1104900" cy="368300"/>
          </a:xfrm>
          <a:prstGeom prst="rect">
            <a:avLst/>
          </a:prstGeom>
          <a:noFill/>
        </p:spPr>
        <p:txBody>
          <a:bodyPr wrap="square" rtlCol="0">
            <a:spAutoFit/>
          </a:bodyPr>
          <a:lstStyle/>
          <a:p>
            <a:r>
              <a:rPr lang="zh-CN" altLang="en-US" b="1" noProof="0" dirty="0">
                <a:ln>
                  <a:noFill/>
                </a:ln>
                <a:solidFill>
                  <a:srgbClr val="33692B"/>
                </a:solidFill>
                <a:effectLst/>
                <a:uLnTx/>
                <a:uFillTx/>
                <a:latin typeface="微软雅黑" panose="020B0503020204020204" charset="-122"/>
                <a:ea typeface="微软雅黑" panose="020B0503020204020204" charset="-122"/>
              </a:rPr>
              <a:t>产品设计</a:t>
            </a:r>
            <a:endParaRPr lang="zh-CN" altLang="en-US" b="1" noProof="0" dirty="0">
              <a:ln>
                <a:noFill/>
              </a:ln>
              <a:solidFill>
                <a:srgbClr val="33692B"/>
              </a:solidFill>
              <a:effectLst/>
              <a:uLnTx/>
              <a:uFillTx/>
              <a:latin typeface="微软雅黑" panose="020B0503020204020204" charset="-122"/>
              <a:ea typeface="微软雅黑" panose="020B0503020204020204" charset="-122"/>
            </a:endParaRPr>
          </a:p>
        </p:txBody>
      </p:sp>
      <p:sp>
        <p:nvSpPr>
          <p:cNvPr id="24" name="文本框 23"/>
          <p:cNvSpPr txBox="1"/>
          <p:nvPr/>
        </p:nvSpPr>
        <p:spPr>
          <a:xfrm>
            <a:off x="10953115" y="313690"/>
            <a:ext cx="136969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结论与建议</a:t>
            </a:r>
            <a:endParaRPr lang="zh-CN" altLang="en-US">
              <a:latin typeface="微软雅黑" panose="020B0503020204020204" charset="-122"/>
              <a:ea typeface="微软雅黑" panose="020B0503020204020204" charset="-122"/>
            </a:endParaRPr>
          </a:p>
        </p:txBody>
      </p:sp>
      <p:cxnSp>
        <p:nvCxnSpPr>
          <p:cNvPr id="25" name="PA-直接连接符 22"/>
          <p:cNvCxnSpPr/>
          <p:nvPr>
            <p:custDataLst>
              <p:tags r:id="rId14"/>
            </p:custDataLst>
          </p:nvPr>
        </p:nvCxnSpPr>
        <p:spPr>
          <a:xfrm flipH="1">
            <a:off x="6412243"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26" name="PA-直接连接符 23"/>
          <p:cNvCxnSpPr/>
          <p:nvPr>
            <p:custDataLst>
              <p:tags r:id="rId15"/>
            </p:custDataLst>
          </p:nvPr>
        </p:nvCxnSpPr>
        <p:spPr>
          <a:xfrm flipH="1">
            <a:off x="8264655" y="37265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29" name="PA-直接连接符 23"/>
          <p:cNvCxnSpPr/>
          <p:nvPr>
            <p:custDataLst>
              <p:tags r:id="rId16"/>
            </p:custDataLst>
          </p:nvPr>
        </p:nvCxnSpPr>
        <p:spPr>
          <a:xfrm flipH="1">
            <a:off x="9460995" y="3802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50" name="PA-直接连接符 23"/>
          <p:cNvCxnSpPr/>
          <p:nvPr>
            <p:custDataLst>
              <p:tags r:id="rId17"/>
            </p:custDataLst>
          </p:nvPr>
        </p:nvCxnSpPr>
        <p:spPr>
          <a:xfrm flipH="1">
            <a:off x="10733535" y="3802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9" name="文本框 8"/>
          <p:cNvSpPr txBox="1"/>
          <p:nvPr/>
        </p:nvSpPr>
        <p:spPr>
          <a:xfrm>
            <a:off x="80010" y="1534160"/>
            <a:ext cx="5466080" cy="4177665"/>
          </a:xfrm>
          <a:prstGeom prst="roundRect">
            <a:avLst>
              <a:gd name="adj" fmla="val 10594"/>
            </a:avLst>
          </a:prstGeom>
          <a:gradFill>
            <a:gsLst>
              <a:gs pos="50000">
                <a:schemeClr val="accent2"/>
              </a:gs>
              <a:gs pos="0">
                <a:schemeClr val="accent2">
                  <a:lumMod val="25000"/>
                  <a:lumOff val="75000"/>
                </a:schemeClr>
              </a:gs>
              <a:gs pos="100000">
                <a:schemeClr val="accent2">
                  <a:lumMod val="85000"/>
                </a:schemeClr>
              </a:gs>
            </a:gsLst>
            <a:path path="rect">
              <a:fillToRect l="100000" b="100000"/>
            </a:path>
            <a:tileRect t="-100000" r="-100000"/>
          </a:gradFill>
        </p:spPr>
        <p:txBody>
          <a:bodyPr wrap="square" rtlCol="0" anchor="t">
            <a:noAutofit/>
          </a:bodyPr>
          <a:p>
            <a:pPr algn="l">
              <a:buClrTx/>
              <a:buSzTx/>
              <a:buFont typeface="Wingdings" panose="05000000000000000000" charset="0"/>
              <a:buNone/>
            </a:pPr>
            <a:r>
              <a:rPr lang="en-US" altLang="zh-CN" sz="3600" b="1">
                <a:ln w="12700" cmpd="sng">
                  <a:noFill/>
                  <a:prstDash val="solid"/>
                </a:ln>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rPr>
              <a:t>3. </a:t>
            </a:r>
            <a:r>
              <a:rPr lang="zh-CN" altLang="en-US" sz="2400" b="1">
                <a:ln w="12700" cmpd="sng">
                  <a:noFill/>
                  <a:prstDash val="solid"/>
                </a:ln>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rPr>
              <a:t>量化风险因子影响</a:t>
            </a:r>
            <a:endParaRPr lang="zh-CN" altLang="en-US" sz="2400" b="1">
              <a:ln w="12700" cmpd="sng">
                <a:noFill/>
                <a:prstDash val="solid"/>
              </a:ln>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endParaRPr>
          </a:p>
          <a:p>
            <a:pPr indent="0">
              <a:buFont typeface="Wingdings" panose="05000000000000000000" charset="0"/>
              <a:buNone/>
            </a:pPr>
            <a:r>
              <a:rPr lang="zh-CN" altLang="en-US" dirty="0" smtClean="0">
                <a:solidFill>
                  <a:schemeClr val="bg1"/>
                </a:solidFill>
                <a:latin typeface="微软雅黑" panose="020B0503020204020204" charset="-122"/>
                <a:ea typeface="微软雅黑" panose="020B0503020204020204" charset="-122"/>
                <a:cs typeface="微软雅黑" panose="020B0503020204020204" charset="-122"/>
                <a:sym typeface="+mn-ea"/>
              </a:rPr>
              <a:t>比较</a:t>
            </a:r>
            <a:r>
              <a:rPr lang="en-US" altLang="zh-CN" dirty="0" smtClean="0">
                <a:solidFill>
                  <a:schemeClr val="bg1"/>
                </a:solidFill>
                <a:latin typeface="微软雅黑" panose="020B0503020204020204" charset="-122"/>
                <a:ea typeface="微软雅黑" panose="020B0503020204020204" charset="-122"/>
                <a:cs typeface="微软雅黑" panose="020B0503020204020204" charset="-122"/>
                <a:sym typeface="+mn-ea"/>
              </a:rPr>
              <a:t>GLM</a:t>
            </a:r>
            <a:r>
              <a:rPr lang="zh-CN" altLang="en-US" dirty="0" smtClean="0">
                <a:solidFill>
                  <a:schemeClr val="bg1"/>
                </a:solidFill>
                <a:latin typeface="微软雅黑" panose="020B0503020204020204" charset="-122"/>
                <a:ea typeface="微软雅黑" panose="020B0503020204020204" charset="-122"/>
                <a:cs typeface="微软雅黑" panose="020B0503020204020204" charset="-122"/>
                <a:sym typeface="+mn-ea"/>
              </a:rPr>
              <a:t>，随机森林等模型后，采用</a:t>
            </a:r>
            <a:r>
              <a:rPr lang="en-US" altLang="zh-CN" sz="2000" b="1"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rPr>
              <a:t>GLM</a:t>
            </a:r>
            <a:endParaRPr lang="zh-CN" altLang="en-US" sz="2000" b="1" dirty="0" smtClean="0">
              <a:solidFill>
                <a:srgbClr val="D8A86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endParaRPr>
          </a:p>
          <a:p>
            <a:pPr indent="0">
              <a:buFont typeface="Wingdings" panose="05000000000000000000" charset="0"/>
              <a:buNone/>
            </a:pPr>
            <a:r>
              <a:rPr lang="zh-CN" altLang="en-US" sz="2200" b="1"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rPr>
              <a:t>年龄效应</a:t>
            </a:r>
            <a:r>
              <a:rPr lang="zh-CN" altLang="en-US" dirty="0" smtClean="0">
                <a:solidFill>
                  <a:schemeClr val="bg1"/>
                </a:solidFill>
                <a:latin typeface="微软雅黑" panose="020B0503020204020204" charset="-122"/>
                <a:ea typeface="微软雅黑" panose="020B0503020204020204" charset="-122"/>
                <a:cs typeface="微软雅黑" panose="020B0503020204020204" charset="-122"/>
                <a:sym typeface="+mn-ea"/>
              </a:rPr>
              <a:t>两极分化</a:t>
            </a:r>
            <a:endParaRPr lang="en-US" altLang="zh-CN" dirty="0" smtClean="0">
              <a:solidFill>
                <a:schemeClr val="bg1"/>
              </a:solidFill>
              <a:latin typeface="微软雅黑" panose="020B0503020204020204" charset="-122"/>
              <a:ea typeface="微软雅黑" panose="020B0503020204020204" charset="-122"/>
              <a:cs typeface="微软雅黑" panose="020B0503020204020204" charset="-122"/>
              <a:sym typeface="+mn-ea"/>
            </a:endParaRPr>
          </a:p>
          <a:p>
            <a:pPr indent="0">
              <a:buFont typeface="Arial" panose="020B0604020202020204" pitchFamily="34" charset="0"/>
              <a:buNone/>
            </a:pPr>
            <a:r>
              <a:rPr lang="en-US" altLang="zh-CN" sz="2000" dirty="0" smtClean="0">
                <a:solidFill>
                  <a:schemeClr val="bg1"/>
                </a:solidFill>
                <a:latin typeface="微软雅黑" panose="020B0503020204020204" charset="-122"/>
                <a:ea typeface="微软雅黑" panose="020B0503020204020204" charset="-122"/>
                <a:cs typeface="微软雅黑" panose="020B0503020204020204" charset="-122"/>
                <a:sym typeface="+mn-ea"/>
              </a:rPr>
              <a:t>   </a:t>
            </a:r>
            <a:r>
              <a:rPr lang="en-US" altLang="zh-CN" dirty="0" smtClean="0">
                <a:solidFill>
                  <a:schemeClr val="bg1"/>
                </a:solidFill>
                <a:latin typeface="微软雅黑" panose="020B0503020204020204" charset="-122"/>
                <a:ea typeface="微软雅黑" panose="020B0503020204020204" charset="-122"/>
                <a:cs typeface="微软雅黑" panose="020B0503020204020204" charset="-122"/>
                <a:sym typeface="+mn-ea"/>
              </a:rPr>
              <a:t>多数重疾（循环、肿瘤</a:t>
            </a:r>
            <a:r>
              <a:rPr lang="zh-CN" altLang="en-US" dirty="0" smtClean="0">
                <a:solidFill>
                  <a:schemeClr val="bg1"/>
                </a:solidFill>
                <a:latin typeface="微软雅黑" panose="020B0503020204020204" charset="-122"/>
                <a:ea typeface="微软雅黑" panose="020B0503020204020204" charset="-122"/>
                <a:cs typeface="微软雅黑" panose="020B0503020204020204" charset="-122"/>
                <a:sym typeface="+mn-ea"/>
              </a:rPr>
              <a:t>、呼吸、创伤</a:t>
            </a:r>
            <a:r>
              <a:rPr lang="en-US" altLang="zh-CN" dirty="0" smtClean="0">
                <a:solidFill>
                  <a:schemeClr val="bg1"/>
                </a:solidFill>
                <a:latin typeface="微软雅黑" panose="020B0503020204020204" charset="-122"/>
                <a:ea typeface="微软雅黑" panose="020B0503020204020204" charset="-122"/>
                <a:cs typeface="微软雅黑" panose="020B0503020204020204" charset="-122"/>
                <a:sym typeface="+mn-ea"/>
              </a:rPr>
              <a:t>）：</a:t>
            </a:r>
            <a:r>
              <a:rPr lang="zh-CN" altLang="en-US" sz="2400" b="1">
                <a:ln w="12700" cmpd="sng">
                  <a:noFill/>
                  <a:prstDash val="solid"/>
                </a:ln>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rPr>
              <a:t>年轻</a:t>
            </a:r>
            <a:r>
              <a:rPr lang="en-US" altLang="zh-CN" dirty="0" smtClean="0">
                <a:solidFill>
                  <a:schemeClr val="bg1"/>
                </a:solidFill>
                <a:latin typeface="微软雅黑" panose="020B0503020204020204" charset="-122"/>
                <a:ea typeface="微软雅黑" panose="020B0503020204020204" charset="-122"/>
                <a:cs typeface="微软雅黑" panose="020B0503020204020204" charset="-122"/>
                <a:sym typeface="+mn-ea"/>
              </a:rPr>
              <a:t>群体费用</a:t>
            </a:r>
            <a:r>
              <a:rPr lang="zh-CN" altLang="en-US" dirty="0" smtClean="0">
                <a:solidFill>
                  <a:schemeClr val="bg1"/>
                </a:solidFill>
                <a:latin typeface="微软雅黑" panose="020B0503020204020204" charset="-122"/>
                <a:ea typeface="微软雅黑" panose="020B0503020204020204" charset="-122"/>
                <a:cs typeface="微软雅黑" panose="020B0503020204020204" charset="-122"/>
                <a:sym typeface="+mn-ea"/>
              </a:rPr>
              <a:t>反而</a:t>
            </a:r>
            <a:r>
              <a:rPr lang="en-US" altLang="zh-CN" dirty="0" smtClean="0">
                <a:solidFill>
                  <a:schemeClr val="bg1"/>
                </a:solidFill>
                <a:latin typeface="微软雅黑" panose="020B0503020204020204" charset="-122"/>
                <a:ea typeface="微软雅黑" panose="020B0503020204020204" charset="-122"/>
                <a:cs typeface="微软雅黑" panose="020B0503020204020204" charset="-122"/>
                <a:sym typeface="+mn-ea"/>
              </a:rPr>
              <a:t>更高</a:t>
            </a:r>
            <a:endParaRPr lang="en-US" altLang="zh-CN" dirty="0" smtClean="0">
              <a:solidFill>
                <a:schemeClr val="bg1"/>
              </a:solidFill>
              <a:latin typeface="微软雅黑" panose="020B0503020204020204" charset="-122"/>
              <a:ea typeface="微软雅黑" panose="020B0503020204020204" charset="-122"/>
              <a:cs typeface="微软雅黑" panose="020B0503020204020204" charset="-122"/>
              <a:sym typeface="+mn-ea"/>
            </a:endParaRPr>
          </a:p>
          <a:p>
            <a:pPr indent="0">
              <a:buFont typeface="Arial" panose="020B0604020202020204" pitchFamily="34" charset="0"/>
              <a:buNone/>
            </a:pPr>
            <a:r>
              <a:rPr lang="en-US" altLang="zh-CN" dirty="0" smtClean="0">
                <a:solidFill>
                  <a:schemeClr val="bg1"/>
                </a:solidFill>
                <a:latin typeface="微软雅黑" panose="020B0503020204020204" charset="-122"/>
                <a:ea typeface="微软雅黑" panose="020B0503020204020204" charset="-122"/>
                <a:cs typeface="微软雅黑" panose="020B0503020204020204" charset="-122"/>
                <a:sym typeface="+mn-ea"/>
              </a:rPr>
              <a:t>   精神障碍： 费用随年龄缓升，符合慢性</a:t>
            </a:r>
            <a:r>
              <a:rPr lang="zh-CN" altLang="en-US" dirty="0" smtClean="0">
                <a:solidFill>
                  <a:schemeClr val="bg1"/>
                </a:solidFill>
                <a:latin typeface="微软雅黑" panose="020B0503020204020204" charset="-122"/>
                <a:ea typeface="微软雅黑" panose="020B0503020204020204" charset="-122"/>
                <a:cs typeface="微软雅黑" panose="020B0503020204020204" charset="-122"/>
                <a:sym typeface="+mn-ea"/>
              </a:rPr>
              <a:t>精神疾病</a:t>
            </a:r>
            <a:r>
              <a:rPr lang="en-US" altLang="zh-CN" dirty="0" smtClean="0">
                <a:solidFill>
                  <a:schemeClr val="bg1"/>
                </a:solidFill>
                <a:latin typeface="微软雅黑" panose="020B0503020204020204" charset="-122"/>
                <a:ea typeface="微软雅黑" panose="020B0503020204020204" charset="-122"/>
                <a:cs typeface="微软雅黑" panose="020B0503020204020204" charset="-122"/>
                <a:sym typeface="+mn-ea"/>
              </a:rPr>
              <a:t>规律</a:t>
            </a:r>
            <a:endParaRPr lang="en-US" altLang="zh-CN" dirty="0" smtClean="0">
              <a:solidFill>
                <a:schemeClr val="bg1"/>
              </a:solidFill>
              <a:latin typeface="微软雅黑" panose="020B0503020204020204" charset="-122"/>
              <a:ea typeface="微软雅黑" panose="020B0503020204020204" charset="-122"/>
              <a:cs typeface="微软雅黑" panose="020B0503020204020204" charset="-122"/>
              <a:sym typeface="+mn-ea"/>
            </a:endParaRPr>
          </a:p>
          <a:p>
            <a:pPr indent="0">
              <a:buFont typeface="Arial" panose="020B0604020202020204" pitchFamily="34" charset="0"/>
              <a:buNone/>
            </a:pPr>
            <a:r>
              <a:rPr lang="zh-CN" altLang="en-US" sz="2200" b="1"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rPr>
              <a:t>性别效应</a:t>
            </a:r>
            <a:r>
              <a:rPr lang="zh-CN" altLang="en-US" dirty="0" smtClean="0">
                <a:solidFill>
                  <a:schemeClr val="bg1"/>
                </a:solidFill>
                <a:latin typeface="微软雅黑" panose="020B0503020204020204" charset="-122"/>
                <a:ea typeface="微软雅黑" panose="020B0503020204020204" charset="-122"/>
                <a:cs typeface="微软雅黑" panose="020B0503020204020204" charset="-122"/>
                <a:sym typeface="+mn-ea"/>
              </a:rPr>
              <a:t>显著疾病特异性</a:t>
            </a:r>
            <a:r>
              <a:rPr lang="en-US" altLang="zh-CN" dirty="0" smtClean="0">
                <a:solidFill>
                  <a:schemeClr val="bg1"/>
                </a:solidFill>
                <a:latin typeface="微软雅黑" panose="020B0503020204020204" charset="-122"/>
                <a:ea typeface="微软雅黑" panose="020B0503020204020204" charset="-122"/>
                <a:cs typeface="微软雅黑" panose="020B0503020204020204" charset="-122"/>
                <a:sym typeface="+mn-ea"/>
              </a:rPr>
              <a:t>   </a:t>
            </a:r>
            <a:endParaRPr lang="en-US" altLang="zh-CN" dirty="0" smtClean="0">
              <a:solidFill>
                <a:schemeClr val="bg1"/>
              </a:solidFill>
              <a:latin typeface="微软雅黑" panose="020B0503020204020204" charset="-122"/>
              <a:ea typeface="微软雅黑" panose="020B0503020204020204" charset="-122"/>
              <a:cs typeface="微软雅黑" panose="020B0503020204020204" charset="-122"/>
              <a:sym typeface="+mn-ea"/>
            </a:endParaRPr>
          </a:p>
          <a:p>
            <a:pPr indent="0">
              <a:buFont typeface="Wingdings" panose="05000000000000000000" charset="0"/>
              <a:buNone/>
            </a:pPr>
            <a:r>
              <a:rPr lang="en-US" altLang="zh-CN" dirty="0" smtClean="0">
                <a:solidFill>
                  <a:schemeClr val="bg1"/>
                </a:solidFill>
                <a:latin typeface="微软雅黑" panose="020B0503020204020204" charset="-122"/>
                <a:ea typeface="微软雅黑" panose="020B0503020204020204" charset="-122"/>
                <a:cs typeface="微软雅黑" panose="020B0503020204020204" charset="-122"/>
                <a:sym typeface="+mn-ea"/>
              </a:rPr>
              <a:t>   男性更高： 循环、呼吸、创伤类疾病</a:t>
            </a:r>
            <a:endParaRPr lang="en-US" altLang="zh-CN" dirty="0" smtClean="0">
              <a:solidFill>
                <a:schemeClr val="bg1"/>
              </a:solidFill>
              <a:latin typeface="微软雅黑" panose="020B0503020204020204" charset="-122"/>
              <a:ea typeface="微软雅黑" panose="020B0503020204020204" charset="-122"/>
              <a:cs typeface="微软雅黑" panose="020B0503020204020204" charset="-122"/>
              <a:sym typeface="+mn-ea"/>
            </a:endParaRPr>
          </a:p>
          <a:p>
            <a:pPr indent="0">
              <a:buFont typeface="Wingdings" panose="05000000000000000000" charset="0"/>
              <a:buNone/>
            </a:pPr>
            <a:r>
              <a:rPr lang="en-US" altLang="zh-CN" dirty="0" smtClean="0">
                <a:solidFill>
                  <a:schemeClr val="bg1"/>
                </a:solidFill>
                <a:latin typeface="微软雅黑" panose="020B0503020204020204" charset="-122"/>
                <a:ea typeface="微软雅黑" panose="020B0503020204020204" charset="-122"/>
                <a:cs typeface="微软雅黑" panose="020B0503020204020204" charset="-122"/>
                <a:sym typeface="+mn-ea"/>
              </a:rPr>
              <a:t>   女性更高： 骨科疾病（与骨质疏松相关）      </a:t>
            </a:r>
            <a:endParaRPr lang="en-US" altLang="zh-CN" dirty="0" smtClean="0">
              <a:solidFill>
                <a:schemeClr val="bg1"/>
              </a:solidFill>
              <a:latin typeface="微软雅黑" panose="020B0503020204020204" charset="-122"/>
              <a:ea typeface="微软雅黑" panose="020B0503020204020204" charset="-122"/>
              <a:cs typeface="微软雅黑" panose="020B0503020204020204" charset="-122"/>
              <a:sym typeface="+mn-ea"/>
            </a:endParaRPr>
          </a:p>
          <a:p>
            <a:pPr indent="0">
              <a:buFont typeface="Wingdings" panose="05000000000000000000" charset="0"/>
              <a:buNone/>
            </a:pPr>
            <a:r>
              <a:rPr lang="en-US" altLang="zh-CN" dirty="0" smtClean="0">
                <a:solidFill>
                  <a:schemeClr val="bg1"/>
                </a:solidFill>
                <a:latin typeface="微软雅黑" panose="020B0503020204020204" charset="-122"/>
                <a:ea typeface="微软雅黑" panose="020B0503020204020204" charset="-122"/>
                <a:cs typeface="微软雅黑" panose="020B0503020204020204" charset="-122"/>
                <a:sym typeface="+mn-ea"/>
              </a:rPr>
              <a:t>   无差异： 肿瘤、精神障碍类疾病</a:t>
            </a:r>
            <a:endParaRPr lang="en-US" altLang="zh-CN" dirty="0" smtClean="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61" name="矩形: 圆角 24"/>
          <p:cNvSpPr/>
          <p:nvPr/>
        </p:nvSpPr>
        <p:spPr>
          <a:xfrm>
            <a:off x="273685" y="946150"/>
            <a:ext cx="2931795" cy="452755"/>
          </a:xfrm>
          <a:prstGeom prst="roundRect">
            <a:avLst>
              <a:gd name="adj" fmla="val 29695"/>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sz="28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sz="280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sz="240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4.2  </a:t>
            </a:r>
            <a:r>
              <a:rPr lang="zh-CN" sz="2400" dirty="0">
                <a:solidFill>
                  <a:schemeClr val="tx1"/>
                </a:solidFill>
                <a:latin typeface="微软雅黑" panose="020B0503020204020204" charset="-122"/>
                <a:ea typeface="微软雅黑" panose="020B0503020204020204" charset="-122"/>
                <a:cs typeface="微软雅黑" panose="020B0503020204020204" charset="-122"/>
                <a:sym typeface="+mn-ea"/>
              </a:rPr>
              <a:t>费率测算</a:t>
            </a:r>
            <a:endParaRPr lang="zh-CN" sz="2400"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pic>
        <p:nvPicPr>
          <p:cNvPr id="63" name="图片 62" descr="箭头"/>
          <p:cNvPicPr>
            <a:picLocks noChangeAspect="1"/>
          </p:cNvPicPr>
          <p:nvPr>
            <p:custDataLst>
              <p:tags r:id="rId18"/>
            </p:custDataLst>
          </p:nvPr>
        </p:nvPicPr>
        <p:blipFill>
          <a:blip r:embed="rId19">
            <a:extLst>
              <a:ext uri="{96DAC541-7B7A-43D3-8B79-37D633B846F1}">
                <asvg:svgBlip xmlns:asvg="http://schemas.microsoft.com/office/drawing/2016/SVG/main" r:embed="rId20"/>
              </a:ext>
            </a:extLst>
          </a:blip>
          <a:stretch>
            <a:fillRect/>
          </a:stretch>
        </p:blipFill>
        <p:spPr>
          <a:xfrm flipH="1">
            <a:off x="367030" y="970915"/>
            <a:ext cx="369570" cy="369570"/>
          </a:xfrm>
          <a:prstGeom prst="rect">
            <a:avLst/>
          </a:prstGeom>
        </p:spPr>
      </p:pic>
      <p:sp>
        <p:nvSpPr>
          <p:cNvPr id="27" name="文本框 26"/>
          <p:cNvSpPr txBox="1"/>
          <p:nvPr/>
        </p:nvSpPr>
        <p:spPr>
          <a:xfrm>
            <a:off x="6254115" y="1534160"/>
            <a:ext cx="5876925" cy="4032250"/>
          </a:xfrm>
          <a:prstGeom prst="roundRect">
            <a:avLst>
              <a:gd name="adj" fmla="val 9212"/>
            </a:avLst>
          </a:prstGeom>
          <a:gradFill>
            <a:gsLst>
              <a:gs pos="50000">
                <a:schemeClr val="accent2"/>
              </a:gs>
              <a:gs pos="0">
                <a:schemeClr val="accent2">
                  <a:lumMod val="25000"/>
                  <a:lumOff val="75000"/>
                </a:schemeClr>
              </a:gs>
              <a:gs pos="100000">
                <a:schemeClr val="accent2">
                  <a:lumMod val="85000"/>
                </a:schemeClr>
              </a:gs>
            </a:gsLst>
            <a:path path="rect">
              <a:fillToRect l="100000" b="100000"/>
            </a:path>
            <a:tileRect t="-100000" r="-100000"/>
          </a:gradFill>
        </p:spPr>
        <p:txBody>
          <a:bodyPr wrap="square" rtlCol="0">
            <a:noAutofit/>
          </a:bodyPr>
          <a:p>
            <a:r>
              <a:rPr lang="en-US" altLang="zh-CN" sz="3600" b="1">
                <a:ln w="12700" cmpd="sng">
                  <a:noFill/>
                  <a:prstDash val="solid"/>
                </a:ln>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rPr>
              <a:t>4. </a:t>
            </a:r>
            <a:r>
              <a:rPr lang="zh-CN" altLang="en-US" sz="2400" b="1">
                <a:ln w="12700" cmpd="sng">
                  <a:noFill/>
                  <a:prstDash val="solid"/>
                </a:ln>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rPr>
              <a:t>用三次样条插值使</a:t>
            </a:r>
            <a:r>
              <a:rPr lang="zh-CN" altLang="en-US" sz="2400" b="1">
                <a:ln w="12700" cmpd="sng">
                  <a:noFill/>
                  <a:prstDash val="solid"/>
                </a:ln>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rPr>
              <a:t>赔付概率函数光滑</a:t>
            </a:r>
            <a:endParaRPr lang="zh-CN" altLang="en-US" sz="2400" b="1">
              <a:ln w="12700" cmpd="sng">
                <a:noFill/>
                <a:prstDash val="solid"/>
              </a:ln>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endParaRPr>
          </a:p>
          <a:p>
            <a:pPr marL="342900" indent="-342900">
              <a:buFont typeface="+mj-ea"/>
              <a:buAutoNum type="circleNumDbPlain"/>
            </a:pPr>
            <a:endPar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sym typeface="+mn-ea"/>
            </a:endParaRPr>
          </a:p>
          <a:p>
            <a:pPr marL="342900" indent="-342900">
              <a:buFont typeface="+mj-ea"/>
              <a:buAutoNum type="circleNumDbPlain"/>
            </a:pPr>
            <a:r>
              <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在每个小区间[</a:t>
            </a:r>
            <a:r>
              <a:rPr lang="en-US" altLang="zh-CN"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x</a:t>
            </a:r>
            <a:r>
              <a:rPr lang="en-US" altLang="zh-CN" sz="1600" baseline="-25000" dirty="0" smtClean="0">
                <a:solidFill>
                  <a:schemeClr val="bg1"/>
                </a:solidFill>
                <a:latin typeface="微软雅黑" panose="020B0503020204020204" charset="-122"/>
                <a:ea typeface="微软雅黑" panose="020B0503020204020204" charset="-122"/>
                <a:cs typeface="微软雅黑" panose="020B0503020204020204" charset="-122"/>
                <a:sym typeface="+mn-ea"/>
              </a:rPr>
              <a:t>i</a:t>
            </a:r>
            <a:r>
              <a:rPr lang="en-US" altLang="zh-CN"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,x</a:t>
            </a:r>
            <a:r>
              <a:rPr lang="en-US" altLang="zh-CN" sz="1600" baseline="-25000" dirty="0" smtClean="0">
                <a:solidFill>
                  <a:schemeClr val="bg1"/>
                </a:solidFill>
                <a:latin typeface="微软雅黑" panose="020B0503020204020204" charset="-122"/>
                <a:ea typeface="微软雅黑" panose="020B0503020204020204" charset="-122"/>
                <a:cs typeface="微软雅黑" panose="020B0503020204020204" charset="-122"/>
                <a:sym typeface="+mn-ea"/>
              </a:rPr>
              <a:t>i+1</a:t>
            </a:r>
            <a:r>
              <a:rPr lang="en-US" altLang="zh-CN"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](i=1,2,3)</a:t>
            </a:r>
            <a:r>
              <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上，</a:t>
            </a:r>
            <a:r>
              <a:rPr lang="en-US" altLang="zh-CN"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S(x)</a:t>
            </a:r>
            <a:r>
              <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都是一个三次多项式</a:t>
            </a:r>
            <a:r>
              <a:rPr lang="en-US" altLang="zh-CN"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S(x</a:t>
            </a:r>
            <a:r>
              <a:rPr lang="en-US" altLang="zh-CN" sz="1600" baseline="-25000" dirty="0" smtClean="0">
                <a:solidFill>
                  <a:schemeClr val="bg1"/>
                </a:solidFill>
                <a:latin typeface="微软雅黑" panose="020B0503020204020204" charset="-122"/>
                <a:ea typeface="微软雅黑" panose="020B0503020204020204" charset="-122"/>
                <a:cs typeface="微软雅黑" panose="020B0503020204020204" charset="-122"/>
                <a:sym typeface="+mn-ea"/>
              </a:rPr>
              <a:t>i</a:t>
            </a:r>
            <a:r>
              <a:rPr lang="en-US" altLang="zh-CN"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)=f(x</a:t>
            </a:r>
            <a:r>
              <a:rPr lang="en-US" altLang="zh-CN" sz="1600" baseline="-25000" dirty="0" smtClean="0">
                <a:solidFill>
                  <a:schemeClr val="bg1"/>
                </a:solidFill>
                <a:latin typeface="微软雅黑" panose="020B0503020204020204" charset="-122"/>
                <a:ea typeface="微软雅黑" panose="020B0503020204020204" charset="-122"/>
                <a:cs typeface="微软雅黑" panose="020B0503020204020204" charset="-122"/>
                <a:sym typeface="+mn-ea"/>
              </a:rPr>
              <a:t>i</a:t>
            </a:r>
            <a:r>
              <a:rPr lang="en-US" altLang="zh-CN"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)(i=1,2,3,4)</a:t>
            </a:r>
            <a:endParaRPr lang="en-US" altLang="zh-CN" sz="1600" dirty="0" smtClean="0">
              <a:solidFill>
                <a:schemeClr val="bg1"/>
              </a:solidFill>
              <a:latin typeface="微软雅黑" panose="020B0503020204020204" charset="-122"/>
              <a:ea typeface="微软雅黑" panose="020B0503020204020204" charset="-122"/>
              <a:cs typeface="微软雅黑" panose="020B0503020204020204" charset="-122"/>
              <a:sym typeface="+mn-ea"/>
            </a:endParaRPr>
          </a:p>
          <a:p>
            <a:pPr marL="342900" indent="-342900">
              <a:buFont typeface="+mj-ea"/>
              <a:buAutoNum type="circleNumDbPlain"/>
            </a:pPr>
            <a:r>
              <a:rPr lang="en-US" altLang="zh-CN"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S(x)</a:t>
            </a:r>
            <a:r>
              <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函数本身及其一阶导数和二阶导数在所有节点</a:t>
            </a:r>
            <a:r>
              <a:rPr lang="en-US" altLang="zh-CN"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x</a:t>
            </a:r>
            <a:r>
              <a:rPr lang="en-US" altLang="zh-CN" sz="1600" baseline="-25000" dirty="0" smtClean="0">
                <a:solidFill>
                  <a:schemeClr val="bg1"/>
                </a:solidFill>
                <a:latin typeface="微软雅黑" panose="020B0503020204020204" charset="-122"/>
                <a:ea typeface="微软雅黑" panose="020B0503020204020204" charset="-122"/>
                <a:cs typeface="微软雅黑" panose="020B0503020204020204" charset="-122"/>
                <a:sym typeface="+mn-ea"/>
              </a:rPr>
              <a:t>i</a:t>
            </a:r>
            <a:r>
              <a:rPr lang="en-US" altLang="zh-CN"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(i=1,2,3)</a:t>
            </a:r>
            <a:r>
              <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处都连续</a:t>
            </a:r>
            <a:endPar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sym typeface="+mn-ea"/>
            </a:endParaRPr>
          </a:p>
          <a:p>
            <a:pPr marL="342900" indent="-342900">
              <a:buFont typeface="+mj-ea"/>
              <a:buAutoNum type="circleNumDbPlain"/>
            </a:pPr>
            <a:r>
              <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边界条件默认使用</a:t>
            </a:r>
            <a:r>
              <a:rPr lang="en-US" altLang="zh-CN"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not-a-knot</a:t>
            </a:r>
            <a:r>
              <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边界条件，即在第一个和最后一个内部节点处要求三阶导数连续，保证曲线在数据范围内的光滑性。</a:t>
            </a:r>
            <a:endPar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sym typeface="+mn-ea"/>
            </a:endParaRPr>
          </a:p>
          <a:p>
            <a:pPr marL="342900" indent="-342900">
              <a:buFont typeface="+mj-ea"/>
              <a:buAutoNum type="circleNumDbPlain"/>
            </a:pPr>
            <a:r>
              <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确定方法和边界条件后，利用</a:t>
            </a:r>
            <a:r>
              <a:rPr lang="en-US" altLang="zh-CN"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Python</a:t>
            </a:r>
            <a:r>
              <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的</a:t>
            </a:r>
            <a:r>
              <a:rPr lang="en-US" altLang="zh-CN"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scipy</a:t>
            </a:r>
            <a:r>
              <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库中的</a:t>
            </a:r>
            <a:r>
              <a:rPr lang="en-US" altLang="zh-CN"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UnivariateSpline</a:t>
            </a:r>
            <a:r>
              <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方法（设定平滑参数</a:t>
            </a:r>
            <a:r>
              <a:rPr lang="en-US" altLang="zh-CN"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s=0）</a:t>
            </a:r>
            <a:r>
              <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求解该三次样条函数</a:t>
            </a:r>
            <a:r>
              <a:rPr lang="en-US" altLang="zh-CN" sz="1600" dirty="0" smtClean="0">
                <a:solidFill>
                  <a:schemeClr val="bg1"/>
                </a:solidFill>
                <a:latin typeface="微软雅黑" panose="020B0503020204020204" charset="-122"/>
                <a:ea typeface="微软雅黑" panose="020B0503020204020204" charset="-122"/>
                <a:cs typeface="微软雅黑" panose="020B0503020204020204" charset="-122"/>
                <a:sym typeface="+mn-ea"/>
              </a:rPr>
              <a:t>S(x)</a:t>
            </a:r>
            <a:endParaRPr lang="zh-CN" altLang="en-US" sz="1600" dirty="0" smtClean="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pic>
        <p:nvPicPr>
          <p:cNvPr id="124" name="图片 123" descr="图钉"/>
          <p:cNvPicPr>
            <a:picLocks noChangeAspect="1"/>
          </p:cNvPicPr>
          <p:nvPr>
            <p:custDataLst>
              <p:tags r:id="rId21"/>
            </p:custDataLst>
          </p:nvPr>
        </p:nvPicPr>
        <p:blipFill>
          <a:blip r:embed="rId22">
            <a:extLst>
              <a:ext uri="{96DAC541-7B7A-43D3-8B79-37D633B846F1}">
                <asvg:svgBlip xmlns:asvg="http://schemas.microsoft.com/office/drawing/2016/SVG/main" r:embed="rId23"/>
              </a:ext>
            </a:extLst>
          </a:blip>
          <a:stretch>
            <a:fillRect/>
          </a:stretch>
        </p:blipFill>
        <p:spPr>
          <a:xfrm>
            <a:off x="80010" y="2531110"/>
            <a:ext cx="297180" cy="297180"/>
          </a:xfrm>
          <a:prstGeom prst="rect">
            <a:avLst/>
          </a:prstGeom>
        </p:spPr>
      </p:pic>
      <p:pic>
        <p:nvPicPr>
          <p:cNvPr id="3" name="图片 2" descr="图钉"/>
          <p:cNvPicPr>
            <a:picLocks noChangeAspect="1"/>
          </p:cNvPicPr>
          <p:nvPr>
            <p:custDataLst>
              <p:tags r:id="rId24"/>
            </p:custDataLst>
          </p:nvPr>
        </p:nvPicPr>
        <p:blipFill>
          <a:blip r:embed="rId22">
            <a:extLst>
              <a:ext uri="{96DAC541-7B7A-43D3-8B79-37D633B846F1}">
                <asvg:svgBlip xmlns:asvg="http://schemas.microsoft.com/office/drawing/2016/SVG/main" r:embed="rId23"/>
              </a:ext>
            </a:extLst>
          </a:blip>
          <a:stretch>
            <a:fillRect/>
          </a:stretch>
        </p:blipFill>
        <p:spPr>
          <a:xfrm>
            <a:off x="80010" y="4095115"/>
            <a:ext cx="297180" cy="297180"/>
          </a:xfrm>
          <a:prstGeom prst="rect">
            <a:avLst/>
          </a:prstGeom>
        </p:spPr>
      </p:pic>
      <p:sp>
        <p:nvSpPr>
          <p:cNvPr id="78" name="任意多边形: 形状 221"/>
          <p:cNvSpPr/>
          <p:nvPr>
            <p:custDataLst>
              <p:tags r:id="rId25"/>
            </p:custDataLst>
          </p:nvPr>
        </p:nvSpPr>
        <p:spPr>
          <a:xfrm rot="5400000">
            <a:off x="5652135" y="3216275"/>
            <a:ext cx="467360" cy="756285"/>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69000">
                <a:schemeClr val="accent4">
                  <a:lumMod val="40000"/>
                  <a:lumOff val="60000"/>
                </a:schemeClr>
              </a:gs>
              <a:gs pos="0">
                <a:schemeClr val="bg1">
                  <a:alpha val="0"/>
                </a:schemeClr>
              </a:gs>
              <a:gs pos="100000">
                <a:schemeClr val="accent4">
                  <a:lumMod val="85000"/>
                </a:schemeClr>
              </a:gs>
            </a:gsLst>
            <a:lin ang="1614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atin typeface="微软雅黑" panose="020B0503020204020204" charset="-122"/>
              <a:ea typeface="微软雅黑" panose="020B0503020204020204" charset="-122"/>
            </a:endParaRPr>
          </a:p>
        </p:txBody>
      </p:sp>
      <p:grpSp>
        <p:nvGrpSpPr>
          <p:cNvPr id="172" name="组合 171"/>
          <p:cNvGrpSpPr/>
          <p:nvPr/>
        </p:nvGrpSpPr>
        <p:grpSpPr>
          <a:xfrm>
            <a:off x="-674446" y="-6350"/>
            <a:ext cx="13073260" cy="902312"/>
            <a:chOff x="-801446" y="0"/>
            <a:chExt cx="13073260" cy="902312"/>
          </a:xfrm>
        </p:grpSpPr>
        <p:sp>
          <p:nvSpPr>
            <p:cNvPr id="173" name="PA-任意多边形 900"/>
            <p:cNvSpPr/>
            <p:nvPr>
              <p:custDataLst>
                <p:tags r:id="rId26"/>
              </p:custDataLst>
            </p:nvPr>
          </p:nvSpPr>
          <p:spPr>
            <a:xfrm flipV="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91000">
                  <a:schemeClr val="accent2">
                    <a:lumMod val="75000"/>
                  </a:schemeClr>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74" name="PA-任意多边形 46"/>
            <p:cNvSpPr/>
            <p:nvPr>
              <p:custDataLst>
                <p:tags r:id="rId27"/>
              </p:custDataLst>
            </p:nvPr>
          </p:nvSpPr>
          <p:spPr>
            <a:xfrm>
              <a:off x="17585" y="140988"/>
              <a:ext cx="10477775" cy="713837"/>
            </a:xfrm>
            <a:custGeom>
              <a:avLst/>
              <a:gdLst>
                <a:gd name="connsiteX0" fmla="*/ 0 w 10477775"/>
                <a:gd name="connsiteY0" fmla="*/ 0 h 713837"/>
                <a:gd name="connsiteX1" fmla="*/ 9872819 w 10477775"/>
                <a:gd name="connsiteY1" fmla="*/ 0 h 713837"/>
                <a:gd name="connsiteX2" fmla="*/ 10477775 w 10477775"/>
                <a:gd name="connsiteY2" fmla="*/ 713837 h 713837"/>
                <a:gd name="connsiteX3" fmla="*/ 0 w 10477775"/>
                <a:gd name="connsiteY3" fmla="*/ 713837 h 713837"/>
                <a:gd name="connsiteX4" fmla="*/ 0 w 10477775"/>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775" h="713837">
                  <a:moveTo>
                    <a:pt x="0" y="0"/>
                  </a:moveTo>
                  <a:lnTo>
                    <a:pt x="9872819" y="0"/>
                  </a:lnTo>
                  <a:lnTo>
                    <a:pt x="10477775" y="713837"/>
                  </a:lnTo>
                  <a:lnTo>
                    <a:pt x="0" y="713837"/>
                  </a:lnTo>
                  <a:lnTo>
                    <a:pt x="0" y="0"/>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75" name="PA-任意多边形 50"/>
            <p:cNvSpPr/>
            <p:nvPr>
              <p:custDataLst>
                <p:tags r:id="rId28"/>
              </p:custDataLst>
            </p:nvPr>
          </p:nvSpPr>
          <p:spPr>
            <a:xfrm>
              <a:off x="79814" y="136543"/>
              <a:ext cx="12192000" cy="713837"/>
            </a:xfrm>
            <a:custGeom>
              <a:avLst/>
              <a:gdLst>
                <a:gd name="connsiteX0" fmla="*/ 0 w 12192000"/>
                <a:gd name="connsiteY0" fmla="*/ 0 h 713837"/>
                <a:gd name="connsiteX1" fmla="*/ 12192000 w 12192000"/>
                <a:gd name="connsiteY1" fmla="*/ 0 h 713837"/>
                <a:gd name="connsiteX2" fmla="*/ 12192000 w 12192000"/>
                <a:gd name="connsiteY2" fmla="*/ 713837 h 713837"/>
                <a:gd name="connsiteX3" fmla="*/ 0 w 12192000"/>
                <a:gd name="connsiteY3" fmla="*/ 713837 h 713837"/>
              </a:gdLst>
              <a:ahLst/>
              <a:cxnLst>
                <a:cxn ang="0">
                  <a:pos x="connsiteX0" y="connsiteY0"/>
                </a:cxn>
                <a:cxn ang="0">
                  <a:pos x="connsiteX1" y="connsiteY1"/>
                </a:cxn>
                <a:cxn ang="0">
                  <a:pos x="connsiteX2" y="connsiteY2"/>
                </a:cxn>
                <a:cxn ang="0">
                  <a:pos x="connsiteX3" y="connsiteY3"/>
                </a:cxn>
              </a:cxnLst>
              <a:rect l="l" t="t" r="r" b="b"/>
              <a:pathLst>
                <a:path w="12192000" h="713837">
                  <a:moveTo>
                    <a:pt x="0" y="0"/>
                  </a:moveTo>
                  <a:lnTo>
                    <a:pt x="12192000" y="0"/>
                  </a:lnTo>
                  <a:lnTo>
                    <a:pt x="12192000" y="713837"/>
                  </a:lnTo>
                  <a:lnTo>
                    <a:pt x="0" y="713837"/>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mn-cs"/>
              </a:endParaRPr>
            </a:p>
          </p:txBody>
        </p:sp>
        <p:sp>
          <p:nvSpPr>
            <p:cNvPr id="176" name="PA-文本框 24"/>
            <p:cNvSpPr txBox="1"/>
            <p:nvPr>
              <p:custDataLst>
                <p:tags r:id="rId29"/>
              </p:custDataLst>
            </p:nvPr>
          </p:nvSpPr>
          <p:spPr>
            <a:xfrm>
              <a:off x="1600150" y="236296"/>
              <a:ext cx="1605280" cy="521970"/>
            </a:xfrm>
            <a:prstGeom prst="rect">
              <a:avLst/>
            </a:prstGeom>
            <a:noFill/>
          </p:spPr>
          <p:txBody>
            <a:bodyPr wrap="none">
              <a:spAutoFit/>
            </a:bodyPr>
            <a:lstStyle>
              <a:defPPr>
                <a:defRPr lang="zh-CN"/>
              </a:defPPr>
              <a:lvl1pPr>
                <a:defRPr sz="2400" b="1">
                  <a:gradFill>
                    <a:gsLst>
                      <a:gs pos="100000">
                        <a:schemeClr val="accent1">
                          <a:lumMod val="50000"/>
                        </a:schemeClr>
                      </a:gs>
                      <a:gs pos="17000">
                        <a:schemeClr val="accent1">
                          <a:lumMod val="50000"/>
                        </a:schemeClr>
                      </a:gs>
                    </a:gsLst>
                    <a:path path="circle">
                      <a:fillToRect r="100000" b="100000"/>
                    </a:path>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dirty="0">
                  <a:gradFill>
                    <a:gsLst>
                      <a:gs pos="100000">
                        <a:srgbClr val="206252">
                          <a:lumMod val="50000"/>
                        </a:srgbClr>
                      </a:gs>
                      <a:gs pos="17000">
                        <a:srgbClr val="206252">
                          <a:lumMod val="75000"/>
                        </a:srgbClr>
                      </a:gs>
                    </a:gsLst>
                    <a:path path="circle">
                      <a:fillToRect r="100000" b="100000"/>
                    </a:path>
                  </a:gradFill>
                  <a:latin typeface="微软雅黑" panose="020B0503020204020204" charset="-122"/>
                  <a:ea typeface="微软雅黑" panose="020B0503020204020204" charset="-122"/>
                  <a:sym typeface="阿里妈妈数黑体" pitchFamily="2" charset="-122"/>
                </a:rPr>
                <a:t>产品设计</a:t>
              </a:r>
              <a:endParaRPr lang="zh-CN" altLang="en-US" sz="2800" dirty="0">
                <a:gradFill>
                  <a:gsLst>
                    <a:gs pos="100000">
                      <a:srgbClr val="206252">
                        <a:lumMod val="50000"/>
                      </a:srgbClr>
                    </a:gs>
                    <a:gs pos="17000">
                      <a:srgbClr val="206252">
                        <a:lumMod val="75000"/>
                      </a:srgbClr>
                    </a:gs>
                  </a:gsLst>
                  <a:path path="circle">
                    <a:fillToRect r="100000" b="100000"/>
                  </a:path>
                </a:gradFill>
                <a:latin typeface="微软雅黑" panose="020B0503020204020204" charset="-122"/>
                <a:ea typeface="微软雅黑" panose="020B0503020204020204" charset="-122"/>
                <a:sym typeface="阿里妈妈数黑体" pitchFamily="2" charset="-122"/>
              </a:endParaRPr>
            </a:p>
          </p:txBody>
        </p:sp>
        <p:sp>
          <p:nvSpPr>
            <p:cNvPr id="177" name="PA-任意多边形 6"/>
            <p:cNvSpPr/>
            <p:nvPr>
              <p:custDataLst>
                <p:tags r:id="rId30"/>
              </p:custDataLst>
            </p:nvPr>
          </p:nvSpPr>
          <p:spPr>
            <a:xfrm>
              <a:off x="-52754" y="850261"/>
              <a:ext cx="12262339" cy="52051"/>
            </a:xfrm>
            <a:custGeom>
              <a:avLst/>
              <a:gdLst>
                <a:gd name="connsiteX0" fmla="*/ 0 w 4366736"/>
                <a:gd name="connsiteY0" fmla="*/ 0 h 64293"/>
                <a:gd name="connsiteX1" fmla="*/ 4366737 w 4366736"/>
                <a:gd name="connsiteY1" fmla="*/ 0 h 64293"/>
                <a:gd name="connsiteX2" fmla="*/ 4366737 w 4366736"/>
                <a:gd name="connsiteY2" fmla="*/ 64294 h 64293"/>
                <a:gd name="connsiteX3" fmla="*/ 0 w 4366736"/>
                <a:gd name="connsiteY3" fmla="*/ 64294 h 64293"/>
              </a:gdLst>
              <a:ahLst/>
              <a:cxnLst>
                <a:cxn ang="0">
                  <a:pos x="connsiteX0" y="connsiteY0"/>
                </a:cxn>
                <a:cxn ang="0">
                  <a:pos x="connsiteX1" y="connsiteY1"/>
                </a:cxn>
                <a:cxn ang="0">
                  <a:pos x="connsiteX2" y="connsiteY2"/>
                </a:cxn>
                <a:cxn ang="0">
                  <a:pos x="connsiteX3" y="connsiteY3"/>
                </a:cxn>
              </a:cxnLst>
              <a:rect l="l" t="t" r="r" b="b"/>
              <a:pathLst>
                <a:path w="4366736" h="64293">
                  <a:moveTo>
                    <a:pt x="0" y="0"/>
                  </a:moveTo>
                  <a:lnTo>
                    <a:pt x="4366737" y="0"/>
                  </a:lnTo>
                  <a:lnTo>
                    <a:pt x="4366737" y="64294"/>
                  </a:lnTo>
                  <a:lnTo>
                    <a:pt x="0" y="64294"/>
                  </a:lnTo>
                  <a:close/>
                </a:path>
              </a:pathLst>
            </a:custGeom>
            <a:gradFill flip="none" rotWithShape="1">
              <a:gsLst>
                <a:gs pos="100000">
                  <a:schemeClr val="accent1"/>
                </a:gs>
                <a:gs pos="12000">
                  <a:schemeClr val="accent1">
                    <a:lumMod val="20000"/>
                    <a:lumOff val="80000"/>
                  </a:schemeClr>
                </a:gs>
              </a:gsLst>
              <a:lin ang="0" scaled="0"/>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78" name="PA-任意多边形 899"/>
            <p:cNvSpPr/>
            <p:nvPr>
              <p:custDataLst>
                <p:tags r:id="rId31"/>
              </p:custDataLst>
            </p:nvPr>
          </p:nvSpPr>
          <p:spPr>
            <a:xfrm flipH="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55000">
                  <a:schemeClr val="accent1"/>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79" name="PA-文本框 26"/>
            <p:cNvSpPr txBox="1"/>
            <p:nvPr>
              <p:custDataLst>
                <p:tags r:id="rId32"/>
              </p:custDataLst>
            </p:nvPr>
          </p:nvSpPr>
          <p:spPr>
            <a:xfrm>
              <a:off x="6507233" y="309946"/>
              <a:ext cx="17830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noProof="0" dirty="0">
                  <a:ln>
                    <a:noFill/>
                  </a:ln>
                  <a:solidFill>
                    <a:srgbClr val="206252">
                      <a:lumMod val="50000"/>
                    </a:srgbClr>
                  </a:solidFill>
                  <a:effectLst/>
                  <a:uLnTx/>
                  <a:uFillTx/>
                  <a:latin typeface="微软雅黑" panose="020B0503020204020204" charset="-122"/>
                  <a:ea typeface="微软雅黑" panose="020B0503020204020204" charset="-122"/>
                  <a:sym typeface="OPPOSans M" panose="00020600040101010101" pitchFamily="18" charset="-122"/>
                </a:rPr>
                <a:t>调查设计与实施</a:t>
              </a:r>
              <a:endParaRPr kumimoji="0" lang="zh-CN" altLang="en-US" sz="180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sp>
          <p:nvSpPr>
            <p:cNvPr id="180" name="PA-文本框 26"/>
            <p:cNvSpPr txBox="1"/>
            <p:nvPr>
              <p:custDataLst>
                <p:tags r:id="rId33"/>
              </p:custDataLst>
            </p:nvPr>
          </p:nvSpPr>
          <p:spPr>
            <a:xfrm>
              <a:off x="8672698" y="313756"/>
              <a:ext cx="3098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cxnSp>
          <p:nvCxnSpPr>
            <p:cNvPr id="181" name="PA-直接连接符 18"/>
            <p:cNvCxnSpPr/>
            <p:nvPr>
              <p:custDataLst>
                <p:tags r:id="rId34"/>
              </p:custDataLst>
            </p:nvPr>
          </p:nvCxnSpPr>
          <p:spPr>
            <a:xfrm flipH="1">
              <a:off x="5253886"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182" name="PA-直接连接符 22"/>
            <p:cNvCxnSpPr/>
            <p:nvPr>
              <p:custDataLst>
                <p:tags r:id="rId35"/>
              </p:custDataLst>
            </p:nvPr>
          </p:nvCxnSpPr>
          <p:spPr>
            <a:xfrm flipH="1">
              <a:off x="6412243"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183" name="PA-文本框 26"/>
            <p:cNvSpPr txBox="1"/>
            <p:nvPr>
              <p:custDataLst>
                <p:tags r:id="rId36"/>
              </p:custDataLst>
            </p:nvPr>
          </p:nvSpPr>
          <p:spPr>
            <a:xfrm>
              <a:off x="5410470" y="313956"/>
              <a:ext cx="10972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a:defRPr/>
              </a:pPr>
              <a:r>
                <a:rPr lang="zh-CN" altLang="en-US" sz="1800" dirty="0">
                  <a:solidFill>
                    <a:srgbClr val="206252">
                      <a:lumMod val="50000"/>
                    </a:srgbClr>
                  </a:solidFill>
                  <a:latin typeface="微软雅黑" panose="020B0503020204020204" charset="-122"/>
                  <a:ea typeface="微软雅黑" panose="020B0503020204020204" charset="-122"/>
                  <a:sym typeface="阿里妈妈数黑体" pitchFamily="2" charset="-122"/>
                </a:rPr>
                <a:t>前期调研</a:t>
              </a:r>
              <a:endParaRPr lang="zh-CN" altLang="en-US" sz="1800" dirty="0">
                <a:solidFill>
                  <a:srgbClr val="206252">
                    <a:lumMod val="50000"/>
                  </a:srgbClr>
                </a:solidFill>
                <a:latin typeface="微软雅黑" panose="020B0503020204020204" charset="-122"/>
                <a:ea typeface="微软雅黑" panose="020B0503020204020204" charset="-122"/>
                <a:sym typeface="阿里妈妈数黑体" pitchFamily="2" charset="-122"/>
              </a:endParaRPr>
            </a:p>
          </p:txBody>
        </p:sp>
        <p:sp>
          <p:nvSpPr>
            <p:cNvPr id="184" name="PA-图形 7"/>
            <p:cNvSpPr/>
            <p:nvPr>
              <p:custDataLst>
                <p:tags r:id="rId37"/>
              </p:custDataLst>
            </p:nvPr>
          </p:nvSpPr>
          <p:spPr>
            <a:xfrm>
              <a:off x="273980" y="148474"/>
              <a:ext cx="555983" cy="416889"/>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0">
                  <a:schemeClr val="bg1"/>
                </a:gs>
                <a:gs pos="87000">
                  <a:schemeClr val="accent1">
                    <a:lumMod val="20000"/>
                    <a:lumOff val="80000"/>
                  </a:schemeClr>
                </a:gs>
              </a:gsLst>
              <a:lin ang="2700000" scaled="0"/>
            </a:gradFill>
            <a:ln w="36909" cap="flat">
              <a:noFill/>
              <a:prstDash val="solid"/>
              <a:miter/>
            </a:ln>
            <a:effectLst>
              <a:outerShdw blurRad="50800" dist="38100" dir="5400000" algn="t" rotWithShape="0">
                <a:schemeClr val="accent1">
                  <a:alpha val="30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cxnSp>
        <p:nvCxnSpPr>
          <p:cNvPr id="186" name="PA-直接连接符 23"/>
          <p:cNvCxnSpPr/>
          <p:nvPr>
            <p:custDataLst>
              <p:tags r:id="rId38"/>
            </p:custDataLst>
          </p:nvPr>
        </p:nvCxnSpPr>
        <p:spPr>
          <a:xfrm flipH="1">
            <a:off x="8337045" y="36122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187" name="PA-直接连接符 23"/>
          <p:cNvCxnSpPr/>
          <p:nvPr>
            <p:custDataLst>
              <p:tags r:id="rId39"/>
            </p:custDataLst>
          </p:nvPr>
        </p:nvCxnSpPr>
        <p:spPr>
          <a:xfrm flipH="1">
            <a:off x="9622285" y="3294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188" name="文本框 187"/>
          <p:cNvSpPr txBox="1"/>
          <p:nvPr/>
        </p:nvSpPr>
        <p:spPr>
          <a:xfrm>
            <a:off x="9886315" y="300990"/>
            <a:ext cx="136969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结论与建议</a:t>
            </a:r>
            <a:endParaRPr lang="zh-CN" altLang="en-US">
              <a:latin typeface="微软雅黑" panose="020B0503020204020204" charset="-122"/>
              <a:ea typeface="微软雅黑" panose="020B0503020204020204" charset="-122"/>
            </a:endParaRPr>
          </a:p>
        </p:txBody>
      </p:sp>
      <p:sp>
        <p:nvSpPr>
          <p:cNvPr id="189" name="文本框 188"/>
          <p:cNvSpPr txBox="1"/>
          <p:nvPr/>
        </p:nvSpPr>
        <p:spPr>
          <a:xfrm>
            <a:off x="8540750" y="304800"/>
            <a:ext cx="1212215" cy="368300"/>
          </a:xfrm>
          <a:prstGeom prst="rect">
            <a:avLst/>
          </a:prstGeom>
          <a:noFill/>
        </p:spPr>
        <p:txBody>
          <a:bodyPr wrap="square" rtlCol="0">
            <a:spAutoFit/>
          </a:bodyPr>
          <a:lstStyle/>
          <a:p>
            <a:r>
              <a:rPr lang="zh-CN" altLang="en-US" b="1">
                <a:solidFill>
                  <a:srgbClr val="2D8A73"/>
                </a:solidFill>
                <a:latin typeface="微软雅黑" panose="020B0503020204020204" charset="-122"/>
                <a:ea typeface="微软雅黑" panose="020B0503020204020204" charset="-122"/>
              </a:rPr>
              <a:t>产品设计</a:t>
            </a:r>
            <a:endParaRPr lang="zh-CN" altLang="en-US" b="1">
              <a:solidFill>
                <a:srgbClr val="2D8A73"/>
              </a:solidFill>
              <a:latin typeface="微软雅黑" panose="020B0503020204020204" charset="-122"/>
              <a:ea typeface="微软雅黑" panose="020B0503020204020204" charset="-122"/>
            </a:endParaRPr>
          </a:p>
        </p:txBody>
      </p:sp>
      <p:sp>
        <p:nvSpPr>
          <p:cNvPr id="185" name="矩形 184"/>
          <p:cNvSpPr/>
          <p:nvPr/>
        </p:nvSpPr>
        <p:spPr>
          <a:xfrm>
            <a:off x="3756660" y="292100"/>
            <a:ext cx="2100580" cy="522605"/>
          </a:xfrm>
          <a:prstGeom prst="rect">
            <a:avLst/>
          </a:prstGeom>
          <a:noFill/>
          <a:ln>
            <a:noFill/>
          </a:ln>
        </p:spPr>
        <p:txBody>
          <a:bodyPr wrap="square" rtlCol="0" anchor="t">
            <a:noAutofit/>
          </a:bodyPr>
          <a:lstStyle/>
          <a:p>
            <a:pPr algn="ctr">
              <a:defRPr/>
            </a:pPr>
            <a:r>
              <a:rPr lang="zh-CN" altLang="en-US" dirty="0">
                <a:solidFill>
                  <a:schemeClr val="tx1"/>
                </a:solidFill>
                <a:latin typeface="微软雅黑" panose="020B0503020204020204" charset="-122"/>
                <a:ea typeface="微软雅黑" panose="020B0503020204020204" charset="-122"/>
              </a:rPr>
              <a:t>研究背景</a:t>
            </a:r>
            <a:endParaRPr lang="zh-CN" altLang="en-US" dirty="0">
              <a:solidFill>
                <a:schemeClr val="tx1"/>
              </a:solidFill>
              <a:latin typeface="微软雅黑" panose="020B0503020204020204" charset="-122"/>
              <a:ea typeface="微软雅黑" panose="020B0503020204020204" charset="-122"/>
            </a:endParaRPr>
          </a:p>
        </p:txBody>
      </p:sp>
    </p:spTree>
    <p:custDataLst>
      <p:tags r:id="rId40"/>
    </p:custDataLst>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组合 21"/>
          <p:cNvGrpSpPr/>
          <p:nvPr/>
        </p:nvGrpSpPr>
        <p:grpSpPr>
          <a:xfrm>
            <a:off x="35561" y="-105409"/>
            <a:ext cx="13439754" cy="8833413"/>
            <a:chOff x="1" y="1"/>
            <a:chExt cx="13439754" cy="8833413"/>
          </a:xfrm>
        </p:grpSpPr>
        <p:pic>
          <p:nvPicPr>
            <p:cNvPr id="160" name="图片 159"/>
            <p:cNvPicPr>
              <a:picLocks noChangeAspect="1"/>
            </p:cNvPicPr>
            <p:nvPr/>
          </p:nvPicPr>
          <p:blipFill>
            <a:blip r:embed="rId1"/>
            <a:srcRect l="1166" t="25263"/>
            <a:stretch>
              <a:fillRect/>
            </a:stretch>
          </p:blipFill>
          <p:spPr>
            <a:xfrm>
              <a:off x="1" y="1"/>
              <a:ext cx="12174415" cy="5125479"/>
            </a:xfrm>
            <a:custGeom>
              <a:avLst/>
              <a:gdLst>
                <a:gd name="connsiteX0" fmla="*/ 0 w 12174415"/>
                <a:gd name="connsiteY0" fmla="*/ 0 h 5125479"/>
                <a:gd name="connsiteX1" fmla="*/ 12174415 w 12174415"/>
                <a:gd name="connsiteY1" fmla="*/ 0 h 5125479"/>
                <a:gd name="connsiteX2" fmla="*/ 12174415 w 12174415"/>
                <a:gd name="connsiteY2" fmla="*/ 5125479 h 5125479"/>
                <a:gd name="connsiteX3" fmla="*/ 0 w 12174415"/>
                <a:gd name="connsiteY3" fmla="*/ 5125479 h 5125479"/>
              </a:gdLst>
              <a:ahLst/>
              <a:cxnLst>
                <a:cxn ang="0">
                  <a:pos x="connsiteX0" y="connsiteY0"/>
                </a:cxn>
                <a:cxn ang="0">
                  <a:pos x="connsiteX1" y="connsiteY1"/>
                </a:cxn>
                <a:cxn ang="0">
                  <a:pos x="connsiteX2" y="connsiteY2"/>
                </a:cxn>
                <a:cxn ang="0">
                  <a:pos x="connsiteX3" y="connsiteY3"/>
                </a:cxn>
              </a:cxnLst>
              <a:rect l="l" t="t" r="r" b="b"/>
              <a:pathLst>
                <a:path w="12174415" h="5125479">
                  <a:moveTo>
                    <a:pt x="0" y="0"/>
                  </a:moveTo>
                  <a:lnTo>
                    <a:pt x="12174415" y="0"/>
                  </a:lnTo>
                  <a:lnTo>
                    <a:pt x="12174415" y="5125479"/>
                  </a:lnTo>
                  <a:lnTo>
                    <a:pt x="0" y="5125479"/>
                  </a:lnTo>
                  <a:close/>
                </a:path>
              </a:pathLst>
            </a:custGeom>
          </p:spPr>
        </p:pic>
        <p:pic>
          <p:nvPicPr>
            <p:cNvPr id="62" name="Picture 59"/>
            <p:cNvPicPr>
              <a:picLocks noChangeAspect="1"/>
            </p:cNvPicPr>
            <p:nvPr/>
          </p:nvPicPr>
          <p:blipFill>
            <a:blip r:embed="rId2">
              <a:alphaModFix amt="63000"/>
            </a:blip>
            <a:stretch>
              <a:fillRect/>
            </a:stretch>
          </p:blipFill>
          <p:spPr>
            <a:xfrm>
              <a:off x="2588845" y="3586999"/>
              <a:ext cx="10850910" cy="5246415"/>
            </a:xfrm>
            <a:prstGeom prst="rect">
              <a:avLst/>
            </a:prstGeom>
          </p:spPr>
        </p:pic>
      </p:grpSp>
      <p:grpSp>
        <p:nvGrpSpPr>
          <p:cNvPr id="4" name="组合 3"/>
          <p:cNvGrpSpPr/>
          <p:nvPr/>
        </p:nvGrpSpPr>
        <p:grpSpPr>
          <a:xfrm>
            <a:off x="-801446" y="0"/>
            <a:ext cx="13073260" cy="902312"/>
            <a:chOff x="-801446" y="0"/>
            <a:chExt cx="13073260" cy="902312"/>
          </a:xfrm>
        </p:grpSpPr>
        <p:sp>
          <p:nvSpPr>
            <p:cNvPr id="5" name="PA-任意多边形 900"/>
            <p:cNvSpPr/>
            <p:nvPr>
              <p:custDataLst>
                <p:tags r:id="rId3"/>
              </p:custDataLst>
            </p:nvPr>
          </p:nvSpPr>
          <p:spPr>
            <a:xfrm flipV="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91000">
                  <a:schemeClr val="accent2">
                    <a:lumMod val="75000"/>
                  </a:schemeClr>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6" name="PA-任意多边形 46"/>
            <p:cNvSpPr/>
            <p:nvPr>
              <p:custDataLst>
                <p:tags r:id="rId4"/>
              </p:custDataLst>
            </p:nvPr>
          </p:nvSpPr>
          <p:spPr>
            <a:xfrm>
              <a:off x="17585" y="140988"/>
              <a:ext cx="10477775" cy="713837"/>
            </a:xfrm>
            <a:custGeom>
              <a:avLst/>
              <a:gdLst>
                <a:gd name="connsiteX0" fmla="*/ 0 w 10477775"/>
                <a:gd name="connsiteY0" fmla="*/ 0 h 713837"/>
                <a:gd name="connsiteX1" fmla="*/ 9872819 w 10477775"/>
                <a:gd name="connsiteY1" fmla="*/ 0 h 713837"/>
                <a:gd name="connsiteX2" fmla="*/ 10477775 w 10477775"/>
                <a:gd name="connsiteY2" fmla="*/ 713837 h 713837"/>
                <a:gd name="connsiteX3" fmla="*/ 0 w 10477775"/>
                <a:gd name="connsiteY3" fmla="*/ 713837 h 713837"/>
                <a:gd name="connsiteX4" fmla="*/ 0 w 10477775"/>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775" h="713837">
                  <a:moveTo>
                    <a:pt x="0" y="0"/>
                  </a:moveTo>
                  <a:lnTo>
                    <a:pt x="9872819" y="0"/>
                  </a:lnTo>
                  <a:lnTo>
                    <a:pt x="10477775" y="713837"/>
                  </a:lnTo>
                  <a:lnTo>
                    <a:pt x="0" y="713837"/>
                  </a:lnTo>
                  <a:lnTo>
                    <a:pt x="0" y="0"/>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8" name="PA-任意多边形 50"/>
            <p:cNvSpPr/>
            <p:nvPr>
              <p:custDataLst>
                <p:tags r:id="rId5"/>
              </p:custDataLst>
            </p:nvPr>
          </p:nvSpPr>
          <p:spPr>
            <a:xfrm>
              <a:off x="79814" y="136543"/>
              <a:ext cx="12192000" cy="713837"/>
            </a:xfrm>
            <a:custGeom>
              <a:avLst/>
              <a:gdLst>
                <a:gd name="connsiteX0" fmla="*/ 0 w 12192000"/>
                <a:gd name="connsiteY0" fmla="*/ 0 h 713837"/>
                <a:gd name="connsiteX1" fmla="*/ 12192000 w 12192000"/>
                <a:gd name="connsiteY1" fmla="*/ 0 h 713837"/>
                <a:gd name="connsiteX2" fmla="*/ 12192000 w 12192000"/>
                <a:gd name="connsiteY2" fmla="*/ 713837 h 713837"/>
                <a:gd name="connsiteX3" fmla="*/ 0 w 12192000"/>
                <a:gd name="connsiteY3" fmla="*/ 713837 h 713837"/>
              </a:gdLst>
              <a:ahLst/>
              <a:cxnLst>
                <a:cxn ang="0">
                  <a:pos x="connsiteX0" y="connsiteY0"/>
                </a:cxn>
                <a:cxn ang="0">
                  <a:pos x="connsiteX1" y="connsiteY1"/>
                </a:cxn>
                <a:cxn ang="0">
                  <a:pos x="connsiteX2" y="connsiteY2"/>
                </a:cxn>
                <a:cxn ang="0">
                  <a:pos x="connsiteX3" y="connsiteY3"/>
                </a:cxn>
              </a:cxnLst>
              <a:rect l="l" t="t" r="r" b="b"/>
              <a:pathLst>
                <a:path w="12192000" h="713837">
                  <a:moveTo>
                    <a:pt x="0" y="0"/>
                  </a:moveTo>
                  <a:lnTo>
                    <a:pt x="12192000" y="0"/>
                  </a:lnTo>
                  <a:lnTo>
                    <a:pt x="12192000" y="713837"/>
                  </a:lnTo>
                  <a:lnTo>
                    <a:pt x="0" y="713837"/>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mn-cs"/>
              </a:endParaRPr>
            </a:p>
          </p:txBody>
        </p:sp>
        <p:sp>
          <p:nvSpPr>
            <p:cNvPr id="7" name="PA-任意多边形 6"/>
            <p:cNvSpPr/>
            <p:nvPr>
              <p:custDataLst>
                <p:tags r:id="rId6"/>
              </p:custDataLst>
            </p:nvPr>
          </p:nvSpPr>
          <p:spPr>
            <a:xfrm>
              <a:off x="-52754" y="850261"/>
              <a:ext cx="12262339" cy="52051"/>
            </a:xfrm>
            <a:custGeom>
              <a:avLst/>
              <a:gdLst>
                <a:gd name="connsiteX0" fmla="*/ 0 w 4366736"/>
                <a:gd name="connsiteY0" fmla="*/ 0 h 64293"/>
                <a:gd name="connsiteX1" fmla="*/ 4366737 w 4366736"/>
                <a:gd name="connsiteY1" fmla="*/ 0 h 64293"/>
                <a:gd name="connsiteX2" fmla="*/ 4366737 w 4366736"/>
                <a:gd name="connsiteY2" fmla="*/ 64294 h 64293"/>
                <a:gd name="connsiteX3" fmla="*/ 0 w 4366736"/>
                <a:gd name="connsiteY3" fmla="*/ 64294 h 64293"/>
              </a:gdLst>
              <a:ahLst/>
              <a:cxnLst>
                <a:cxn ang="0">
                  <a:pos x="connsiteX0" y="connsiteY0"/>
                </a:cxn>
                <a:cxn ang="0">
                  <a:pos x="connsiteX1" y="connsiteY1"/>
                </a:cxn>
                <a:cxn ang="0">
                  <a:pos x="connsiteX2" y="connsiteY2"/>
                </a:cxn>
                <a:cxn ang="0">
                  <a:pos x="connsiteX3" y="connsiteY3"/>
                </a:cxn>
              </a:cxnLst>
              <a:rect l="l" t="t" r="r" b="b"/>
              <a:pathLst>
                <a:path w="4366736" h="64293">
                  <a:moveTo>
                    <a:pt x="0" y="0"/>
                  </a:moveTo>
                  <a:lnTo>
                    <a:pt x="4366737" y="0"/>
                  </a:lnTo>
                  <a:lnTo>
                    <a:pt x="4366737" y="64294"/>
                  </a:lnTo>
                  <a:lnTo>
                    <a:pt x="0" y="64294"/>
                  </a:lnTo>
                  <a:close/>
                </a:path>
              </a:pathLst>
            </a:custGeom>
            <a:gradFill flip="none" rotWithShape="1">
              <a:gsLst>
                <a:gs pos="100000">
                  <a:schemeClr val="accent1"/>
                </a:gs>
                <a:gs pos="12000">
                  <a:schemeClr val="accent1">
                    <a:lumMod val="20000"/>
                    <a:lumOff val="80000"/>
                  </a:schemeClr>
                </a:gs>
              </a:gsLst>
              <a:lin ang="0" scaled="0"/>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9" name="PA-任意多边形 899"/>
            <p:cNvSpPr/>
            <p:nvPr>
              <p:custDataLst>
                <p:tags r:id="rId7"/>
              </p:custDataLst>
            </p:nvPr>
          </p:nvSpPr>
          <p:spPr>
            <a:xfrm flipH="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55000">
                  <a:schemeClr val="accent1"/>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cxnSp>
          <p:nvCxnSpPr>
            <p:cNvPr id="11" name="PA-直接连接符 18"/>
            <p:cNvCxnSpPr/>
            <p:nvPr>
              <p:custDataLst>
                <p:tags r:id="rId8"/>
              </p:custDataLst>
            </p:nvPr>
          </p:nvCxnSpPr>
          <p:spPr>
            <a:xfrm flipH="1">
              <a:off x="5253886"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16" name="PA-图形 7"/>
            <p:cNvSpPr/>
            <p:nvPr>
              <p:custDataLst>
                <p:tags r:id="rId9"/>
              </p:custDataLst>
            </p:nvPr>
          </p:nvSpPr>
          <p:spPr>
            <a:xfrm>
              <a:off x="273980" y="148474"/>
              <a:ext cx="555983" cy="416889"/>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0">
                  <a:schemeClr val="bg1"/>
                </a:gs>
                <a:gs pos="87000">
                  <a:schemeClr val="accent1">
                    <a:lumMod val="20000"/>
                    <a:lumOff val="80000"/>
                  </a:schemeClr>
                </a:gs>
              </a:gsLst>
              <a:lin ang="2700000" scaled="0"/>
            </a:gradFill>
            <a:ln w="36909" cap="flat">
              <a:noFill/>
              <a:prstDash val="solid"/>
              <a:miter/>
            </a:ln>
            <a:effectLst>
              <a:outerShdw blurRad="50800" dist="38100" dir="5400000" algn="t" rotWithShape="0">
                <a:schemeClr val="accent1">
                  <a:alpha val="30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pic>
        <p:nvPicPr>
          <p:cNvPr id="2" name="Picture 153"/>
          <p:cNvPicPr>
            <a:picLocks noChangeAspect="1"/>
          </p:cNvPicPr>
          <p:nvPr/>
        </p:nvPicPr>
        <p:blipFill>
          <a:blip r:embed="rId10"/>
          <a:stretch>
            <a:fillRect/>
          </a:stretch>
        </p:blipFill>
        <p:spPr>
          <a:xfrm>
            <a:off x="2454790" y="4630723"/>
            <a:ext cx="9936302" cy="2256048"/>
          </a:xfrm>
          <a:prstGeom prst="rect">
            <a:avLst/>
          </a:prstGeom>
        </p:spPr>
      </p:pic>
      <p:pic>
        <p:nvPicPr>
          <p:cNvPr id="10" name="Picture 153"/>
          <p:cNvPicPr>
            <a:picLocks noChangeAspect="1"/>
          </p:cNvPicPr>
          <p:nvPr/>
        </p:nvPicPr>
        <p:blipFill>
          <a:blip r:embed="rId10"/>
          <a:stretch>
            <a:fillRect/>
          </a:stretch>
        </p:blipFill>
        <p:spPr>
          <a:xfrm flipH="1">
            <a:off x="-59794" y="4630450"/>
            <a:ext cx="9936302" cy="2256048"/>
          </a:xfrm>
          <a:prstGeom prst="rect">
            <a:avLst/>
          </a:prstGeom>
        </p:spPr>
      </p:pic>
      <p:sp>
        <p:nvSpPr>
          <p:cNvPr id="46" name="文本框 45"/>
          <p:cNvSpPr txBox="1"/>
          <p:nvPr/>
        </p:nvSpPr>
        <p:spPr>
          <a:xfrm>
            <a:off x="188595" y="1376045"/>
            <a:ext cx="6983730" cy="829945"/>
          </a:xfrm>
          <a:prstGeom prst="rect">
            <a:avLst/>
          </a:prstGeom>
        </p:spPr>
        <p:txBody>
          <a:bodyPr wrap="square">
            <a:spAutoFit/>
          </a:bodyPr>
          <a:p>
            <a:pPr indent="0">
              <a:buFont typeface="Arial" panose="020B0604020202020204" pitchFamily="34" charset="0"/>
              <a:buNone/>
            </a:pPr>
            <a:endParaRPr lang="zh-CN" altLang="en-US" sz="2400" b="1" dirty="0" smtClean="0">
              <a:latin typeface="微软雅黑" panose="020B0503020204020204" charset="-122"/>
              <a:ea typeface="微软雅黑" panose="020B0503020204020204" charset="-122"/>
            </a:endParaRPr>
          </a:p>
          <a:p>
            <a:pPr indent="0">
              <a:buFont typeface="Arial" panose="020B0604020202020204" pitchFamily="34" charset="0"/>
              <a:buNone/>
            </a:pPr>
            <a:r>
              <a:rPr lang="en-US" altLang="zh-CN" sz="2400" b="1" dirty="0" smtClean="0">
                <a:latin typeface="微软雅黑" panose="020B0503020204020204" charset="-122"/>
                <a:ea typeface="微软雅黑" panose="020B0503020204020204" charset="-122"/>
                <a:cs typeface="+mn-ea"/>
              </a:rPr>
              <a:t>         </a:t>
            </a:r>
            <a:endParaRPr lang="zh-CN" altLang="en-US" sz="2400" b="1" dirty="0" smtClean="0">
              <a:latin typeface="微软雅黑" panose="020B0503020204020204" charset="-122"/>
              <a:ea typeface="微软雅黑" panose="020B0503020204020204" charset="-122"/>
              <a:cs typeface="+mn-ea"/>
            </a:endParaRPr>
          </a:p>
        </p:txBody>
      </p:sp>
      <p:sp>
        <p:nvSpPr>
          <p:cNvPr id="17" name="PA-文本框 24"/>
          <p:cNvSpPr txBox="1"/>
          <p:nvPr>
            <p:custDataLst>
              <p:tags r:id="rId11"/>
            </p:custDataLst>
          </p:nvPr>
        </p:nvSpPr>
        <p:spPr>
          <a:xfrm>
            <a:off x="1600150" y="236296"/>
            <a:ext cx="1605280" cy="521970"/>
          </a:xfrm>
          <a:prstGeom prst="rect">
            <a:avLst/>
          </a:prstGeom>
          <a:noFill/>
        </p:spPr>
        <p:txBody>
          <a:bodyPr wrap="none">
            <a:spAutoFit/>
          </a:bodyPr>
          <a:lstStyle>
            <a:defPPr>
              <a:defRPr lang="zh-CN"/>
            </a:defPPr>
            <a:lvl1pPr>
              <a:defRPr sz="2400" b="1">
                <a:gradFill>
                  <a:gsLst>
                    <a:gs pos="100000">
                      <a:schemeClr val="accent1">
                        <a:lumMod val="50000"/>
                      </a:schemeClr>
                    </a:gs>
                    <a:gs pos="17000">
                      <a:schemeClr val="accent1">
                        <a:lumMod val="50000"/>
                      </a:schemeClr>
                    </a:gs>
                  </a:gsLst>
                  <a:path path="circle">
                    <a:fillToRect r="100000" b="100000"/>
                  </a:path>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gradFill>
                  <a:gsLst>
                    <a:gs pos="100000">
                      <a:srgbClr val="206252">
                        <a:lumMod val="50000"/>
                      </a:srgbClr>
                    </a:gs>
                    <a:gs pos="17000">
                      <a:srgbClr val="206252">
                        <a:lumMod val="75000"/>
                      </a:srgbClr>
                    </a:gs>
                  </a:gsLst>
                  <a:path path="circle">
                    <a:fillToRect r="100000" b="100000"/>
                  </a:path>
                </a:gradFill>
                <a:effectLst/>
                <a:uLnTx/>
                <a:uFillTx/>
                <a:latin typeface="微软雅黑" panose="020B0503020204020204" charset="-122"/>
                <a:ea typeface="微软雅黑" panose="020B0503020204020204" charset="-122"/>
                <a:cs typeface="+mn-cs"/>
                <a:sym typeface="阿里妈妈数黑体" pitchFamily="2" charset="-122"/>
              </a:rPr>
              <a:t>产品设计</a:t>
            </a:r>
            <a:endParaRPr kumimoji="0" lang="zh-CN" altLang="en-US" sz="2800" b="1" i="0" u="none" strike="noStrike" kern="1200" cap="none" spc="0" normalizeH="0" baseline="0" noProof="0" dirty="0">
              <a:ln>
                <a:noFill/>
              </a:ln>
              <a:gradFill>
                <a:gsLst>
                  <a:gs pos="100000">
                    <a:srgbClr val="206252">
                      <a:lumMod val="50000"/>
                    </a:srgbClr>
                  </a:gs>
                  <a:gs pos="17000">
                    <a:srgbClr val="206252">
                      <a:lumMod val="75000"/>
                    </a:srgbClr>
                  </a:gs>
                </a:gsLst>
                <a:path path="circle">
                  <a:fillToRect r="100000" b="100000"/>
                </a:path>
              </a:gradFill>
              <a:effectLst/>
              <a:uLnTx/>
              <a:uFillTx/>
              <a:latin typeface="微软雅黑" panose="020B0503020204020204" charset="-122"/>
              <a:ea typeface="微软雅黑" panose="020B0503020204020204" charset="-122"/>
              <a:cs typeface="+mn-cs"/>
              <a:sym typeface="阿里妈妈数黑体" pitchFamily="2" charset="-122"/>
            </a:endParaRPr>
          </a:p>
        </p:txBody>
      </p:sp>
      <p:sp>
        <p:nvSpPr>
          <p:cNvPr id="18" name="矩形 17"/>
          <p:cNvSpPr/>
          <p:nvPr/>
        </p:nvSpPr>
        <p:spPr>
          <a:xfrm>
            <a:off x="3629660" y="298450"/>
            <a:ext cx="2100580" cy="522605"/>
          </a:xfrm>
          <a:prstGeom prst="rect">
            <a:avLst/>
          </a:prstGeom>
          <a:noFill/>
          <a:ln>
            <a:noFill/>
          </a:ln>
        </p:spPr>
        <p:txBody>
          <a:bodyPr wrap="square" rtlCol="0" anchor="t">
            <a:noAutofit/>
          </a:bodyPr>
          <a:lstStyle/>
          <a:p>
            <a:pPr algn="ctr"/>
            <a:r>
              <a:rPr lang="zh-CN" altLang="en-US" dirty="0">
                <a:solidFill>
                  <a:schemeClr val="tx1"/>
                </a:solidFill>
                <a:effectLst/>
                <a:latin typeface="微软雅黑" panose="020B0503020204020204" charset="-122"/>
                <a:ea typeface="微软雅黑" panose="020B0503020204020204" charset="-122"/>
              </a:rPr>
              <a:t>研究背景</a:t>
            </a:r>
            <a:endParaRPr lang="zh-CN" altLang="en-US" dirty="0">
              <a:solidFill>
                <a:schemeClr val="tx1"/>
              </a:solidFill>
              <a:effectLst/>
              <a:latin typeface="微软雅黑" panose="020B0503020204020204" charset="-122"/>
              <a:ea typeface="微软雅黑" panose="020B0503020204020204" charset="-122"/>
            </a:endParaRPr>
          </a:p>
        </p:txBody>
      </p:sp>
      <p:sp>
        <p:nvSpPr>
          <p:cNvPr id="19" name="PA-文本框 26"/>
          <p:cNvSpPr txBox="1"/>
          <p:nvPr>
            <p:custDataLst>
              <p:tags r:id="rId12"/>
            </p:custDataLst>
          </p:nvPr>
        </p:nvSpPr>
        <p:spPr>
          <a:xfrm>
            <a:off x="5410470" y="313956"/>
            <a:ext cx="10972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阿里妈妈数黑体" pitchFamily="2" charset="-122"/>
              </a:rPr>
              <a:t>前期调研</a:t>
            </a:r>
            <a:endParaRPr kumimoji="0" lang="zh-CN" altLang="en-US" sz="1800" b="1"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阿里妈妈数黑体" pitchFamily="2" charset="-122"/>
            </a:endParaRPr>
          </a:p>
        </p:txBody>
      </p:sp>
      <p:sp>
        <p:nvSpPr>
          <p:cNvPr id="49" name="文本框 48"/>
          <p:cNvSpPr txBox="1"/>
          <p:nvPr/>
        </p:nvSpPr>
        <p:spPr>
          <a:xfrm>
            <a:off x="8453755" y="308610"/>
            <a:ext cx="110934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数据分析</a:t>
            </a:r>
            <a:endParaRPr lang="zh-CN" altLang="en-US">
              <a:latin typeface="微软雅黑" panose="020B0503020204020204" charset="-122"/>
              <a:ea typeface="微软雅黑" panose="020B0503020204020204" charset="-122"/>
            </a:endParaRPr>
          </a:p>
        </p:txBody>
      </p:sp>
      <p:sp>
        <p:nvSpPr>
          <p:cNvPr id="20" name="PA-文本框 26"/>
          <p:cNvSpPr txBox="1"/>
          <p:nvPr>
            <p:custDataLst>
              <p:tags r:id="rId13"/>
            </p:custDataLst>
          </p:nvPr>
        </p:nvSpPr>
        <p:spPr>
          <a:xfrm>
            <a:off x="6507233" y="328996"/>
            <a:ext cx="17830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noProof="0" dirty="0">
                <a:ln>
                  <a:noFill/>
                </a:ln>
                <a:solidFill>
                  <a:srgbClr val="206252">
                    <a:lumMod val="50000"/>
                  </a:srgbClr>
                </a:solidFill>
                <a:effectLst/>
                <a:uLnTx/>
                <a:uFillTx/>
                <a:latin typeface="微软雅黑" panose="020B0503020204020204" charset="-122"/>
                <a:ea typeface="微软雅黑" panose="020B0503020204020204" charset="-122"/>
                <a:sym typeface="OPPOSans M" panose="00020600040101010101" pitchFamily="18" charset="-122"/>
              </a:rPr>
              <a:t>调查设计与实施</a:t>
            </a:r>
            <a:endParaRPr kumimoji="0" lang="zh-CN" altLang="en-US" sz="180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sp>
        <p:nvSpPr>
          <p:cNvPr id="23" name="文本框 22"/>
          <p:cNvSpPr txBox="1"/>
          <p:nvPr/>
        </p:nvSpPr>
        <p:spPr>
          <a:xfrm>
            <a:off x="9709150" y="298450"/>
            <a:ext cx="1104265" cy="368300"/>
          </a:xfrm>
          <a:prstGeom prst="rect">
            <a:avLst/>
          </a:prstGeom>
          <a:noFill/>
        </p:spPr>
        <p:txBody>
          <a:bodyPr wrap="square" rtlCol="0">
            <a:spAutoFit/>
          </a:bodyPr>
          <a:lstStyle/>
          <a:p>
            <a:r>
              <a:rPr lang="zh-CN" altLang="en-US" b="1" noProof="0" dirty="0">
                <a:ln>
                  <a:noFill/>
                </a:ln>
                <a:solidFill>
                  <a:srgbClr val="33692B"/>
                </a:solidFill>
                <a:effectLst/>
                <a:uLnTx/>
                <a:uFillTx/>
                <a:latin typeface="微软雅黑" panose="020B0503020204020204" charset="-122"/>
                <a:ea typeface="微软雅黑" panose="020B0503020204020204" charset="-122"/>
              </a:rPr>
              <a:t>产品设计</a:t>
            </a:r>
            <a:endParaRPr lang="zh-CN" altLang="en-US" b="1" noProof="0" dirty="0">
              <a:ln>
                <a:noFill/>
              </a:ln>
              <a:solidFill>
                <a:srgbClr val="33692B"/>
              </a:solidFill>
              <a:effectLst/>
              <a:uLnTx/>
              <a:uFillTx/>
              <a:latin typeface="微软雅黑" panose="020B0503020204020204" charset="-122"/>
              <a:ea typeface="微软雅黑" panose="020B0503020204020204" charset="-122"/>
            </a:endParaRPr>
          </a:p>
        </p:txBody>
      </p:sp>
      <p:sp>
        <p:nvSpPr>
          <p:cNvPr id="24" name="文本框 23"/>
          <p:cNvSpPr txBox="1"/>
          <p:nvPr/>
        </p:nvSpPr>
        <p:spPr>
          <a:xfrm>
            <a:off x="10953115" y="313690"/>
            <a:ext cx="136969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结论与建议</a:t>
            </a:r>
            <a:endParaRPr lang="zh-CN" altLang="en-US">
              <a:latin typeface="微软雅黑" panose="020B0503020204020204" charset="-122"/>
              <a:ea typeface="微软雅黑" panose="020B0503020204020204" charset="-122"/>
            </a:endParaRPr>
          </a:p>
        </p:txBody>
      </p:sp>
      <p:cxnSp>
        <p:nvCxnSpPr>
          <p:cNvPr id="25" name="PA-直接连接符 22"/>
          <p:cNvCxnSpPr/>
          <p:nvPr>
            <p:custDataLst>
              <p:tags r:id="rId14"/>
            </p:custDataLst>
          </p:nvPr>
        </p:nvCxnSpPr>
        <p:spPr>
          <a:xfrm flipH="1">
            <a:off x="6412243"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26" name="PA-直接连接符 23"/>
          <p:cNvCxnSpPr/>
          <p:nvPr>
            <p:custDataLst>
              <p:tags r:id="rId15"/>
            </p:custDataLst>
          </p:nvPr>
        </p:nvCxnSpPr>
        <p:spPr>
          <a:xfrm flipH="1">
            <a:off x="8264655" y="37265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29" name="PA-直接连接符 23"/>
          <p:cNvCxnSpPr/>
          <p:nvPr>
            <p:custDataLst>
              <p:tags r:id="rId16"/>
            </p:custDataLst>
          </p:nvPr>
        </p:nvCxnSpPr>
        <p:spPr>
          <a:xfrm flipH="1">
            <a:off x="9460995" y="3802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50" name="PA-直接连接符 23"/>
          <p:cNvCxnSpPr/>
          <p:nvPr>
            <p:custDataLst>
              <p:tags r:id="rId17"/>
            </p:custDataLst>
          </p:nvPr>
        </p:nvCxnSpPr>
        <p:spPr>
          <a:xfrm flipH="1">
            <a:off x="10733535" y="3802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61" name="矩形: 圆角 24"/>
          <p:cNvSpPr/>
          <p:nvPr/>
        </p:nvSpPr>
        <p:spPr>
          <a:xfrm>
            <a:off x="273685" y="946150"/>
            <a:ext cx="3054350" cy="452755"/>
          </a:xfrm>
          <a:prstGeom prst="roundRect">
            <a:avLst>
              <a:gd name="adj" fmla="val 29695"/>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sz="28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sz="24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4.3  </a:t>
            </a:r>
            <a:r>
              <a:rPr lang="zh-CN" altLang="en-US" sz="24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个性化定价</a:t>
            </a:r>
            <a:endParaRPr lang="zh-CN" altLang="en-US" sz="24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63" name="图片 62" descr="箭头"/>
          <p:cNvPicPr>
            <a:picLocks noChangeAspect="1"/>
          </p:cNvPicPr>
          <p:nvPr>
            <p:custDataLst>
              <p:tags r:id="rId18"/>
            </p:custDataLst>
          </p:nvPr>
        </p:nvPicPr>
        <p:blipFill>
          <a:blip r:embed="rId19">
            <a:extLst>
              <a:ext uri="{96DAC541-7B7A-43D3-8B79-37D633B846F1}">
                <asvg:svgBlip xmlns:asvg="http://schemas.microsoft.com/office/drawing/2016/SVG/main" r:embed="rId20"/>
              </a:ext>
            </a:extLst>
          </a:blip>
          <a:stretch>
            <a:fillRect/>
          </a:stretch>
        </p:blipFill>
        <p:spPr>
          <a:xfrm flipH="1">
            <a:off x="367030" y="970915"/>
            <a:ext cx="369570" cy="369570"/>
          </a:xfrm>
          <a:prstGeom prst="rect">
            <a:avLst/>
          </a:prstGeom>
        </p:spPr>
      </p:pic>
      <p:graphicFrame>
        <p:nvGraphicFramePr>
          <p:cNvPr id="35" name="对象 34">
            <a:hlinkClick r:id="" action="ppaction://ole?verb="/>
          </p:cNvPr>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1025" name="" r:id="rId21" imgW="114300" imgH="215900" progId="Equation.KSEE3">
                  <p:embed/>
                </p:oleObj>
              </mc:Choice>
              <mc:Fallback>
                <p:oleObj name="" r:id="rId21" imgW="114300" imgH="215900" progId="Equation.KSEE3">
                  <p:embed/>
                  <p:pic>
                    <p:nvPicPr>
                      <p:cNvPr id="0" name="图片 1024"/>
                      <p:cNvPicPr/>
                      <p:nvPr/>
                    </p:nvPicPr>
                    <p:blipFill>
                      <a:blip r:embed="rId22"/>
                      <a:stretch>
                        <a:fillRect/>
                      </a:stretch>
                    </p:blipFill>
                    <p:spPr>
                      <a:xfrm>
                        <a:off x="6038850" y="3321050"/>
                        <a:ext cx="114300" cy="215900"/>
                      </a:xfrm>
                      <a:prstGeom prst="rect">
                        <a:avLst/>
                      </a:prstGeom>
                    </p:spPr>
                  </p:pic>
                </p:oleObj>
              </mc:Fallback>
            </mc:AlternateContent>
          </a:graphicData>
        </a:graphic>
      </p:graphicFrame>
      <p:cxnSp>
        <p:nvCxnSpPr>
          <p:cNvPr id="93" name="直接连接符 92"/>
          <p:cNvCxnSpPr/>
          <p:nvPr/>
        </p:nvCxnSpPr>
        <p:spPr>
          <a:xfrm flipH="1">
            <a:off x="6108700" y="1875790"/>
            <a:ext cx="17780" cy="4781550"/>
          </a:xfrm>
          <a:prstGeom prst="line">
            <a:avLst/>
          </a:prstGeom>
          <a:ln w="12700" cmpd="sng">
            <a:solidFill>
              <a:schemeClr val="bg1">
                <a:lumMod val="65000"/>
              </a:schemeClr>
            </a:solidFill>
            <a:prstDash val="sysDot"/>
          </a:ln>
        </p:spPr>
        <p:style>
          <a:lnRef idx="2">
            <a:schemeClr val="accent1"/>
          </a:lnRef>
          <a:fillRef idx="0">
            <a:srgbClr val="FFFFFF"/>
          </a:fillRef>
          <a:effectRef idx="0">
            <a:srgbClr val="FFFFFF"/>
          </a:effectRef>
          <a:fontRef idx="minor">
            <a:schemeClr val="tx1"/>
          </a:fontRef>
        </p:style>
      </p:cxnSp>
      <p:sp>
        <p:nvSpPr>
          <p:cNvPr id="98" name="矩形: 圆角 59"/>
          <p:cNvSpPr/>
          <p:nvPr/>
        </p:nvSpPr>
        <p:spPr>
          <a:xfrm>
            <a:off x="210185" y="1605915"/>
            <a:ext cx="3470275" cy="467995"/>
          </a:xfrm>
          <a:prstGeom prst="roundRect">
            <a:avLst>
              <a:gd name="adj" fmla="val 50000"/>
            </a:avLst>
          </a:prstGeom>
          <a:gradFill>
            <a:gsLst>
              <a:gs pos="50000">
                <a:schemeClr val="accent3">
                  <a:lumMod val="40000"/>
                  <a:lumOff val="60000"/>
                  <a:alpha val="100000"/>
                </a:schemeClr>
              </a:gs>
              <a:gs pos="0">
                <a:schemeClr val="accent3">
                  <a:lumMod val="20000"/>
                  <a:lumOff val="80000"/>
                </a:schemeClr>
              </a:gs>
              <a:gs pos="100000">
                <a:schemeClr val="accent3">
                  <a:lumMod val="20000"/>
                  <a:lumOff val="80000"/>
                </a:schemeClr>
              </a:gs>
            </a:gsLst>
            <a:lin ang="16200000" scaled="0"/>
          </a:gradFill>
          <a:ln w="9525">
            <a:solidFill>
              <a:schemeClr val="bg1"/>
            </a:solidFill>
          </a:ln>
          <a:effectLst>
            <a:outerShdw blurRad="152400" dist="63500" dir="2700000" sx="98000" sy="98000" algn="t" rotWithShape="0">
              <a:schemeClr val="bg1">
                <a:lumMod val="50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scene3d>
              <a:camera prst="orthographicFront"/>
              <a:lightRig rig="chilly" dir="t">
                <a:rot lat="0" lon="0" rev="0"/>
              </a:lightRig>
            </a:scene3d>
            <a:sp3d prstMaterial="metal"/>
          </a:bodyPr>
          <a:lstStyle/>
          <a:p>
            <a:pPr indent="0" algn="ctr" defTabSz="266700" fontAlgn="auto">
              <a:lnSpc>
                <a:spcPct val="100000"/>
              </a:lnSpc>
              <a:spcBef>
                <a:spcPct val="0"/>
              </a:spcBef>
              <a:spcAft>
                <a:spcPct val="0"/>
              </a:spcAft>
            </a:pPr>
            <a:r>
              <a:rPr lang="en-US" altLang="zh-CN" b="1" i="1">
                <a:solidFill>
                  <a:srgbClr val="206252"/>
                </a:solidFill>
                <a:effectLst/>
                <a:latin typeface="微软雅黑" panose="020B0503020204020204" charset="-122"/>
                <a:ea typeface="微软雅黑" panose="020B0503020204020204" charset="-122"/>
                <a:cs typeface="微软雅黑" panose="020B0503020204020204" charset="-122"/>
                <a:sym typeface="+mn-ea"/>
              </a:rPr>
              <a:t>Step1</a:t>
            </a:r>
            <a:r>
              <a:rPr lang="zh-CN" altLang="en-US" b="1" i="1">
                <a:solidFill>
                  <a:srgbClr val="206252"/>
                </a:solidFill>
                <a:effectLst/>
                <a:latin typeface="微软雅黑" panose="020B0503020204020204" charset="-122"/>
                <a:ea typeface="微软雅黑" panose="020B0503020204020204" charset="-122"/>
                <a:cs typeface="微软雅黑" panose="020B0503020204020204" charset="-122"/>
                <a:sym typeface="+mn-ea"/>
              </a:rPr>
              <a:t>：</a:t>
            </a:r>
            <a:r>
              <a:rPr lang="zh-CN" altLang="en-US" b="1">
                <a:ln w="12700" cmpd="sng">
                  <a:noFill/>
                  <a:prstDash val="solid"/>
                </a:ln>
                <a:solidFill>
                  <a:srgbClr val="206252"/>
                </a:solidFill>
                <a:effectLst/>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预测建模</a:t>
            </a:r>
            <a:endParaRPr lang="zh-CN" altLang="en-US" b="1" dirty="0">
              <a:ln w="12700" cmpd="sng">
                <a:noFill/>
                <a:prstDash val="solid"/>
              </a:ln>
              <a:solidFill>
                <a:srgbClr val="206252"/>
              </a:solidFill>
              <a:effectLst/>
              <a:highlight>
                <a:srgbClr val="000000">
                  <a:alpha val="0"/>
                </a:srgbClr>
              </a:highlight>
              <a:latin typeface="微软雅黑" panose="020B0503020204020204" charset="-122"/>
              <a:ea typeface="微软雅黑" panose="020B0503020204020204" charset="-122"/>
              <a:cs typeface="微软雅黑" panose="020B0503020204020204" charset="-122"/>
              <a:sym typeface="+mn-ea"/>
            </a:endParaRPr>
          </a:p>
        </p:txBody>
      </p:sp>
      <p:sp>
        <p:nvSpPr>
          <p:cNvPr id="12" name="矩形: 圆角 59"/>
          <p:cNvSpPr/>
          <p:nvPr/>
        </p:nvSpPr>
        <p:spPr>
          <a:xfrm>
            <a:off x="7884795" y="1605915"/>
            <a:ext cx="3470275" cy="467995"/>
          </a:xfrm>
          <a:prstGeom prst="roundRect">
            <a:avLst>
              <a:gd name="adj" fmla="val 50000"/>
            </a:avLst>
          </a:prstGeom>
          <a:gradFill>
            <a:gsLst>
              <a:gs pos="50000">
                <a:schemeClr val="accent3">
                  <a:lumMod val="40000"/>
                  <a:lumOff val="60000"/>
                  <a:alpha val="100000"/>
                </a:schemeClr>
              </a:gs>
              <a:gs pos="0">
                <a:schemeClr val="accent3">
                  <a:lumMod val="20000"/>
                  <a:lumOff val="80000"/>
                </a:schemeClr>
              </a:gs>
              <a:gs pos="100000">
                <a:schemeClr val="accent3">
                  <a:lumMod val="20000"/>
                  <a:lumOff val="80000"/>
                </a:schemeClr>
              </a:gs>
            </a:gsLst>
            <a:lin ang="16200000" scaled="0"/>
          </a:gradFill>
          <a:ln w="9525">
            <a:solidFill>
              <a:schemeClr val="bg1"/>
            </a:solidFill>
          </a:ln>
          <a:effectLst>
            <a:outerShdw blurRad="152400" dist="63500" dir="2700000" sx="98000" sy="98000" algn="t" rotWithShape="0">
              <a:schemeClr val="bg1">
                <a:lumMod val="50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scene3d>
              <a:camera prst="orthographicFront"/>
              <a:lightRig rig="chilly" dir="t">
                <a:rot lat="0" lon="0" rev="0"/>
              </a:lightRig>
            </a:scene3d>
            <a:sp3d prstMaterial="metal"/>
          </a:bodyPr>
          <a:lstStyle/>
          <a:p>
            <a:pPr indent="0" algn="ctr" defTabSz="266700" fontAlgn="auto">
              <a:lnSpc>
                <a:spcPct val="100000"/>
              </a:lnSpc>
              <a:spcBef>
                <a:spcPct val="0"/>
              </a:spcBef>
              <a:spcAft>
                <a:spcPct val="0"/>
              </a:spcAft>
            </a:pPr>
            <a:r>
              <a:rPr lang="en-US" altLang="zh-CN" b="1" i="1">
                <a:solidFill>
                  <a:srgbClr val="206252"/>
                </a:solidFill>
                <a:effectLst/>
                <a:latin typeface="微软雅黑" panose="020B0503020204020204" charset="-122"/>
                <a:ea typeface="微软雅黑" panose="020B0503020204020204" charset="-122"/>
                <a:cs typeface="微软雅黑" panose="020B0503020204020204" charset="-122"/>
                <a:sym typeface="+mn-ea"/>
              </a:rPr>
              <a:t>Step2</a:t>
            </a:r>
            <a:r>
              <a:rPr lang="zh-CN" altLang="en-US" b="1" i="1">
                <a:solidFill>
                  <a:srgbClr val="206252"/>
                </a:solidFill>
                <a:effectLst/>
                <a:latin typeface="微软雅黑" panose="020B0503020204020204" charset="-122"/>
                <a:ea typeface="微软雅黑" panose="020B0503020204020204" charset="-122"/>
                <a:cs typeface="微软雅黑" panose="020B0503020204020204" charset="-122"/>
                <a:sym typeface="+mn-ea"/>
              </a:rPr>
              <a:t>：</a:t>
            </a:r>
            <a:r>
              <a:rPr lang="zh-CN" altLang="en-US" b="1">
                <a:solidFill>
                  <a:srgbClr val="206252"/>
                </a:solidFill>
                <a:effectLst/>
                <a:latin typeface="微软雅黑" panose="020B0503020204020204" charset="-122"/>
                <a:ea typeface="微软雅黑" panose="020B0503020204020204" charset="-122"/>
                <a:cs typeface="微软雅黑" panose="020B0503020204020204" charset="-122"/>
                <a:sym typeface="+mn-ea"/>
              </a:rPr>
              <a:t>案例展示</a:t>
            </a:r>
            <a:endParaRPr lang="zh-CN" altLang="en-US" b="1">
              <a:solidFill>
                <a:srgbClr val="206252"/>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38" name="文本框 37"/>
          <p:cNvSpPr txBox="1"/>
          <p:nvPr/>
        </p:nvSpPr>
        <p:spPr>
          <a:xfrm>
            <a:off x="210185" y="2153285"/>
            <a:ext cx="4576445" cy="981710"/>
          </a:xfrm>
          <a:prstGeom prst="rect">
            <a:avLst/>
          </a:prstGeom>
          <a:noFill/>
        </p:spPr>
        <p:txBody>
          <a:bodyPr wrap="square" rtlCol="0" anchor="t">
            <a:noAutofit/>
          </a:bodyPr>
          <a:p>
            <a:endParaRPr lang="zh-CN" altLang="en-US" sz="1600">
              <a:ln w="12700" cmpd="sng">
                <a:noFill/>
                <a:prstDash val="solid"/>
              </a:ln>
              <a:solidFill>
                <a:schemeClr val="tx1"/>
              </a:solidFill>
              <a:effectLst/>
              <a:latin typeface="微软雅黑" panose="020B0503020204020204" charset="-122"/>
              <a:ea typeface="微软雅黑" panose="020B0503020204020204" charset="-122"/>
              <a:cs typeface="微软雅黑" panose="020B0503020204020204" charset="-122"/>
              <a:sym typeface="+mn-ea"/>
            </a:endParaRPr>
          </a:p>
          <a:p>
            <a:r>
              <a:rPr lang="zh-CN" altLang="en-US" sz="1600">
                <a:ln w="12700" cmpd="sng">
                  <a:noFill/>
                  <a:prstDash val="solid"/>
                </a:ln>
                <a:solidFill>
                  <a:schemeClr val="tx1"/>
                </a:solidFill>
                <a:effectLst/>
                <a:latin typeface="微软雅黑" panose="020B0503020204020204" charset="-122"/>
                <a:ea typeface="微软雅黑" panose="020B0503020204020204" charset="-122"/>
                <a:cs typeface="微软雅黑" panose="020B0503020204020204" charset="-122"/>
                <a:sym typeface="+mn-ea"/>
              </a:rPr>
              <a:t>基于</a:t>
            </a:r>
            <a:r>
              <a:rPr lang="en-US" altLang="zh-CN" sz="1600">
                <a:ln w="12700" cmpd="sng">
                  <a:noFill/>
                  <a:prstDash val="solid"/>
                </a:ln>
                <a:solidFill>
                  <a:schemeClr val="tx1"/>
                </a:solidFill>
                <a:effectLst/>
                <a:latin typeface="微软雅黑" panose="020B0503020204020204" charset="-122"/>
                <a:ea typeface="微软雅黑" panose="020B0503020204020204" charset="-122"/>
                <a:cs typeface="微软雅黑" panose="020B0503020204020204" charset="-122"/>
                <a:sym typeface="+mn-ea"/>
              </a:rPr>
              <a:t>AUC,KS</a:t>
            </a:r>
            <a:r>
              <a:rPr lang="zh-CN" altLang="en-US" sz="1600">
                <a:ln w="12700" cmpd="sng">
                  <a:noFill/>
                  <a:prstDash val="solid"/>
                </a:ln>
                <a:solidFill>
                  <a:schemeClr val="tx1"/>
                </a:solidFill>
                <a:effectLst/>
                <a:latin typeface="微软雅黑" panose="020B0503020204020204" charset="-122"/>
                <a:ea typeface="微软雅黑" panose="020B0503020204020204" charset="-122"/>
                <a:cs typeface="微软雅黑" panose="020B0503020204020204" charset="-122"/>
                <a:sym typeface="+mn-ea"/>
              </a:rPr>
              <a:t>等实证指标，本项目最终选定</a:t>
            </a:r>
            <a:r>
              <a:rPr lang="zh-CN" altLang="en-US" sz="1600" b="1">
                <a:ln w="12700" cmpd="sng">
                  <a:noFill/>
                  <a:prstDash val="solid"/>
                </a:ln>
                <a:solidFill>
                  <a:srgbClr val="206252"/>
                </a:solidFill>
                <a:effectLst/>
                <a:latin typeface="微软雅黑" panose="020B0503020204020204" charset="-122"/>
                <a:ea typeface="微软雅黑" panose="020B0503020204020204" charset="-122"/>
                <a:cs typeface="微软雅黑" panose="020B0503020204020204" charset="-122"/>
                <a:sym typeface="+mn-ea"/>
              </a:rPr>
              <a:t>随机森林</a:t>
            </a:r>
            <a:r>
              <a:rPr lang="zh-CN" altLang="en-US" sz="1600">
                <a:ln w="12700" cmpd="sng">
                  <a:noFill/>
                  <a:prstDash val="solid"/>
                </a:ln>
                <a:solidFill>
                  <a:schemeClr val="tx1"/>
                </a:solidFill>
                <a:effectLst/>
                <a:latin typeface="微软雅黑" panose="020B0503020204020204" charset="-122"/>
                <a:ea typeface="微软雅黑" panose="020B0503020204020204" charset="-122"/>
                <a:cs typeface="微软雅黑" panose="020B0503020204020204" charset="-122"/>
                <a:sym typeface="+mn-ea"/>
              </a:rPr>
              <a:t>作为个性化定价的核心算法。</a:t>
            </a:r>
            <a:endParaRPr lang="zh-CN" altLang="en-US" sz="1600">
              <a:ln w="12700" cmpd="sng">
                <a:noFill/>
                <a:prstDash val="solid"/>
              </a:ln>
              <a:solidFill>
                <a:schemeClr val="tx1"/>
              </a:solidFill>
              <a:effectLst/>
              <a:latin typeface="微软雅黑" panose="020B0503020204020204" charset="-122"/>
              <a:ea typeface="微软雅黑" panose="020B0503020204020204" charset="-122"/>
              <a:cs typeface="微软雅黑" panose="020B0503020204020204" charset="-122"/>
              <a:sym typeface="+mn-ea"/>
            </a:endParaRPr>
          </a:p>
        </p:txBody>
      </p:sp>
      <p:pic>
        <p:nvPicPr>
          <p:cNvPr id="39" name="图片 49" descr="000030"/>
          <p:cNvPicPr>
            <a:picLocks noChangeAspect="1"/>
          </p:cNvPicPr>
          <p:nvPr/>
        </p:nvPicPr>
        <p:blipFill>
          <a:blip r:embed="rId23"/>
          <a:srcRect t="6181"/>
          <a:stretch>
            <a:fillRect/>
          </a:stretch>
        </p:blipFill>
        <p:spPr>
          <a:xfrm>
            <a:off x="367030" y="3054350"/>
            <a:ext cx="4279265" cy="1713230"/>
          </a:xfrm>
          <a:prstGeom prst="rect">
            <a:avLst/>
          </a:prstGeom>
          <a:effectLst>
            <a:outerShdw blurRad="50800" dist="38100" dir="2700000" algn="tl" rotWithShape="0">
              <a:prstClr val="black">
                <a:alpha val="40000"/>
              </a:prstClr>
            </a:outerShdw>
          </a:effectLst>
        </p:spPr>
      </p:pic>
      <p:pic>
        <p:nvPicPr>
          <p:cNvPr id="40" name="图片 39" descr="图钉"/>
          <p:cNvPicPr>
            <a:picLocks noChangeAspect="1"/>
          </p:cNvPicPr>
          <p:nvPr>
            <p:custDataLst>
              <p:tags r:id="rId24"/>
            </p:custDataLst>
          </p:nvPr>
        </p:nvPicPr>
        <p:blipFill>
          <a:blip r:embed="rId25">
            <a:extLst>
              <a:ext uri="{96DAC541-7B7A-43D3-8B79-37D633B846F1}">
                <asvg:svgBlip xmlns:asvg="http://schemas.microsoft.com/office/drawing/2016/SVG/main" r:embed="rId26"/>
              </a:ext>
            </a:extLst>
          </a:blip>
          <a:stretch>
            <a:fillRect/>
          </a:stretch>
        </p:blipFill>
        <p:spPr>
          <a:xfrm>
            <a:off x="283210" y="2951480"/>
            <a:ext cx="469900" cy="469900"/>
          </a:xfrm>
          <a:prstGeom prst="rect">
            <a:avLst/>
          </a:prstGeom>
        </p:spPr>
      </p:pic>
      <p:pic>
        <p:nvPicPr>
          <p:cNvPr id="41" name="图片 40" descr="图钉"/>
          <p:cNvPicPr>
            <a:picLocks noChangeAspect="1"/>
          </p:cNvPicPr>
          <p:nvPr>
            <p:custDataLst>
              <p:tags r:id="rId27"/>
            </p:custDataLst>
          </p:nvPr>
        </p:nvPicPr>
        <p:blipFill>
          <a:blip r:embed="rId25">
            <a:extLst>
              <a:ext uri="{96DAC541-7B7A-43D3-8B79-37D633B846F1}">
                <asvg:svgBlip xmlns:asvg="http://schemas.microsoft.com/office/drawing/2016/SVG/main" r:embed="rId26"/>
              </a:ext>
            </a:extLst>
          </a:blip>
          <a:stretch>
            <a:fillRect/>
          </a:stretch>
        </p:blipFill>
        <p:spPr>
          <a:xfrm>
            <a:off x="4401185" y="2870200"/>
            <a:ext cx="469900" cy="469900"/>
          </a:xfrm>
          <a:prstGeom prst="rect">
            <a:avLst/>
          </a:prstGeom>
        </p:spPr>
      </p:pic>
      <p:sp>
        <p:nvSpPr>
          <p:cNvPr id="42" name="文本框 41"/>
          <p:cNvSpPr txBox="1"/>
          <p:nvPr/>
        </p:nvSpPr>
        <p:spPr>
          <a:xfrm>
            <a:off x="129540" y="4723130"/>
            <a:ext cx="4932045" cy="1886585"/>
          </a:xfrm>
          <a:prstGeom prst="rect">
            <a:avLst/>
          </a:prstGeom>
        </p:spPr>
        <p:txBody>
          <a:bodyPr wrap="square">
            <a:noAutofit/>
          </a:bodyPr>
          <a:p>
            <a:pPr marL="0" indent="358775" algn="l" defTabSz="266700">
              <a:lnSpc>
                <a:spcPct val="150000"/>
              </a:lnSpc>
              <a:spcBef>
                <a:spcPct val="0"/>
              </a:spcBef>
              <a:spcAft>
                <a:spcPct val="0"/>
              </a:spcAft>
            </a:pPr>
            <a:r>
              <a:rPr lang="zh-CN" altLang="en-US" sz="1600">
                <a:latin typeface="微软雅黑" panose="020B0503020204020204" charset="-122"/>
                <a:ea typeface="微软雅黑" panose="020B0503020204020204" charset="-122"/>
                <a:cs typeface="微软雅黑" panose="020B0503020204020204" charset="-122"/>
              </a:rPr>
              <a:t>实证结果显示，“</a:t>
            </a:r>
            <a:r>
              <a:rPr lang="zh-CN" altLang="en-US" b="1">
                <a:solidFill>
                  <a:srgbClr val="206252"/>
                </a:solidFill>
                <a:latin typeface="微软雅黑" panose="020B0503020204020204" charset="-122"/>
                <a:ea typeface="微软雅黑" panose="020B0503020204020204" charset="-122"/>
                <a:cs typeface="微软雅黑" panose="020B0503020204020204" charset="-122"/>
              </a:rPr>
              <a:t>风险暴露</a:t>
            </a:r>
            <a:r>
              <a:rPr lang="zh-CN" altLang="en-US" sz="1600">
                <a:latin typeface="微软雅黑" panose="020B0503020204020204" charset="-122"/>
                <a:ea typeface="微软雅黑" panose="020B0503020204020204" charset="-122"/>
                <a:cs typeface="微软雅黑" panose="020B0503020204020204" charset="-122"/>
              </a:rPr>
              <a:t>”和“</a:t>
            </a:r>
            <a:r>
              <a:rPr lang="zh-CN" altLang="en-US" b="1">
                <a:solidFill>
                  <a:srgbClr val="206252"/>
                </a:solidFill>
                <a:latin typeface="微软雅黑" panose="020B0503020204020204" charset="-122"/>
                <a:ea typeface="微软雅黑" panose="020B0503020204020204" charset="-122"/>
                <a:cs typeface="微软雅黑" panose="020B0503020204020204" charset="-122"/>
              </a:rPr>
              <a:t>服役年限</a:t>
            </a:r>
            <a:r>
              <a:rPr lang="zh-CN" altLang="en-US" sz="1600">
                <a:latin typeface="微软雅黑" panose="020B0503020204020204" charset="-122"/>
                <a:ea typeface="微软雅黑" panose="020B0503020204020204" charset="-122"/>
                <a:cs typeface="微软雅黑" panose="020B0503020204020204" charset="-122"/>
              </a:rPr>
              <a:t>”对模型预测的贡献度</a:t>
            </a:r>
            <a:r>
              <a:rPr lang="zh-CN" altLang="en-US" b="1">
                <a:solidFill>
                  <a:srgbClr val="206252"/>
                </a:solidFill>
                <a:latin typeface="微软雅黑" panose="020B0503020204020204" charset="-122"/>
                <a:ea typeface="微软雅黑" panose="020B0503020204020204" charset="-122"/>
                <a:cs typeface="微软雅黑" panose="020B0503020204020204" charset="-122"/>
              </a:rPr>
              <a:t>显著高于</a:t>
            </a:r>
            <a:r>
              <a:rPr lang="zh-CN" altLang="en-US" sz="1600">
                <a:latin typeface="微软雅黑" panose="020B0503020204020204" charset="-122"/>
                <a:ea typeface="微软雅黑" panose="020B0503020204020204" charset="-122"/>
                <a:cs typeface="微软雅黑" panose="020B0503020204020204" charset="-122"/>
              </a:rPr>
              <a:t>基础人口学特征。这有力证明了将</a:t>
            </a:r>
            <a:r>
              <a:rPr lang="zh-CN" altLang="en-US" sz="1600" b="1">
                <a:solidFill>
                  <a:srgbClr val="206252"/>
                </a:solidFill>
                <a:latin typeface="微软雅黑" panose="020B0503020204020204" charset="-122"/>
                <a:ea typeface="微软雅黑" panose="020B0503020204020204" charset="-122"/>
                <a:cs typeface="微软雅黑" panose="020B0503020204020204" charset="-122"/>
              </a:rPr>
              <a:t>服役因素</a:t>
            </a:r>
            <a:r>
              <a:rPr lang="zh-CN" altLang="en-US" sz="1600">
                <a:latin typeface="微软雅黑" panose="020B0503020204020204" charset="-122"/>
                <a:ea typeface="微软雅黑" panose="020B0503020204020204" charset="-122"/>
                <a:cs typeface="微软雅黑" panose="020B0503020204020204" charset="-122"/>
              </a:rPr>
              <a:t>纳入定价模型的</a:t>
            </a:r>
            <a:r>
              <a:rPr lang="zh-CN" altLang="en-US" sz="1600" b="1">
                <a:solidFill>
                  <a:srgbClr val="206252"/>
                </a:solidFill>
                <a:latin typeface="微软雅黑" panose="020B0503020204020204" charset="-122"/>
                <a:ea typeface="微软雅黑" panose="020B0503020204020204" charset="-122"/>
                <a:cs typeface="微软雅黑" panose="020B0503020204020204" charset="-122"/>
              </a:rPr>
              <a:t>精算意义</a:t>
            </a:r>
            <a:r>
              <a:rPr lang="zh-CN" altLang="en-US" sz="1600">
                <a:latin typeface="微软雅黑" panose="020B0503020204020204" charset="-122"/>
                <a:ea typeface="微软雅黑" panose="020B0503020204020204" charset="-122"/>
                <a:cs typeface="微软雅黑" panose="020B0503020204020204" charset="-122"/>
              </a:rPr>
              <a:t>，能够识别出因服役环境等特征而产生的</a:t>
            </a:r>
            <a:r>
              <a:rPr lang="zh-CN" altLang="en-US" sz="1600">
                <a:solidFill>
                  <a:schemeClr val="tx1"/>
                </a:solidFill>
                <a:latin typeface="微软雅黑" panose="020B0503020204020204" charset="-122"/>
                <a:ea typeface="微软雅黑" panose="020B0503020204020204" charset="-122"/>
                <a:cs typeface="微软雅黑" panose="020B0503020204020204" charset="-122"/>
              </a:rPr>
              <a:t>额外健康损耗</a:t>
            </a:r>
            <a:r>
              <a:rPr lang="zh-CN" altLang="en-US" sz="1600">
                <a:latin typeface="微软雅黑" panose="020B0503020204020204" charset="-122"/>
                <a:ea typeface="微软雅黑" panose="020B0503020204020204" charset="-122"/>
                <a:cs typeface="微软雅黑" panose="020B0503020204020204" charset="-122"/>
              </a:rPr>
              <a:t>。</a:t>
            </a:r>
            <a:endParaRPr lang="zh-CN" altLang="en-US" sz="1600">
              <a:latin typeface="微软雅黑" panose="020B0503020204020204" charset="-122"/>
              <a:ea typeface="微软雅黑" panose="020B0503020204020204" charset="-122"/>
              <a:cs typeface="微软雅黑" panose="020B0503020204020204" charset="-122"/>
            </a:endParaRPr>
          </a:p>
        </p:txBody>
      </p:sp>
      <p:pic>
        <p:nvPicPr>
          <p:cNvPr id="129" name="图片 128" descr="灯泡"/>
          <p:cNvPicPr>
            <a:picLocks noChangeAspect="1"/>
          </p:cNvPicPr>
          <p:nvPr>
            <p:custDataLst>
              <p:tags r:id="rId28"/>
            </p:custDataLst>
          </p:nvPr>
        </p:nvPicPr>
        <p:blipFill>
          <a:blip r:embed="rId29">
            <a:extLst>
              <a:ext uri="{96DAC541-7B7A-43D3-8B79-37D633B846F1}">
                <asvg:svgBlip xmlns:asvg="http://schemas.microsoft.com/office/drawing/2016/SVG/main" r:embed="rId30"/>
              </a:ext>
            </a:extLst>
          </a:blip>
          <a:stretch>
            <a:fillRect/>
          </a:stretch>
        </p:blipFill>
        <p:spPr>
          <a:xfrm>
            <a:off x="94615" y="4658360"/>
            <a:ext cx="463550" cy="463550"/>
          </a:xfrm>
          <a:prstGeom prst="rect">
            <a:avLst/>
          </a:prstGeom>
          <a:effectLst>
            <a:outerShdw blurRad="50800" dist="38100" dir="5400000" algn="t" rotWithShape="0">
              <a:prstClr val="black">
                <a:alpha val="10000"/>
              </a:prstClr>
            </a:outerShdw>
          </a:effectLst>
        </p:spPr>
      </p:pic>
      <p:grpSp>
        <p:nvGrpSpPr>
          <p:cNvPr id="172" name="组合 171"/>
          <p:cNvGrpSpPr/>
          <p:nvPr/>
        </p:nvGrpSpPr>
        <p:grpSpPr>
          <a:xfrm>
            <a:off x="-674446" y="-6350"/>
            <a:ext cx="13073260" cy="902312"/>
            <a:chOff x="-801446" y="0"/>
            <a:chExt cx="13073260" cy="902312"/>
          </a:xfrm>
        </p:grpSpPr>
        <p:sp>
          <p:nvSpPr>
            <p:cNvPr id="173" name="PA-任意多边形 900"/>
            <p:cNvSpPr/>
            <p:nvPr>
              <p:custDataLst>
                <p:tags r:id="rId31"/>
              </p:custDataLst>
            </p:nvPr>
          </p:nvSpPr>
          <p:spPr>
            <a:xfrm flipV="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91000">
                  <a:schemeClr val="accent2">
                    <a:lumMod val="75000"/>
                  </a:schemeClr>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74" name="PA-任意多边形 46"/>
            <p:cNvSpPr/>
            <p:nvPr>
              <p:custDataLst>
                <p:tags r:id="rId32"/>
              </p:custDataLst>
            </p:nvPr>
          </p:nvSpPr>
          <p:spPr>
            <a:xfrm>
              <a:off x="17585" y="140988"/>
              <a:ext cx="10477775" cy="713837"/>
            </a:xfrm>
            <a:custGeom>
              <a:avLst/>
              <a:gdLst>
                <a:gd name="connsiteX0" fmla="*/ 0 w 10477775"/>
                <a:gd name="connsiteY0" fmla="*/ 0 h 713837"/>
                <a:gd name="connsiteX1" fmla="*/ 9872819 w 10477775"/>
                <a:gd name="connsiteY1" fmla="*/ 0 h 713837"/>
                <a:gd name="connsiteX2" fmla="*/ 10477775 w 10477775"/>
                <a:gd name="connsiteY2" fmla="*/ 713837 h 713837"/>
                <a:gd name="connsiteX3" fmla="*/ 0 w 10477775"/>
                <a:gd name="connsiteY3" fmla="*/ 713837 h 713837"/>
                <a:gd name="connsiteX4" fmla="*/ 0 w 10477775"/>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775" h="713837">
                  <a:moveTo>
                    <a:pt x="0" y="0"/>
                  </a:moveTo>
                  <a:lnTo>
                    <a:pt x="9872819" y="0"/>
                  </a:lnTo>
                  <a:lnTo>
                    <a:pt x="10477775" y="713837"/>
                  </a:lnTo>
                  <a:lnTo>
                    <a:pt x="0" y="713837"/>
                  </a:lnTo>
                  <a:lnTo>
                    <a:pt x="0" y="0"/>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75" name="PA-任意多边形 50"/>
            <p:cNvSpPr/>
            <p:nvPr>
              <p:custDataLst>
                <p:tags r:id="rId33"/>
              </p:custDataLst>
            </p:nvPr>
          </p:nvSpPr>
          <p:spPr>
            <a:xfrm>
              <a:off x="79814" y="136543"/>
              <a:ext cx="12192000" cy="713837"/>
            </a:xfrm>
            <a:custGeom>
              <a:avLst/>
              <a:gdLst>
                <a:gd name="connsiteX0" fmla="*/ 0 w 12192000"/>
                <a:gd name="connsiteY0" fmla="*/ 0 h 713837"/>
                <a:gd name="connsiteX1" fmla="*/ 12192000 w 12192000"/>
                <a:gd name="connsiteY1" fmla="*/ 0 h 713837"/>
                <a:gd name="connsiteX2" fmla="*/ 12192000 w 12192000"/>
                <a:gd name="connsiteY2" fmla="*/ 713837 h 713837"/>
                <a:gd name="connsiteX3" fmla="*/ 0 w 12192000"/>
                <a:gd name="connsiteY3" fmla="*/ 713837 h 713837"/>
              </a:gdLst>
              <a:ahLst/>
              <a:cxnLst>
                <a:cxn ang="0">
                  <a:pos x="connsiteX0" y="connsiteY0"/>
                </a:cxn>
                <a:cxn ang="0">
                  <a:pos x="connsiteX1" y="connsiteY1"/>
                </a:cxn>
                <a:cxn ang="0">
                  <a:pos x="connsiteX2" y="connsiteY2"/>
                </a:cxn>
                <a:cxn ang="0">
                  <a:pos x="connsiteX3" y="connsiteY3"/>
                </a:cxn>
              </a:cxnLst>
              <a:rect l="l" t="t" r="r" b="b"/>
              <a:pathLst>
                <a:path w="12192000" h="713837">
                  <a:moveTo>
                    <a:pt x="0" y="0"/>
                  </a:moveTo>
                  <a:lnTo>
                    <a:pt x="12192000" y="0"/>
                  </a:lnTo>
                  <a:lnTo>
                    <a:pt x="12192000" y="713837"/>
                  </a:lnTo>
                  <a:lnTo>
                    <a:pt x="0" y="713837"/>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mn-cs"/>
              </a:endParaRPr>
            </a:p>
          </p:txBody>
        </p:sp>
        <p:sp>
          <p:nvSpPr>
            <p:cNvPr id="176" name="PA-文本框 24"/>
            <p:cNvSpPr txBox="1"/>
            <p:nvPr>
              <p:custDataLst>
                <p:tags r:id="rId34"/>
              </p:custDataLst>
            </p:nvPr>
          </p:nvSpPr>
          <p:spPr>
            <a:xfrm>
              <a:off x="1600150" y="236296"/>
              <a:ext cx="1605280" cy="521970"/>
            </a:xfrm>
            <a:prstGeom prst="rect">
              <a:avLst/>
            </a:prstGeom>
            <a:noFill/>
          </p:spPr>
          <p:txBody>
            <a:bodyPr wrap="none">
              <a:spAutoFit/>
            </a:bodyPr>
            <a:lstStyle>
              <a:defPPr>
                <a:defRPr lang="zh-CN"/>
              </a:defPPr>
              <a:lvl1pPr>
                <a:defRPr sz="2400" b="1">
                  <a:gradFill>
                    <a:gsLst>
                      <a:gs pos="100000">
                        <a:schemeClr val="accent1">
                          <a:lumMod val="50000"/>
                        </a:schemeClr>
                      </a:gs>
                      <a:gs pos="17000">
                        <a:schemeClr val="accent1">
                          <a:lumMod val="50000"/>
                        </a:schemeClr>
                      </a:gs>
                    </a:gsLst>
                    <a:path path="circle">
                      <a:fillToRect r="100000" b="100000"/>
                    </a:path>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dirty="0">
                  <a:gradFill>
                    <a:gsLst>
                      <a:gs pos="100000">
                        <a:srgbClr val="206252">
                          <a:lumMod val="50000"/>
                        </a:srgbClr>
                      </a:gs>
                      <a:gs pos="17000">
                        <a:srgbClr val="206252">
                          <a:lumMod val="75000"/>
                        </a:srgbClr>
                      </a:gs>
                    </a:gsLst>
                    <a:path path="circle">
                      <a:fillToRect r="100000" b="100000"/>
                    </a:path>
                  </a:gradFill>
                  <a:latin typeface="微软雅黑" panose="020B0503020204020204" charset="-122"/>
                  <a:ea typeface="微软雅黑" panose="020B0503020204020204" charset="-122"/>
                  <a:sym typeface="阿里妈妈数黑体" pitchFamily="2" charset="-122"/>
                </a:rPr>
                <a:t>产品设计</a:t>
              </a:r>
              <a:endParaRPr lang="zh-CN" altLang="en-US" sz="2800" dirty="0">
                <a:gradFill>
                  <a:gsLst>
                    <a:gs pos="100000">
                      <a:srgbClr val="206252">
                        <a:lumMod val="50000"/>
                      </a:srgbClr>
                    </a:gs>
                    <a:gs pos="17000">
                      <a:srgbClr val="206252">
                        <a:lumMod val="75000"/>
                      </a:srgbClr>
                    </a:gs>
                  </a:gsLst>
                  <a:path path="circle">
                    <a:fillToRect r="100000" b="100000"/>
                  </a:path>
                </a:gradFill>
                <a:latin typeface="微软雅黑" panose="020B0503020204020204" charset="-122"/>
                <a:ea typeface="微软雅黑" panose="020B0503020204020204" charset="-122"/>
                <a:sym typeface="阿里妈妈数黑体" pitchFamily="2" charset="-122"/>
              </a:endParaRPr>
            </a:p>
          </p:txBody>
        </p:sp>
        <p:sp>
          <p:nvSpPr>
            <p:cNvPr id="177" name="PA-任意多边形 6"/>
            <p:cNvSpPr/>
            <p:nvPr>
              <p:custDataLst>
                <p:tags r:id="rId35"/>
              </p:custDataLst>
            </p:nvPr>
          </p:nvSpPr>
          <p:spPr>
            <a:xfrm>
              <a:off x="-52754" y="850261"/>
              <a:ext cx="12262339" cy="52051"/>
            </a:xfrm>
            <a:custGeom>
              <a:avLst/>
              <a:gdLst>
                <a:gd name="connsiteX0" fmla="*/ 0 w 4366736"/>
                <a:gd name="connsiteY0" fmla="*/ 0 h 64293"/>
                <a:gd name="connsiteX1" fmla="*/ 4366737 w 4366736"/>
                <a:gd name="connsiteY1" fmla="*/ 0 h 64293"/>
                <a:gd name="connsiteX2" fmla="*/ 4366737 w 4366736"/>
                <a:gd name="connsiteY2" fmla="*/ 64294 h 64293"/>
                <a:gd name="connsiteX3" fmla="*/ 0 w 4366736"/>
                <a:gd name="connsiteY3" fmla="*/ 64294 h 64293"/>
              </a:gdLst>
              <a:ahLst/>
              <a:cxnLst>
                <a:cxn ang="0">
                  <a:pos x="connsiteX0" y="connsiteY0"/>
                </a:cxn>
                <a:cxn ang="0">
                  <a:pos x="connsiteX1" y="connsiteY1"/>
                </a:cxn>
                <a:cxn ang="0">
                  <a:pos x="connsiteX2" y="connsiteY2"/>
                </a:cxn>
                <a:cxn ang="0">
                  <a:pos x="connsiteX3" y="connsiteY3"/>
                </a:cxn>
              </a:cxnLst>
              <a:rect l="l" t="t" r="r" b="b"/>
              <a:pathLst>
                <a:path w="4366736" h="64293">
                  <a:moveTo>
                    <a:pt x="0" y="0"/>
                  </a:moveTo>
                  <a:lnTo>
                    <a:pt x="4366737" y="0"/>
                  </a:lnTo>
                  <a:lnTo>
                    <a:pt x="4366737" y="64294"/>
                  </a:lnTo>
                  <a:lnTo>
                    <a:pt x="0" y="64294"/>
                  </a:lnTo>
                  <a:close/>
                </a:path>
              </a:pathLst>
            </a:custGeom>
            <a:gradFill flip="none" rotWithShape="1">
              <a:gsLst>
                <a:gs pos="100000">
                  <a:schemeClr val="accent1"/>
                </a:gs>
                <a:gs pos="12000">
                  <a:schemeClr val="accent1">
                    <a:lumMod val="20000"/>
                    <a:lumOff val="80000"/>
                  </a:schemeClr>
                </a:gs>
              </a:gsLst>
              <a:lin ang="0" scaled="0"/>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78" name="PA-任意多边形 899"/>
            <p:cNvSpPr/>
            <p:nvPr>
              <p:custDataLst>
                <p:tags r:id="rId36"/>
              </p:custDataLst>
            </p:nvPr>
          </p:nvSpPr>
          <p:spPr>
            <a:xfrm flipH="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55000">
                  <a:schemeClr val="accent1"/>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79" name="PA-文本框 26"/>
            <p:cNvSpPr txBox="1"/>
            <p:nvPr>
              <p:custDataLst>
                <p:tags r:id="rId37"/>
              </p:custDataLst>
            </p:nvPr>
          </p:nvSpPr>
          <p:spPr>
            <a:xfrm>
              <a:off x="6507233" y="309946"/>
              <a:ext cx="17830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noProof="0" dirty="0">
                  <a:ln>
                    <a:noFill/>
                  </a:ln>
                  <a:solidFill>
                    <a:srgbClr val="206252">
                      <a:lumMod val="50000"/>
                    </a:srgbClr>
                  </a:solidFill>
                  <a:effectLst/>
                  <a:uLnTx/>
                  <a:uFillTx/>
                  <a:latin typeface="微软雅黑" panose="020B0503020204020204" charset="-122"/>
                  <a:ea typeface="微软雅黑" panose="020B0503020204020204" charset="-122"/>
                  <a:sym typeface="OPPOSans M" panose="00020600040101010101" pitchFamily="18" charset="-122"/>
                </a:rPr>
                <a:t>调查设计与实施</a:t>
              </a:r>
              <a:endParaRPr kumimoji="0" lang="zh-CN" altLang="en-US" sz="180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sp>
          <p:nvSpPr>
            <p:cNvPr id="180" name="PA-文本框 26"/>
            <p:cNvSpPr txBox="1"/>
            <p:nvPr>
              <p:custDataLst>
                <p:tags r:id="rId38"/>
              </p:custDataLst>
            </p:nvPr>
          </p:nvSpPr>
          <p:spPr>
            <a:xfrm>
              <a:off x="8672698" y="313756"/>
              <a:ext cx="3098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cxnSp>
          <p:nvCxnSpPr>
            <p:cNvPr id="181" name="PA-直接连接符 18"/>
            <p:cNvCxnSpPr/>
            <p:nvPr>
              <p:custDataLst>
                <p:tags r:id="rId39"/>
              </p:custDataLst>
            </p:nvPr>
          </p:nvCxnSpPr>
          <p:spPr>
            <a:xfrm flipH="1">
              <a:off x="5253886"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182" name="PA-直接连接符 22"/>
            <p:cNvCxnSpPr/>
            <p:nvPr>
              <p:custDataLst>
                <p:tags r:id="rId40"/>
              </p:custDataLst>
            </p:nvPr>
          </p:nvCxnSpPr>
          <p:spPr>
            <a:xfrm flipH="1">
              <a:off x="6412243"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183" name="PA-文本框 26"/>
            <p:cNvSpPr txBox="1"/>
            <p:nvPr>
              <p:custDataLst>
                <p:tags r:id="rId41"/>
              </p:custDataLst>
            </p:nvPr>
          </p:nvSpPr>
          <p:spPr>
            <a:xfrm>
              <a:off x="5410470" y="313956"/>
              <a:ext cx="10972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a:defRPr/>
              </a:pPr>
              <a:r>
                <a:rPr lang="zh-CN" altLang="en-US" sz="1800" dirty="0">
                  <a:solidFill>
                    <a:srgbClr val="206252">
                      <a:lumMod val="50000"/>
                    </a:srgbClr>
                  </a:solidFill>
                  <a:latin typeface="微软雅黑" panose="020B0503020204020204" charset="-122"/>
                  <a:ea typeface="微软雅黑" panose="020B0503020204020204" charset="-122"/>
                  <a:sym typeface="阿里妈妈数黑体" pitchFamily="2" charset="-122"/>
                </a:rPr>
                <a:t>前期调研</a:t>
              </a:r>
              <a:endParaRPr lang="zh-CN" altLang="en-US" sz="1800" dirty="0">
                <a:solidFill>
                  <a:srgbClr val="206252">
                    <a:lumMod val="50000"/>
                  </a:srgbClr>
                </a:solidFill>
                <a:latin typeface="微软雅黑" panose="020B0503020204020204" charset="-122"/>
                <a:ea typeface="微软雅黑" panose="020B0503020204020204" charset="-122"/>
                <a:sym typeface="阿里妈妈数黑体" pitchFamily="2" charset="-122"/>
              </a:endParaRPr>
            </a:p>
          </p:txBody>
        </p:sp>
        <p:sp>
          <p:nvSpPr>
            <p:cNvPr id="184" name="PA-图形 7"/>
            <p:cNvSpPr/>
            <p:nvPr>
              <p:custDataLst>
                <p:tags r:id="rId42"/>
              </p:custDataLst>
            </p:nvPr>
          </p:nvSpPr>
          <p:spPr>
            <a:xfrm>
              <a:off x="273980" y="148474"/>
              <a:ext cx="555983" cy="416889"/>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0">
                  <a:schemeClr val="bg1"/>
                </a:gs>
                <a:gs pos="87000">
                  <a:schemeClr val="accent1">
                    <a:lumMod val="20000"/>
                    <a:lumOff val="80000"/>
                  </a:schemeClr>
                </a:gs>
              </a:gsLst>
              <a:lin ang="2700000" scaled="0"/>
            </a:gradFill>
            <a:ln w="36909" cap="flat">
              <a:noFill/>
              <a:prstDash val="solid"/>
              <a:miter/>
            </a:ln>
            <a:effectLst>
              <a:outerShdw blurRad="50800" dist="38100" dir="5400000" algn="t" rotWithShape="0">
                <a:schemeClr val="accent1">
                  <a:alpha val="30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cxnSp>
        <p:nvCxnSpPr>
          <p:cNvPr id="186" name="PA-直接连接符 23"/>
          <p:cNvCxnSpPr/>
          <p:nvPr>
            <p:custDataLst>
              <p:tags r:id="rId43"/>
            </p:custDataLst>
          </p:nvPr>
        </p:nvCxnSpPr>
        <p:spPr>
          <a:xfrm flipH="1">
            <a:off x="8337045" y="36122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187" name="PA-直接连接符 23"/>
          <p:cNvCxnSpPr/>
          <p:nvPr>
            <p:custDataLst>
              <p:tags r:id="rId44"/>
            </p:custDataLst>
          </p:nvPr>
        </p:nvCxnSpPr>
        <p:spPr>
          <a:xfrm flipH="1">
            <a:off x="9622285" y="3294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188" name="文本框 187"/>
          <p:cNvSpPr txBox="1"/>
          <p:nvPr/>
        </p:nvSpPr>
        <p:spPr>
          <a:xfrm>
            <a:off x="9886315" y="300990"/>
            <a:ext cx="136969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结论与建议</a:t>
            </a:r>
            <a:endParaRPr lang="zh-CN" altLang="en-US">
              <a:latin typeface="微软雅黑" panose="020B0503020204020204" charset="-122"/>
              <a:ea typeface="微软雅黑" panose="020B0503020204020204" charset="-122"/>
            </a:endParaRPr>
          </a:p>
        </p:txBody>
      </p:sp>
      <p:sp>
        <p:nvSpPr>
          <p:cNvPr id="189" name="文本框 188"/>
          <p:cNvSpPr txBox="1"/>
          <p:nvPr/>
        </p:nvSpPr>
        <p:spPr>
          <a:xfrm>
            <a:off x="8540750" y="304800"/>
            <a:ext cx="1212215" cy="368300"/>
          </a:xfrm>
          <a:prstGeom prst="rect">
            <a:avLst/>
          </a:prstGeom>
          <a:noFill/>
        </p:spPr>
        <p:txBody>
          <a:bodyPr wrap="square" rtlCol="0">
            <a:spAutoFit/>
          </a:bodyPr>
          <a:lstStyle/>
          <a:p>
            <a:r>
              <a:rPr lang="zh-CN" altLang="en-US" b="1">
                <a:solidFill>
                  <a:srgbClr val="2D8A73"/>
                </a:solidFill>
                <a:latin typeface="微软雅黑" panose="020B0503020204020204" charset="-122"/>
                <a:ea typeface="微软雅黑" panose="020B0503020204020204" charset="-122"/>
              </a:rPr>
              <a:t>产品设计</a:t>
            </a:r>
            <a:endParaRPr lang="zh-CN" altLang="en-US" b="1">
              <a:solidFill>
                <a:srgbClr val="2D8A73"/>
              </a:solidFill>
              <a:latin typeface="微软雅黑" panose="020B0503020204020204" charset="-122"/>
              <a:ea typeface="微软雅黑" panose="020B0503020204020204" charset="-122"/>
            </a:endParaRPr>
          </a:p>
        </p:txBody>
      </p:sp>
      <p:sp>
        <p:nvSpPr>
          <p:cNvPr id="185" name="矩形 184"/>
          <p:cNvSpPr/>
          <p:nvPr/>
        </p:nvSpPr>
        <p:spPr>
          <a:xfrm>
            <a:off x="3756660" y="292100"/>
            <a:ext cx="2100580" cy="522605"/>
          </a:xfrm>
          <a:prstGeom prst="rect">
            <a:avLst/>
          </a:prstGeom>
          <a:noFill/>
          <a:ln>
            <a:noFill/>
          </a:ln>
        </p:spPr>
        <p:txBody>
          <a:bodyPr wrap="square" rtlCol="0" anchor="t">
            <a:noAutofit/>
          </a:bodyPr>
          <a:lstStyle/>
          <a:p>
            <a:pPr algn="ctr">
              <a:defRPr/>
            </a:pPr>
            <a:r>
              <a:rPr lang="zh-CN" altLang="en-US" dirty="0">
                <a:solidFill>
                  <a:schemeClr val="tx1"/>
                </a:solidFill>
                <a:latin typeface="微软雅黑" panose="020B0503020204020204" charset="-122"/>
                <a:ea typeface="微软雅黑" panose="020B0503020204020204" charset="-122"/>
              </a:rPr>
              <a:t>研究背景</a:t>
            </a:r>
            <a:endParaRPr lang="zh-CN" altLang="en-US" dirty="0">
              <a:solidFill>
                <a:schemeClr val="tx1"/>
              </a:solidFill>
              <a:latin typeface="微软雅黑" panose="020B0503020204020204" charset="-122"/>
              <a:ea typeface="微软雅黑" panose="020B0503020204020204" charset="-122"/>
            </a:endParaRPr>
          </a:p>
        </p:txBody>
      </p:sp>
      <p:sp>
        <p:nvSpPr>
          <p:cNvPr id="14" name="文本框 13"/>
          <p:cNvSpPr txBox="1"/>
          <p:nvPr/>
        </p:nvSpPr>
        <p:spPr>
          <a:xfrm>
            <a:off x="6889750" y="2372042"/>
            <a:ext cx="5080000" cy="3199765"/>
          </a:xfrm>
          <a:prstGeom prst="rect">
            <a:avLst/>
          </a:prstGeom>
          <a:blipFill>
            <a:blip r:embed="rId45"/>
            <a:tile tx="0" ty="0" sx="100000" sy="100000" flip="none" algn="tl"/>
          </a:blipFill>
          <a:effectLst>
            <a:outerShdw blurRad="50800" dist="38100" dir="2700000" algn="tl" rotWithShape="0">
              <a:prstClr val="black">
                <a:alpha val="40000"/>
              </a:prstClr>
            </a:outerShdw>
          </a:effectLst>
        </p:spPr>
        <p:txBody>
          <a:bodyPr>
            <a:spAutoFit/>
          </a:bodyPr>
          <a:p>
            <a:r>
              <a:rPr lang="zh-CN" altLang="en-US" b="1">
                <a:latin typeface="微软雅黑" panose="020B0503020204020204" charset="-122"/>
                <a:ea typeface="微软雅黑" panose="020B0503020204020204" charset="-122"/>
                <a:cs typeface="微软雅黑" panose="020B0503020204020204" charset="-122"/>
              </a:rPr>
              <a:t>案例</a:t>
            </a:r>
            <a:r>
              <a:rPr lang="en-US" altLang="zh-CN" b="1">
                <a:latin typeface="微软雅黑" panose="020B0503020204020204" charset="-122"/>
                <a:ea typeface="微软雅黑" panose="020B0503020204020204" charset="-122"/>
                <a:cs typeface="微软雅黑" panose="020B0503020204020204" charset="-122"/>
              </a:rPr>
              <a:t>1</a:t>
            </a:r>
            <a:r>
              <a:rPr lang="zh-CN" altLang="en-US" b="1">
                <a:latin typeface="微软雅黑" panose="020B0503020204020204" charset="-122"/>
                <a:ea typeface="微软雅黑" panose="020B0503020204020204" charset="-122"/>
                <a:cs typeface="微软雅黑" panose="020B0503020204020204" charset="-122"/>
              </a:rPr>
              <a:t>：</a:t>
            </a:r>
            <a:endParaRPr lang="zh-CN" altLang="en-US" b="1">
              <a:latin typeface="微软雅黑" panose="020B0503020204020204" charset="-122"/>
              <a:ea typeface="微软雅黑" panose="020B0503020204020204" charset="-122"/>
              <a:cs typeface="微软雅黑" panose="020B0503020204020204" charset="-122"/>
            </a:endParaRPr>
          </a:p>
          <a:p>
            <a:r>
              <a:rPr lang="zh-CN" altLang="en-US" sz="1600">
                <a:latin typeface="微软雅黑" panose="020B0503020204020204" charset="-122"/>
                <a:ea typeface="微软雅黑" panose="020B0503020204020204" charset="-122"/>
                <a:cs typeface="微软雅黑" panose="020B0503020204020204" charset="-122"/>
              </a:rPr>
              <a:t>男性，30—35岁，陆军（曾执行维和任务及重大军事演习），服役年限3—5年</a:t>
            </a:r>
            <a:endParaRPr lang="zh-CN" altLang="en-US" sz="1600">
              <a:latin typeface="微软雅黑" panose="020B0503020204020204" charset="-122"/>
              <a:ea typeface="微软雅黑" panose="020B0503020204020204" charset="-122"/>
              <a:cs typeface="微软雅黑" panose="020B0503020204020204" charset="-122"/>
            </a:endParaRPr>
          </a:p>
          <a:p>
            <a:pPr marL="285750" indent="-285750">
              <a:buFont typeface="Wingdings" panose="05000000000000000000" charset="0"/>
              <a:buChar char="Ø"/>
            </a:pPr>
            <a:r>
              <a:rPr lang="zh-CN" altLang="en-US" sz="1800" b="1">
                <a:solidFill>
                  <a:srgbClr val="206252"/>
                </a:solidFill>
                <a:latin typeface="微软雅黑" panose="020B0503020204020204" charset="-122"/>
                <a:ea typeface="微软雅黑" panose="020B0503020204020204" charset="-122"/>
                <a:cs typeface="微软雅黑" panose="020B0503020204020204" charset="-122"/>
              </a:rPr>
              <a:t>基础层</a:t>
            </a:r>
            <a:r>
              <a:rPr lang="zh-CN" altLang="en-US" sz="1600">
                <a:latin typeface="微软雅黑" panose="020B0503020204020204" charset="-122"/>
                <a:ea typeface="微软雅黑" panose="020B0503020204020204" charset="-122"/>
                <a:cs typeface="微软雅黑" panose="020B0503020204020204" charset="-122"/>
              </a:rPr>
              <a:t>保费：</a:t>
            </a:r>
            <a:r>
              <a:rPr lang="zh-CN" altLang="en-US" b="1">
                <a:solidFill>
                  <a:srgbClr val="206252"/>
                </a:solidFill>
                <a:latin typeface="微软雅黑" panose="020B0503020204020204" charset="-122"/>
                <a:ea typeface="微软雅黑" panose="020B0503020204020204" charset="-122"/>
                <a:cs typeface="微软雅黑" panose="020B0503020204020204" charset="-122"/>
              </a:rPr>
              <a:t>124.75 元</a:t>
            </a:r>
            <a:endParaRPr lang="en-US" altLang="zh-CN" b="1">
              <a:solidFill>
                <a:srgbClr val="206252"/>
              </a:solidFill>
              <a:latin typeface="微软雅黑" panose="020B0503020204020204" charset="-122"/>
              <a:ea typeface="微软雅黑" panose="020B0503020204020204" charset="-122"/>
              <a:cs typeface="微软雅黑" panose="020B0503020204020204" charset="-122"/>
            </a:endParaRPr>
          </a:p>
          <a:p>
            <a:pPr marL="285750" indent="-285750">
              <a:buFont typeface="Wingdings" panose="05000000000000000000" charset="0"/>
              <a:buChar char="Ø"/>
            </a:pPr>
            <a:r>
              <a:rPr lang="zh-CN" altLang="en-US" sz="1800" b="1">
                <a:solidFill>
                  <a:srgbClr val="206252"/>
                </a:solidFill>
                <a:latin typeface="微软雅黑" panose="020B0503020204020204" charset="-122"/>
                <a:ea typeface="微软雅黑" panose="020B0503020204020204" charset="-122"/>
                <a:cs typeface="微软雅黑" panose="020B0503020204020204" charset="-122"/>
              </a:rPr>
              <a:t>专属层</a:t>
            </a:r>
            <a:r>
              <a:rPr lang="zh-CN" altLang="en-US" sz="1600">
                <a:latin typeface="微软雅黑" panose="020B0503020204020204" charset="-122"/>
                <a:ea typeface="微软雅黑" panose="020B0503020204020204" charset="-122"/>
                <a:cs typeface="微软雅黑" panose="020B0503020204020204" charset="-122"/>
              </a:rPr>
              <a:t>保费：</a:t>
            </a:r>
            <a:r>
              <a:rPr lang="zh-CN" altLang="en-US" sz="1800" b="1">
                <a:solidFill>
                  <a:srgbClr val="206252"/>
                </a:solidFill>
                <a:latin typeface="微软雅黑" panose="020B0503020204020204" charset="-122"/>
                <a:ea typeface="微软雅黑" panose="020B0503020204020204" charset="-122"/>
                <a:cs typeface="微软雅黑" panose="020B0503020204020204" charset="-122"/>
              </a:rPr>
              <a:t>207.92 元</a:t>
            </a:r>
            <a:endParaRPr lang="en-US" altLang="zh-CN" sz="1600">
              <a:latin typeface="微软雅黑" panose="020B0503020204020204" charset="-122"/>
              <a:ea typeface="微软雅黑" panose="020B0503020204020204" charset="-122"/>
              <a:cs typeface="微软雅黑" panose="020B0503020204020204" charset="-122"/>
            </a:endParaRPr>
          </a:p>
          <a:p>
            <a:pPr marL="285750" indent="-285750">
              <a:buFont typeface="Wingdings" panose="05000000000000000000" charset="0"/>
              <a:buChar char="Ø"/>
            </a:pPr>
            <a:r>
              <a:rPr lang="zh-CN" altLang="en-US" sz="1800" b="1">
                <a:solidFill>
                  <a:srgbClr val="206252"/>
                </a:solidFill>
                <a:latin typeface="微软雅黑" panose="020B0503020204020204" charset="-122"/>
                <a:ea typeface="微软雅黑" panose="020B0503020204020204" charset="-122"/>
                <a:cs typeface="微软雅黑" panose="020B0503020204020204" charset="-122"/>
              </a:rPr>
              <a:t>增强层</a:t>
            </a:r>
            <a:r>
              <a:rPr lang="zh-CN" altLang="en-US" sz="1600">
                <a:latin typeface="微软雅黑" panose="020B0503020204020204" charset="-122"/>
                <a:ea typeface="微软雅黑" panose="020B0503020204020204" charset="-122"/>
                <a:cs typeface="微软雅黑" panose="020B0503020204020204" charset="-122"/>
              </a:rPr>
              <a:t>保费：</a:t>
            </a:r>
            <a:r>
              <a:rPr lang="zh-CN" altLang="en-US" sz="1800" b="1">
                <a:solidFill>
                  <a:srgbClr val="206252"/>
                </a:solidFill>
                <a:latin typeface="微软雅黑" panose="020B0503020204020204" charset="-122"/>
                <a:ea typeface="微软雅黑" panose="020B0503020204020204" charset="-122"/>
                <a:cs typeface="微软雅黑" panose="020B0503020204020204" charset="-122"/>
              </a:rPr>
              <a:t>83.17 元</a:t>
            </a:r>
            <a:endParaRPr lang="zh-CN" altLang="en-US" sz="1600">
              <a:latin typeface="微软雅黑" panose="020B0503020204020204" charset="-122"/>
              <a:ea typeface="微软雅黑" panose="020B0503020204020204" charset="-122"/>
              <a:cs typeface="微软雅黑" panose="020B0503020204020204" charset="-122"/>
            </a:endParaRPr>
          </a:p>
          <a:p>
            <a:pPr indent="0">
              <a:buFont typeface="Wingdings" panose="05000000000000000000" charset="0"/>
              <a:buNone/>
            </a:pPr>
            <a:r>
              <a:rPr lang="zh-CN" altLang="en-US" b="1">
                <a:latin typeface="微软雅黑" panose="020B0503020204020204" charset="-122"/>
                <a:ea typeface="微软雅黑" panose="020B0503020204020204" charset="-122"/>
                <a:cs typeface="微软雅黑" panose="020B0503020204020204" charset="-122"/>
              </a:rPr>
              <a:t>案例</a:t>
            </a:r>
            <a:r>
              <a:rPr lang="en-US" altLang="zh-CN" b="1">
                <a:latin typeface="微软雅黑" panose="020B0503020204020204" charset="-122"/>
                <a:ea typeface="微软雅黑" panose="020B0503020204020204" charset="-122"/>
                <a:cs typeface="微软雅黑" panose="020B0503020204020204" charset="-122"/>
              </a:rPr>
              <a:t>2</a:t>
            </a:r>
            <a:r>
              <a:rPr lang="zh-CN" altLang="en-US" b="1">
                <a:latin typeface="微软雅黑" panose="020B0503020204020204" charset="-122"/>
                <a:ea typeface="微软雅黑" panose="020B0503020204020204" charset="-122"/>
                <a:cs typeface="微软雅黑" panose="020B0503020204020204" charset="-122"/>
              </a:rPr>
              <a:t>：</a:t>
            </a:r>
            <a:endParaRPr lang="zh-CN" altLang="en-US" b="1">
              <a:latin typeface="微软雅黑" panose="020B0503020204020204" charset="-122"/>
              <a:ea typeface="微软雅黑" panose="020B0503020204020204" charset="-122"/>
              <a:cs typeface="微软雅黑" panose="020B0503020204020204" charset="-122"/>
            </a:endParaRPr>
          </a:p>
          <a:p>
            <a:pPr indent="0">
              <a:buFont typeface="Wingdings" panose="05000000000000000000" charset="0"/>
              <a:buNone/>
            </a:pPr>
            <a:r>
              <a:rPr lang="zh-CN" altLang="en-US" sz="1600">
                <a:latin typeface="微软雅黑" panose="020B0503020204020204" charset="-122"/>
                <a:ea typeface="微软雅黑" panose="020B0503020204020204" charset="-122"/>
                <a:cs typeface="微软雅黑" panose="020B0503020204020204" charset="-122"/>
              </a:rPr>
              <a:t>男性，55—60岁，海军，服役年限15年以上</a:t>
            </a:r>
            <a:endParaRPr lang="zh-CN" altLang="en-US" sz="1600">
              <a:latin typeface="微软雅黑" panose="020B0503020204020204" charset="-122"/>
              <a:ea typeface="微软雅黑" panose="020B0503020204020204" charset="-122"/>
              <a:cs typeface="微软雅黑" panose="020B0503020204020204" charset="-122"/>
            </a:endParaRPr>
          </a:p>
          <a:p>
            <a:pPr marL="285750" indent="-285750">
              <a:buFont typeface="Wingdings" panose="05000000000000000000" charset="0"/>
              <a:buChar char="Ø"/>
            </a:pPr>
            <a:r>
              <a:rPr lang="zh-CN" altLang="en-US" sz="1600">
                <a:latin typeface="微软雅黑" panose="020B0503020204020204" charset="-122"/>
                <a:ea typeface="微软雅黑" panose="020B0503020204020204" charset="-122"/>
                <a:cs typeface="微软雅黑" panose="020B0503020204020204" charset="-122"/>
              </a:rPr>
              <a:t>基础层保费：222.55 元</a:t>
            </a:r>
            <a:endParaRPr lang="en-US" altLang="zh-CN" sz="1600">
              <a:latin typeface="微软雅黑" panose="020B0503020204020204" charset="-122"/>
              <a:ea typeface="微软雅黑" panose="020B0503020204020204" charset="-122"/>
              <a:cs typeface="微软雅黑" panose="020B0503020204020204" charset="-122"/>
            </a:endParaRPr>
          </a:p>
          <a:p>
            <a:pPr marL="285750" indent="-285750">
              <a:buFont typeface="Wingdings" panose="05000000000000000000" charset="0"/>
              <a:buChar char="Ø"/>
            </a:pPr>
            <a:r>
              <a:rPr lang="zh-CN" altLang="en-US" sz="1600">
                <a:latin typeface="微软雅黑" panose="020B0503020204020204" charset="-122"/>
                <a:ea typeface="微软雅黑" panose="020B0503020204020204" charset="-122"/>
                <a:cs typeface="微软雅黑" panose="020B0503020204020204" charset="-122"/>
              </a:rPr>
              <a:t>专属层保费：370.91 元</a:t>
            </a:r>
            <a:endParaRPr lang="en-US" altLang="zh-CN" sz="1600">
              <a:latin typeface="微软雅黑" panose="020B0503020204020204" charset="-122"/>
              <a:ea typeface="微软雅黑" panose="020B0503020204020204" charset="-122"/>
              <a:cs typeface="微软雅黑" panose="020B0503020204020204" charset="-122"/>
            </a:endParaRPr>
          </a:p>
          <a:p>
            <a:pPr marL="285750" indent="-285750">
              <a:buFont typeface="Wingdings" panose="05000000000000000000" charset="0"/>
              <a:buChar char="Ø"/>
            </a:pPr>
            <a:r>
              <a:rPr lang="zh-CN" altLang="en-US" sz="1600">
                <a:latin typeface="微软雅黑" panose="020B0503020204020204" charset="-122"/>
                <a:ea typeface="微软雅黑" panose="020B0503020204020204" charset="-122"/>
                <a:cs typeface="微软雅黑" panose="020B0503020204020204" charset="-122"/>
              </a:rPr>
              <a:t>增强层保费：148.37 元</a:t>
            </a:r>
            <a:endParaRPr lang="zh-CN" altLang="en-US" sz="1600">
              <a:latin typeface="微软雅黑" panose="020B0503020204020204" charset="-122"/>
              <a:ea typeface="微软雅黑" panose="020B0503020204020204" charset="-122"/>
              <a:cs typeface="微软雅黑" panose="020B0503020204020204" charset="-122"/>
            </a:endParaRPr>
          </a:p>
          <a:p>
            <a:pPr indent="0">
              <a:buFont typeface="Wingdings" panose="05000000000000000000" charset="0"/>
              <a:buNone/>
            </a:pPr>
            <a:endParaRPr lang="zh-CN" altLang="en-US" sz="1600">
              <a:latin typeface="微软雅黑" panose="020B0503020204020204" charset="-122"/>
              <a:ea typeface="微软雅黑" panose="020B0503020204020204" charset="-122"/>
              <a:cs typeface="微软雅黑" panose="020B0503020204020204" charset="-122"/>
            </a:endParaRPr>
          </a:p>
        </p:txBody>
      </p:sp>
      <p:pic>
        <p:nvPicPr>
          <p:cNvPr id="128" name="图片 127" descr="男军人"/>
          <p:cNvPicPr>
            <a:picLocks noChangeAspect="1"/>
          </p:cNvPicPr>
          <p:nvPr/>
        </p:nvPicPr>
        <p:blipFill>
          <a:blip r:embed="rId46"/>
          <a:stretch>
            <a:fillRect/>
          </a:stretch>
        </p:blipFill>
        <p:spPr>
          <a:xfrm>
            <a:off x="10495280" y="3054350"/>
            <a:ext cx="1116965" cy="1116965"/>
          </a:xfrm>
          <a:prstGeom prst="rect">
            <a:avLst/>
          </a:prstGeom>
        </p:spPr>
      </p:pic>
    </p:spTree>
    <p:custDataLst>
      <p:tags r:id="rId47"/>
    </p:custDataLst>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 calcmode="lin" valueType="num">
                                      <p:cBhvr additive="base">
                                        <p:cTn id="7" dur="500" fill="hold"/>
                                        <p:tgtEl>
                                          <p:spTgt spid="42"/>
                                        </p:tgtEl>
                                        <p:attrNameLst>
                                          <p:attrName>ppt_x</p:attrName>
                                        </p:attrNameLst>
                                      </p:cBhvr>
                                      <p:tavLst>
                                        <p:tav tm="0">
                                          <p:val>
                                            <p:strVal val="#ppt_x"/>
                                          </p:val>
                                        </p:tav>
                                        <p:tav tm="100000">
                                          <p:val>
                                            <p:strVal val="#ppt_x"/>
                                          </p:val>
                                        </p:tav>
                                      </p:tavLst>
                                    </p:anim>
                                    <p:anim calcmode="lin" valueType="num">
                                      <p:cBhvr additive="base">
                                        <p:cTn id="8"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blinds(horizontal)">
                                      <p:cBhvr>
                                        <p:cTn id="1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2" grpId="1"/>
      <p:bldP spid="14" grpId="0" animBg="1"/>
      <p:bldP spid="14"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组合 21"/>
          <p:cNvGrpSpPr/>
          <p:nvPr/>
        </p:nvGrpSpPr>
        <p:grpSpPr>
          <a:xfrm>
            <a:off x="17781" y="-105409"/>
            <a:ext cx="13439754" cy="8833413"/>
            <a:chOff x="1" y="1"/>
            <a:chExt cx="13439754" cy="8833413"/>
          </a:xfrm>
        </p:grpSpPr>
        <p:pic>
          <p:nvPicPr>
            <p:cNvPr id="160" name="图片 159"/>
            <p:cNvPicPr>
              <a:picLocks noChangeAspect="1"/>
            </p:cNvPicPr>
            <p:nvPr/>
          </p:nvPicPr>
          <p:blipFill>
            <a:blip r:embed="rId1"/>
            <a:srcRect l="1166" t="25263"/>
            <a:stretch>
              <a:fillRect/>
            </a:stretch>
          </p:blipFill>
          <p:spPr>
            <a:xfrm>
              <a:off x="1" y="1"/>
              <a:ext cx="12174415" cy="5125479"/>
            </a:xfrm>
            <a:custGeom>
              <a:avLst/>
              <a:gdLst>
                <a:gd name="connsiteX0" fmla="*/ 0 w 12174415"/>
                <a:gd name="connsiteY0" fmla="*/ 0 h 5125479"/>
                <a:gd name="connsiteX1" fmla="*/ 12174415 w 12174415"/>
                <a:gd name="connsiteY1" fmla="*/ 0 h 5125479"/>
                <a:gd name="connsiteX2" fmla="*/ 12174415 w 12174415"/>
                <a:gd name="connsiteY2" fmla="*/ 5125479 h 5125479"/>
                <a:gd name="connsiteX3" fmla="*/ 0 w 12174415"/>
                <a:gd name="connsiteY3" fmla="*/ 5125479 h 5125479"/>
              </a:gdLst>
              <a:ahLst/>
              <a:cxnLst>
                <a:cxn ang="0">
                  <a:pos x="connsiteX0" y="connsiteY0"/>
                </a:cxn>
                <a:cxn ang="0">
                  <a:pos x="connsiteX1" y="connsiteY1"/>
                </a:cxn>
                <a:cxn ang="0">
                  <a:pos x="connsiteX2" y="connsiteY2"/>
                </a:cxn>
                <a:cxn ang="0">
                  <a:pos x="connsiteX3" y="connsiteY3"/>
                </a:cxn>
              </a:cxnLst>
              <a:rect l="l" t="t" r="r" b="b"/>
              <a:pathLst>
                <a:path w="12174415" h="5125479">
                  <a:moveTo>
                    <a:pt x="0" y="0"/>
                  </a:moveTo>
                  <a:lnTo>
                    <a:pt x="12174415" y="0"/>
                  </a:lnTo>
                  <a:lnTo>
                    <a:pt x="12174415" y="5125479"/>
                  </a:lnTo>
                  <a:lnTo>
                    <a:pt x="0" y="5125479"/>
                  </a:lnTo>
                  <a:close/>
                </a:path>
              </a:pathLst>
            </a:custGeom>
          </p:spPr>
        </p:pic>
        <p:pic>
          <p:nvPicPr>
            <p:cNvPr id="62" name="Picture 59"/>
            <p:cNvPicPr>
              <a:picLocks noChangeAspect="1"/>
            </p:cNvPicPr>
            <p:nvPr/>
          </p:nvPicPr>
          <p:blipFill>
            <a:blip r:embed="rId2">
              <a:alphaModFix amt="63000"/>
            </a:blip>
            <a:stretch>
              <a:fillRect/>
            </a:stretch>
          </p:blipFill>
          <p:spPr>
            <a:xfrm>
              <a:off x="2588845" y="3586999"/>
              <a:ext cx="10850910" cy="5246415"/>
            </a:xfrm>
            <a:prstGeom prst="rect">
              <a:avLst/>
            </a:prstGeom>
          </p:spPr>
        </p:pic>
      </p:grpSp>
      <p:grpSp>
        <p:nvGrpSpPr>
          <p:cNvPr id="4" name="组合 3"/>
          <p:cNvGrpSpPr/>
          <p:nvPr/>
        </p:nvGrpSpPr>
        <p:grpSpPr>
          <a:xfrm>
            <a:off x="-801446" y="0"/>
            <a:ext cx="13073260" cy="902312"/>
            <a:chOff x="-801446" y="0"/>
            <a:chExt cx="13073260" cy="902312"/>
          </a:xfrm>
        </p:grpSpPr>
        <p:sp>
          <p:nvSpPr>
            <p:cNvPr id="8" name="PA-任意多边形 900"/>
            <p:cNvSpPr/>
            <p:nvPr>
              <p:custDataLst>
                <p:tags r:id="rId3"/>
              </p:custDataLst>
            </p:nvPr>
          </p:nvSpPr>
          <p:spPr>
            <a:xfrm flipV="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91000">
                  <a:schemeClr val="accent2">
                    <a:lumMod val="75000"/>
                  </a:schemeClr>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9" name="PA-任意多边形 46"/>
            <p:cNvSpPr/>
            <p:nvPr>
              <p:custDataLst>
                <p:tags r:id="rId4"/>
              </p:custDataLst>
            </p:nvPr>
          </p:nvSpPr>
          <p:spPr>
            <a:xfrm>
              <a:off x="17585" y="140988"/>
              <a:ext cx="10477775" cy="713837"/>
            </a:xfrm>
            <a:custGeom>
              <a:avLst/>
              <a:gdLst>
                <a:gd name="connsiteX0" fmla="*/ 0 w 10477775"/>
                <a:gd name="connsiteY0" fmla="*/ 0 h 713837"/>
                <a:gd name="connsiteX1" fmla="*/ 9872819 w 10477775"/>
                <a:gd name="connsiteY1" fmla="*/ 0 h 713837"/>
                <a:gd name="connsiteX2" fmla="*/ 10477775 w 10477775"/>
                <a:gd name="connsiteY2" fmla="*/ 713837 h 713837"/>
                <a:gd name="connsiteX3" fmla="*/ 0 w 10477775"/>
                <a:gd name="connsiteY3" fmla="*/ 713837 h 713837"/>
                <a:gd name="connsiteX4" fmla="*/ 0 w 10477775"/>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775" h="713837">
                  <a:moveTo>
                    <a:pt x="0" y="0"/>
                  </a:moveTo>
                  <a:lnTo>
                    <a:pt x="9872819" y="0"/>
                  </a:lnTo>
                  <a:lnTo>
                    <a:pt x="10477775" y="713837"/>
                  </a:lnTo>
                  <a:lnTo>
                    <a:pt x="0" y="713837"/>
                  </a:lnTo>
                  <a:lnTo>
                    <a:pt x="0" y="0"/>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1" name="PA-任意多边形 50"/>
            <p:cNvSpPr/>
            <p:nvPr>
              <p:custDataLst>
                <p:tags r:id="rId5"/>
              </p:custDataLst>
            </p:nvPr>
          </p:nvSpPr>
          <p:spPr>
            <a:xfrm>
              <a:off x="79814" y="136543"/>
              <a:ext cx="12192000" cy="713837"/>
            </a:xfrm>
            <a:custGeom>
              <a:avLst/>
              <a:gdLst>
                <a:gd name="connsiteX0" fmla="*/ 0 w 12192000"/>
                <a:gd name="connsiteY0" fmla="*/ 0 h 713837"/>
                <a:gd name="connsiteX1" fmla="*/ 12192000 w 12192000"/>
                <a:gd name="connsiteY1" fmla="*/ 0 h 713837"/>
                <a:gd name="connsiteX2" fmla="*/ 12192000 w 12192000"/>
                <a:gd name="connsiteY2" fmla="*/ 713837 h 713837"/>
                <a:gd name="connsiteX3" fmla="*/ 0 w 12192000"/>
                <a:gd name="connsiteY3" fmla="*/ 713837 h 713837"/>
              </a:gdLst>
              <a:ahLst/>
              <a:cxnLst>
                <a:cxn ang="0">
                  <a:pos x="connsiteX0" y="connsiteY0"/>
                </a:cxn>
                <a:cxn ang="0">
                  <a:pos x="connsiteX1" y="connsiteY1"/>
                </a:cxn>
                <a:cxn ang="0">
                  <a:pos x="connsiteX2" y="connsiteY2"/>
                </a:cxn>
                <a:cxn ang="0">
                  <a:pos x="connsiteX3" y="connsiteY3"/>
                </a:cxn>
              </a:cxnLst>
              <a:rect l="l" t="t" r="r" b="b"/>
              <a:pathLst>
                <a:path w="12192000" h="713837">
                  <a:moveTo>
                    <a:pt x="0" y="0"/>
                  </a:moveTo>
                  <a:lnTo>
                    <a:pt x="12192000" y="0"/>
                  </a:lnTo>
                  <a:lnTo>
                    <a:pt x="12192000" y="713837"/>
                  </a:lnTo>
                  <a:lnTo>
                    <a:pt x="0" y="713837"/>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mn-cs"/>
              </a:endParaRPr>
            </a:p>
          </p:txBody>
        </p:sp>
        <p:sp>
          <p:nvSpPr>
            <p:cNvPr id="13" name="PA-任意多边形 6"/>
            <p:cNvSpPr/>
            <p:nvPr>
              <p:custDataLst>
                <p:tags r:id="rId6"/>
              </p:custDataLst>
            </p:nvPr>
          </p:nvSpPr>
          <p:spPr>
            <a:xfrm>
              <a:off x="-52754" y="850261"/>
              <a:ext cx="12262339" cy="52051"/>
            </a:xfrm>
            <a:custGeom>
              <a:avLst/>
              <a:gdLst>
                <a:gd name="connsiteX0" fmla="*/ 0 w 4366736"/>
                <a:gd name="connsiteY0" fmla="*/ 0 h 64293"/>
                <a:gd name="connsiteX1" fmla="*/ 4366737 w 4366736"/>
                <a:gd name="connsiteY1" fmla="*/ 0 h 64293"/>
                <a:gd name="connsiteX2" fmla="*/ 4366737 w 4366736"/>
                <a:gd name="connsiteY2" fmla="*/ 64294 h 64293"/>
                <a:gd name="connsiteX3" fmla="*/ 0 w 4366736"/>
                <a:gd name="connsiteY3" fmla="*/ 64294 h 64293"/>
              </a:gdLst>
              <a:ahLst/>
              <a:cxnLst>
                <a:cxn ang="0">
                  <a:pos x="connsiteX0" y="connsiteY0"/>
                </a:cxn>
                <a:cxn ang="0">
                  <a:pos x="connsiteX1" y="connsiteY1"/>
                </a:cxn>
                <a:cxn ang="0">
                  <a:pos x="connsiteX2" y="connsiteY2"/>
                </a:cxn>
                <a:cxn ang="0">
                  <a:pos x="connsiteX3" y="connsiteY3"/>
                </a:cxn>
              </a:cxnLst>
              <a:rect l="l" t="t" r="r" b="b"/>
              <a:pathLst>
                <a:path w="4366736" h="64293">
                  <a:moveTo>
                    <a:pt x="0" y="0"/>
                  </a:moveTo>
                  <a:lnTo>
                    <a:pt x="4366737" y="0"/>
                  </a:lnTo>
                  <a:lnTo>
                    <a:pt x="4366737" y="64294"/>
                  </a:lnTo>
                  <a:lnTo>
                    <a:pt x="0" y="64294"/>
                  </a:lnTo>
                  <a:close/>
                </a:path>
              </a:pathLst>
            </a:custGeom>
            <a:gradFill flip="none" rotWithShape="1">
              <a:gsLst>
                <a:gs pos="100000">
                  <a:schemeClr val="accent1"/>
                </a:gs>
                <a:gs pos="12000">
                  <a:schemeClr val="accent1">
                    <a:lumMod val="20000"/>
                    <a:lumOff val="80000"/>
                  </a:schemeClr>
                </a:gs>
              </a:gsLst>
              <a:lin ang="0" scaled="0"/>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4" name="PA-任意多边形 899"/>
            <p:cNvSpPr/>
            <p:nvPr>
              <p:custDataLst>
                <p:tags r:id="rId7"/>
              </p:custDataLst>
            </p:nvPr>
          </p:nvSpPr>
          <p:spPr>
            <a:xfrm flipH="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55000">
                  <a:schemeClr val="accent1"/>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cxnSp>
          <p:nvCxnSpPr>
            <p:cNvPr id="15" name="PA-直接连接符 18"/>
            <p:cNvCxnSpPr/>
            <p:nvPr>
              <p:custDataLst>
                <p:tags r:id="rId8"/>
              </p:custDataLst>
            </p:nvPr>
          </p:nvCxnSpPr>
          <p:spPr>
            <a:xfrm flipH="1">
              <a:off x="5253886"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16" name="PA-图形 7"/>
            <p:cNvSpPr/>
            <p:nvPr>
              <p:custDataLst>
                <p:tags r:id="rId9"/>
              </p:custDataLst>
            </p:nvPr>
          </p:nvSpPr>
          <p:spPr>
            <a:xfrm>
              <a:off x="273980" y="148474"/>
              <a:ext cx="555983" cy="416889"/>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0">
                  <a:schemeClr val="bg1"/>
                </a:gs>
                <a:gs pos="87000">
                  <a:schemeClr val="accent1">
                    <a:lumMod val="20000"/>
                    <a:lumOff val="80000"/>
                  </a:schemeClr>
                </a:gs>
              </a:gsLst>
              <a:lin ang="2700000" scaled="0"/>
            </a:gradFill>
            <a:ln w="36909" cap="flat">
              <a:noFill/>
              <a:prstDash val="solid"/>
              <a:miter/>
            </a:ln>
            <a:effectLst>
              <a:outerShdw blurRad="50800" dist="38100" dir="5400000" algn="t" rotWithShape="0">
                <a:schemeClr val="accent1">
                  <a:alpha val="30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pic>
        <p:nvPicPr>
          <p:cNvPr id="2" name="Picture 153"/>
          <p:cNvPicPr>
            <a:picLocks noChangeAspect="1"/>
          </p:cNvPicPr>
          <p:nvPr/>
        </p:nvPicPr>
        <p:blipFill>
          <a:blip r:embed="rId10"/>
          <a:stretch>
            <a:fillRect/>
          </a:stretch>
        </p:blipFill>
        <p:spPr>
          <a:xfrm>
            <a:off x="2454790" y="4630723"/>
            <a:ext cx="9936302" cy="2256048"/>
          </a:xfrm>
          <a:prstGeom prst="rect">
            <a:avLst/>
          </a:prstGeom>
        </p:spPr>
      </p:pic>
      <p:pic>
        <p:nvPicPr>
          <p:cNvPr id="10" name="Picture 153"/>
          <p:cNvPicPr>
            <a:picLocks noChangeAspect="1"/>
          </p:cNvPicPr>
          <p:nvPr/>
        </p:nvPicPr>
        <p:blipFill>
          <a:blip r:embed="rId10"/>
          <a:stretch>
            <a:fillRect/>
          </a:stretch>
        </p:blipFill>
        <p:spPr>
          <a:xfrm flipH="1">
            <a:off x="-59794" y="4630450"/>
            <a:ext cx="9936302" cy="2256048"/>
          </a:xfrm>
          <a:prstGeom prst="rect">
            <a:avLst/>
          </a:prstGeom>
        </p:spPr>
      </p:pic>
      <p:sp>
        <p:nvSpPr>
          <p:cNvPr id="17" name="PA-文本框 24"/>
          <p:cNvSpPr txBox="1"/>
          <p:nvPr>
            <p:custDataLst>
              <p:tags r:id="rId11"/>
            </p:custDataLst>
          </p:nvPr>
        </p:nvSpPr>
        <p:spPr>
          <a:xfrm>
            <a:off x="1600150" y="236296"/>
            <a:ext cx="1605280" cy="521970"/>
          </a:xfrm>
          <a:prstGeom prst="rect">
            <a:avLst/>
          </a:prstGeom>
          <a:noFill/>
        </p:spPr>
        <p:txBody>
          <a:bodyPr wrap="none">
            <a:spAutoFit/>
          </a:bodyPr>
          <a:lstStyle>
            <a:defPPr>
              <a:defRPr lang="zh-CN"/>
            </a:defPPr>
            <a:lvl1pPr>
              <a:defRPr sz="2400" b="1">
                <a:gradFill>
                  <a:gsLst>
                    <a:gs pos="100000">
                      <a:schemeClr val="accent1">
                        <a:lumMod val="50000"/>
                      </a:schemeClr>
                    </a:gs>
                    <a:gs pos="17000">
                      <a:schemeClr val="accent1">
                        <a:lumMod val="50000"/>
                      </a:schemeClr>
                    </a:gs>
                  </a:gsLst>
                  <a:path path="circle">
                    <a:fillToRect r="100000" b="100000"/>
                  </a:path>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gradFill>
                  <a:gsLst>
                    <a:gs pos="100000">
                      <a:srgbClr val="206252">
                        <a:lumMod val="50000"/>
                      </a:srgbClr>
                    </a:gs>
                    <a:gs pos="17000">
                      <a:srgbClr val="206252">
                        <a:lumMod val="75000"/>
                      </a:srgbClr>
                    </a:gs>
                  </a:gsLst>
                  <a:path path="circle">
                    <a:fillToRect r="100000" b="100000"/>
                  </a:path>
                </a:gradFill>
                <a:effectLst/>
                <a:uLnTx/>
                <a:uFillTx/>
                <a:latin typeface="微软雅黑" panose="020B0503020204020204" charset="-122"/>
                <a:ea typeface="微软雅黑" panose="020B0503020204020204" charset="-122"/>
                <a:cs typeface="+mn-cs"/>
                <a:sym typeface="阿里妈妈数黑体" pitchFamily="2" charset="-122"/>
              </a:rPr>
              <a:t>产品设计</a:t>
            </a:r>
            <a:endParaRPr kumimoji="0" lang="zh-CN" altLang="en-US" sz="2800" b="1" i="0" u="none" strike="noStrike" kern="1200" cap="none" spc="0" normalizeH="0" baseline="0" noProof="0" dirty="0">
              <a:ln>
                <a:noFill/>
              </a:ln>
              <a:gradFill>
                <a:gsLst>
                  <a:gs pos="100000">
                    <a:srgbClr val="206252">
                      <a:lumMod val="50000"/>
                    </a:srgbClr>
                  </a:gs>
                  <a:gs pos="17000">
                    <a:srgbClr val="206252">
                      <a:lumMod val="75000"/>
                    </a:srgbClr>
                  </a:gs>
                </a:gsLst>
                <a:path path="circle">
                  <a:fillToRect r="100000" b="100000"/>
                </a:path>
              </a:gradFill>
              <a:effectLst/>
              <a:uLnTx/>
              <a:uFillTx/>
              <a:latin typeface="微软雅黑" panose="020B0503020204020204" charset="-122"/>
              <a:ea typeface="微软雅黑" panose="020B0503020204020204" charset="-122"/>
              <a:cs typeface="+mn-cs"/>
              <a:sym typeface="阿里妈妈数黑体" pitchFamily="2" charset="-122"/>
            </a:endParaRPr>
          </a:p>
        </p:txBody>
      </p:sp>
      <p:sp>
        <p:nvSpPr>
          <p:cNvPr id="18" name="矩形 17"/>
          <p:cNvSpPr/>
          <p:nvPr/>
        </p:nvSpPr>
        <p:spPr>
          <a:xfrm>
            <a:off x="3629660" y="298450"/>
            <a:ext cx="2100580" cy="522605"/>
          </a:xfrm>
          <a:prstGeom prst="rect">
            <a:avLst/>
          </a:prstGeom>
          <a:noFill/>
          <a:ln>
            <a:noFill/>
          </a:ln>
        </p:spPr>
        <p:txBody>
          <a:bodyPr wrap="square" rtlCol="0" anchor="t">
            <a:noAutofit/>
          </a:bodyPr>
          <a:lstStyle/>
          <a:p>
            <a:pPr algn="ctr"/>
            <a:r>
              <a:rPr lang="zh-CN" altLang="en-US" dirty="0">
                <a:solidFill>
                  <a:schemeClr val="tx1"/>
                </a:solidFill>
                <a:effectLst/>
                <a:latin typeface="微软雅黑" panose="020B0503020204020204" charset="-122"/>
                <a:ea typeface="微软雅黑" panose="020B0503020204020204" charset="-122"/>
              </a:rPr>
              <a:t>研究背景</a:t>
            </a:r>
            <a:endParaRPr lang="zh-CN" altLang="en-US" dirty="0">
              <a:solidFill>
                <a:schemeClr val="tx1"/>
              </a:solidFill>
              <a:effectLst/>
              <a:latin typeface="微软雅黑" panose="020B0503020204020204" charset="-122"/>
              <a:ea typeface="微软雅黑" panose="020B0503020204020204" charset="-122"/>
            </a:endParaRPr>
          </a:p>
        </p:txBody>
      </p:sp>
      <p:sp>
        <p:nvSpPr>
          <p:cNvPr id="19" name="PA-文本框 26"/>
          <p:cNvSpPr txBox="1"/>
          <p:nvPr>
            <p:custDataLst>
              <p:tags r:id="rId12"/>
            </p:custDataLst>
          </p:nvPr>
        </p:nvSpPr>
        <p:spPr>
          <a:xfrm>
            <a:off x="5410470" y="313956"/>
            <a:ext cx="10972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阿里妈妈数黑体" pitchFamily="2" charset="-122"/>
              </a:rPr>
              <a:t>前期调研</a:t>
            </a:r>
            <a:endParaRPr kumimoji="0" lang="zh-CN" altLang="en-US" sz="1800" b="1"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阿里妈妈数黑体" pitchFamily="2" charset="-122"/>
            </a:endParaRPr>
          </a:p>
        </p:txBody>
      </p:sp>
      <p:sp>
        <p:nvSpPr>
          <p:cNvPr id="49" name="文本框 48"/>
          <p:cNvSpPr txBox="1"/>
          <p:nvPr/>
        </p:nvSpPr>
        <p:spPr>
          <a:xfrm>
            <a:off x="9410065" y="2512060"/>
            <a:ext cx="2778125" cy="3277870"/>
          </a:xfrm>
          <a:prstGeom prst="rect">
            <a:avLst/>
          </a:prstGeom>
          <a:blipFill>
            <a:blip r:embed="rId13"/>
            <a:tile tx="0" ty="0" sx="100000" sy="100000" flip="none" algn="tl"/>
          </a:blipFill>
          <a:effectLst>
            <a:outerShdw blurRad="50800" dist="38100" dir="2700000" algn="tl" rotWithShape="0">
              <a:prstClr val="black">
                <a:alpha val="40000"/>
              </a:prstClr>
            </a:outerShdw>
          </a:effectLst>
        </p:spPr>
        <p:txBody>
          <a:bodyPr wrap="square" rtlCol="0">
            <a:noAutofit/>
          </a:bodyPr>
          <a:lstStyle/>
          <a:p>
            <a:r>
              <a:rPr lang="en-US" altLang="zh-CN" b="1">
                <a:latin typeface="微软雅黑" panose="020B0503020204020204" charset="-122"/>
                <a:ea typeface="微软雅黑" panose="020B0503020204020204" charset="-122"/>
                <a:cs typeface="微软雅黑" panose="020B0503020204020204" charset="-122"/>
                <a:sym typeface="+mn-ea"/>
              </a:rPr>
              <a:t>     </a:t>
            </a:r>
            <a:r>
              <a:rPr lang="zh-CN" altLang="en-US" b="1">
                <a:latin typeface="微软雅黑" panose="020B0503020204020204" charset="-122"/>
                <a:ea typeface="微软雅黑" panose="020B0503020204020204" charset="-122"/>
                <a:cs typeface="微软雅黑" panose="020B0503020204020204" charset="-122"/>
                <a:sym typeface="+mn-ea"/>
              </a:rPr>
              <a:t>叠加基础层、增强层、专属层三层</a:t>
            </a:r>
            <a:endParaRPr lang="zh-CN" altLang="en-US" b="1">
              <a:latin typeface="微软雅黑" panose="020B0503020204020204" charset="-122"/>
              <a:ea typeface="微软雅黑" panose="020B0503020204020204" charset="-122"/>
              <a:cs typeface="微软雅黑" panose="020B0503020204020204" charset="-122"/>
            </a:endParaRPr>
          </a:p>
          <a:p>
            <a:r>
              <a:rPr lang="en-US" altLang="zh-CN" b="1">
                <a:latin typeface="微软雅黑" panose="020B0503020204020204" charset="-122"/>
                <a:ea typeface="微软雅黑" panose="020B0503020204020204" charset="-122"/>
                <a:cs typeface="微软雅黑" panose="020B0503020204020204" charset="-122"/>
                <a:sym typeface="+mn-ea"/>
              </a:rPr>
              <a:t>60</a:t>
            </a:r>
            <a:r>
              <a:rPr lang="zh-CN" altLang="en-US" b="1">
                <a:latin typeface="微软雅黑" panose="020B0503020204020204" charset="-122"/>
                <a:ea typeface="微软雅黑" panose="020B0503020204020204" charset="-122"/>
                <a:cs typeface="微软雅黑" panose="020B0503020204020204" charset="-122"/>
                <a:sym typeface="+mn-ea"/>
              </a:rPr>
              <a:t>岁男性保费：</a:t>
            </a:r>
            <a:endParaRPr lang="zh-CN" altLang="en-US" b="1">
              <a:latin typeface="微软雅黑" panose="020B0503020204020204" charset="-122"/>
              <a:ea typeface="微软雅黑" panose="020B0503020204020204" charset="-122"/>
              <a:cs typeface="微软雅黑" panose="020B0503020204020204" charset="-122"/>
              <a:sym typeface="+mn-ea"/>
            </a:endParaRPr>
          </a:p>
          <a:p>
            <a:pPr algn="ctr"/>
            <a:r>
              <a:rPr lang="en-US" altLang="zh-CN" b="1">
                <a:solidFill>
                  <a:schemeClr val="tx2">
                    <a:lumMod val="25000"/>
                  </a:schemeClr>
                </a:solidFill>
                <a:latin typeface="微软雅黑" panose="020B0503020204020204" charset="-122"/>
                <a:ea typeface="微软雅黑" panose="020B0503020204020204" charset="-122"/>
                <a:cs typeface="微软雅黑" panose="020B0503020204020204" charset="-122"/>
                <a:sym typeface="+mn-ea"/>
              </a:rPr>
              <a:t>506</a:t>
            </a:r>
            <a:r>
              <a:rPr lang="zh-CN" altLang="en-US" b="1">
                <a:solidFill>
                  <a:schemeClr val="tx2">
                    <a:lumMod val="25000"/>
                  </a:schemeClr>
                </a:solidFill>
                <a:latin typeface="微软雅黑" panose="020B0503020204020204" charset="-122"/>
                <a:ea typeface="微软雅黑" panose="020B0503020204020204" charset="-122"/>
                <a:cs typeface="微软雅黑" panose="020B0503020204020204" charset="-122"/>
                <a:sym typeface="+mn-ea"/>
              </a:rPr>
              <a:t>元</a:t>
            </a:r>
            <a:r>
              <a:rPr lang="en-US" altLang="zh-CN" b="1">
                <a:solidFill>
                  <a:schemeClr val="tx2">
                    <a:lumMod val="25000"/>
                  </a:schemeClr>
                </a:solidFill>
                <a:latin typeface="微软雅黑" panose="020B0503020204020204" charset="-122"/>
                <a:ea typeface="微软雅黑" panose="020B0503020204020204" charset="-122"/>
                <a:cs typeface="微软雅黑" panose="020B0503020204020204" charset="-122"/>
                <a:sym typeface="+mn-ea"/>
              </a:rPr>
              <a:t>/</a:t>
            </a:r>
            <a:r>
              <a:rPr lang="zh-CN" altLang="en-US" b="1">
                <a:solidFill>
                  <a:schemeClr val="tx2">
                    <a:lumMod val="25000"/>
                  </a:schemeClr>
                </a:solidFill>
                <a:latin typeface="微软雅黑" panose="020B0503020204020204" charset="-122"/>
                <a:ea typeface="微软雅黑" panose="020B0503020204020204" charset="-122"/>
                <a:cs typeface="微软雅黑" panose="020B0503020204020204" charset="-122"/>
                <a:sym typeface="+mn-ea"/>
              </a:rPr>
              <a:t>年</a:t>
            </a:r>
            <a:endParaRPr lang="zh-CN" altLang="en-US" b="1">
              <a:solidFill>
                <a:schemeClr val="tx2">
                  <a:lumMod val="25000"/>
                </a:schemeClr>
              </a:solidFill>
              <a:latin typeface="微软雅黑" panose="020B0503020204020204" charset="-122"/>
              <a:ea typeface="微软雅黑" panose="020B0503020204020204" charset="-122"/>
              <a:cs typeface="微软雅黑" panose="020B0503020204020204" charset="-122"/>
            </a:endParaRPr>
          </a:p>
          <a:p>
            <a:r>
              <a:rPr lang="en-US" altLang="zh-CN" b="1">
                <a:gradFill>
                  <a:gsLst>
                    <a:gs pos="51300">
                      <a:srgbClr val="FE5F4A"/>
                    </a:gs>
                    <a:gs pos="0">
                      <a:srgbClr val="DF0303"/>
                    </a:gs>
                    <a:gs pos="100000">
                      <a:srgbClr val="FEA06E"/>
                    </a:gs>
                  </a:gsLst>
                  <a:lin ang="5400000" scaled="1"/>
                </a:gradFill>
                <a:latin typeface="微软雅黑" panose="020B0503020204020204" charset="-122"/>
                <a:ea typeface="微软雅黑" panose="020B0503020204020204" charset="-122"/>
                <a:cs typeface="微软雅黑" panose="020B0503020204020204" charset="-122"/>
                <a:sym typeface="+mn-ea"/>
              </a:rPr>
              <a:t>    </a:t>
            </a:r>
            <a:r>
              <a:rPr lang="en-US" altLang="zh-CN" b="1">
                <a:gradFill>
                  <a:gsLst>
                    <a:gs pos="0">
                      <a:srgbClr val="FFDA32"/>
                    </a:gs>
                    <a:gs pos="100000">
                      <a:srgbClr val="EA2768"/>
                    </a:gs>
                  </a:gsLst>
                  <a:path path="circle">
                    <a:fillToRect r="100000" b="100000"/>
                  </a:path>
                  <a:tileRect l="-100000" t="-100000"/>
                </a:gradFill>
                <a:latin typeface="微软雅黑" panose="020B0503020204020204" charset="-122"/>
                <a:ea typeface="微软雅黑" panose="020B0503020204020204" charset="-122"/>
                <a:cs typeface="微软雅黑" panose="020B0503020204020204" charset="-122"/>
                <a:sym typeface="+mn-ea"/>
              </a:rPr>
              <a:t>      </a:t>
            </a:r>
            <a:r>
              <a:rPr lang="en-US" altLang="zh-CN" sz="2000" b="1">
                <a:gradFill>
                  <a:gsLst>
                    <a:gs pos="0">
                      <a:srgbClr val="FFDA32"/>
                    </a:gs>
                    <a:gs pos="100000">
                      <a:srgbClr val="EA2768"/>
                    </a:gs>
                  </a:gsLst>
                  <a:path path="circle">
                    <a:fillToRect r="100000" b="100000"/>
                  </a:path>
                  <a:tileRect l="-100000" t="-100000"/>
                </a:gradFill>
                <a:latin typeface="微软雅黑" panose="020B0503020204020204" charset="-122"/>
                <a:ea typeface="微软雅黑" panose="020B0503020204020204" charset="-122"/>
                <a:cs typeface="微软雅黑" panose="020B0503020204020204" charset="-122"/>
                <a:sym typeface="+mn-ea"/>
              </a:rPr>
              <a:t>  VS</a:t>
            </a:r>
            <a:endParaRPr lang="zh-CN" altLang="en-US" b="1">
              <a:gradFill>
                <a:gsLst>
                  <a:gs pos="51300">
                    <a:srgbClr val="FE5F4A"/>
                  </a:gs>
                  <a:gs pos="0">
                    <a:srgbClr val="DF0303"/>
                  </a:gs>
                  <a:gs pos="100000">
                    <a:srgbClr val="FEA06E"/>
                  </a:gs>
                </a:gsLst>
                <a:lin ang="5400000" scaled="1"/>
              </a:gradFill>
              <a:latin typeface="微软雅黑" panose="020B0503020204020204" charset="-122"/>
              <a:ea typeface="微软雅黑" panose="020B0503020204020204" charset="-122"/>
              <a:cs typeface="微软雅黑" panose="020B0503020204020204" charset="-122"/>
            </a:endParaRPr>
          </a:p>
          <a:p>
            <a:endParaRPr lang="zh-CN" altLang="en-US" b="1">
              <a:latin typeface="微软雅黑" panose="020B0503020204020204" charset="-122"/>
              <a:ea typeface="微软雅黑" panose="020B0503020204020204" charset="-122"/>
              <a:cs typeface="微软雅黑" panose="020B0503020204020204" charset="-122"/>
            </a:endParaRPr>
          </a:p>
          <a:p>
            <a:r>
              <a:rPr lang="zh-CN" altLang="en-US" b="1">
                <a:latin typeface="微软雅黑" panose="020B0503020204020204" charset="-122"/>
                <a:ea typeface="微软雅黑" panose="020B0503020204020204" charset="-122"/>
                <a:cs typeface="微软雅黑" panose="020B0503020204020204" charset="-122"/>
                <a:sym typeface="+mn-ea"/>
              </a:rPr>
              <a:t>老年人商业医疗保险如平安</a:t>
            </a:r>
            <a:r>
              <a:rPr lang="en-US" altLang="zh-CN" b="1">
                <a:latin typeface="微软雅黑" panose="020B0503020204020204" charset="-122"/>
                <a:ea typeface="微软雅黑" panose="020B0503020204020204" charset="-122"/>
                <a:cs typeface="微软雅黑" panose="020B0503020204020204" charset="-122"/>
                <a:sym typeface="+mn-ea"/>
              </a:rPr>
              <a:t>e</a:t>
            </a:r>
            <a:r>
              <a:rPr lang="zh-CN" altLang="en-US" b="1">
                <a:latin typeface="微软雅黑" panose="020B0503020204020204" charset="-122"/>
                <a:ea typeface="微软雅黑" panose="020B0503020204020204" charset="-122"/>
                <a:cs typeface="微软雅黑" panose="020B0503020204020204" charset="-122"/>
                <a:sym typeface="+mn-ea"/>
              </a:rPr>
              <a:t>生保（百万医疗险）</a:t>
            </a:r>
            <a:endParaRPr lang="zh-CN" altLang="en-US" b="1">
              <a:latin typeface="微软雅黑" panose="020B0503020204020204" charset="-122"/>
              <a:ea typeface="微软雅黑" panose="020B0503020204020204" charset="-122"/>
              <a:cs typeface="微软雅黑" panose="020B0503020204020204" charset="-122"/>
            </a:endParaRPr>
          </a:p>
          <a:p>
            <a:pPr algn="ctr"/>
            <a:r>
              <a:rPr lang="en-US" altLang="zh-CN" b="1">
                <a:latin typeface="微软雅黑" panose="020B0503020204020204" charset="-122"/>
                <a:ea typeface="微软雅黑" panose="020B0503020204020204" charset="-122"/>
                <a:cs typeface="微软雅黑" panose="020B0503020204020204" charset="-122"/>
                <a:sym typeface="+mn-ea"/>
              </a:rPr>
              <a:t>60</a:t>
            </a:r>
            <a:r>
              <a:rPr lang="zh-CN" altLang="en-US" b="1">
                <a:latin typeface="微软雅黑" panose="020B0503020204020204" charset="-122"/>
                <a:ea typeface="微软雅黑" panose="020B0503020204020204" charset="-122"/>
                <a:cs typeface="微软雅黑" panose="020B0503020204020204" charset="-122"/>
                <a:sym typeface="+mn-ea"/>
              </a:rPr>
              <a:t>岁的男性保费约：</a:t>
            </a:r>
            <a:r>
              <a:rPr lang="en-US" altLang="zh-CN" b="1">
                <a:latin typeface="微软雅黑" panose="020B0503020204020204" charset="-122"/>
                <a:ea typeface="微软雅黑" panose="020B0503020204020204" charset="-122"/>
                <a:cs typeface="微软雅黑" panose="020B0503020204020204" charset="-122"/>
                <a:sym typeface="+mn-ea"/>
              </a:rPr>
              <a:t> </a:t>
            </a:r>
            <a:r>
              <a:rPr lang="en-US" altLang="zh-CN" b="1">
                <a:solidFill>
                  <a:schemeClr val="tx2">
                    <a:lumMod val="25000"/>
                  </a:schemeClr>
                </a:solidFill>
                <a:latin typeface="微软雅黑" panose="020B0503020204020204" charset="-122"/>
                <a:ea typeface="微软雅黑" panose="020B0503020204020204" charset="-122"/>
                <a:cs typeface="微软雅黑" panose="020B0503020204020204" charset="-122"/>
                <a:sym typeface="+mn-ea"/>
              </a:rPr>
              <a:t>2800 /</a:t>
            </a:r>
            <a:r>
              <a:rPr lang="zh-CN" altLang="en-US" b="1">
                <a:solidFill>
                  <a:schemeClr val="tx2">
                    <a:lumMod val="25000"/>
                  </a:schemeClr>
                </a:solidFill>
                <a:latin typeface="微软雅黑" panose="020B0503020204020204" charset="-122"/>
                <a:ea typeface="微软雅黑" panose="020B0503020204020204" charset="-122"/>
                <a:cs typeface="微软雅黑" panose="020B0503020204020204" charset="-122"/>
                <a:sym typeface="+mn-ea"/>
              </a:rPr>
              <a:t>年</a:t>
            </a:r>
            <a:endParaRPr lang="zh-CN" altLang="en-US">
              <a:latin typeface="微软雅黑" panose="020B0503020204020204" charset="-122"/>
              <a:ea typeface="微软雅黑" panose="020B0503020204020204" charset="-122"/>
              <a:cs typeface="微软雅黑" panose="020B0503020204020204" charset="-122"/>
            </a:endParaRPr>
          </a:p>
        </p:txBody>
      </p:sp>
      <p:sp>
        <p:nvSpPr>
          <p:cNvPr id="20" name="PA-文本框 26"/>
          <p:cNvSpPr txBox="1"/>
          <p:nvPr>
            <p:custDataLst>
              <p:tags r:id="rId14"/>
            </p:custDataLst>
          </p:nvPr>
        </p:nvSpPr>
        <p:spPr>
          <a:xfrm>
            <a:off x="6507233" y="328996"/>
            <a:ext cx="17830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noProof="0" dirty="0">
                <a:ln>
                  <a:noFill/>
                </a:ln>
                <a:solidFill>
                  <a:srgbClr val="206252">
                    <a:lumMod val="50000"/>
                  </a:srgbClr>
                </a:solidFill>
                <a:effectLst/>
                <a:uLnTx/>
                <a:uFillTx/>
                <a:latin typeface="微软雅黑" panose="020B0503020204020204" charset="-122"/>
                <a:ea typeface="微软雅黑" panose="020B0503020204020204" charset="-122"/>
                <a:sym typeface="OPPOSans M" panose="00020600040101010101" pitchFamily="18" charset="-122"/>
              </a:rPr>
              <a:t>调查设计与实施</a:t>
            </a:r>
            <a:endParaRPr kumimoji="0" lang="zh-CN" altLang="en-US" sz="180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sp>
        <p:nvSpPr>
          <p:cNvPr id="23" name="文本框 22"/>
          <p:cNvSpPr txBox="1"/>
          <p:nvPr/>
        </p:nvSpPr>
        <p:spPr>
          <a:xfrm>
            <a:off x="9709150" y="298450"/>
            <a:ext cx="1109980" cy="368300"/>
          </a:xfrm>
          <a:prstGeom prst="rect">
            <a:avLst/>
          </a:prstGeom>
          <a:noFill/>
        </p:spPr>
        <p:txBody>
          <a:bodyPr wrap="square" rtlCol="0">
            <a:spAutoFit/>
          </a:bodyPr>
          <a:lstStyle/>
          <a:p>
            <a:r>
              <a:rPr lang="zh-CN" altLang="en-US" b="1" noProof="0" dirty="0">
                <a:ln>
                  <a:noFill/>
                </a:ln>
                <a:solidFill>
                  <a:srgbClr val="33692B"/>
                </a:solidFill>
                <a:effectLst/>
                <a:uLnTx/>
                <a:uFillTx/>
                <a:latin typeface="微软雅黑" panose="020B0503020204020204" charset="-122"/>
                <a:ea typeface="微软雅黑" panose="020B0503020204020204" charset="-122"/>
              </a:rPr>
              <a:t>产品设计</a:t>
            </a:r>
            <a:endParaRPr lang="zh-CN" altLang="en-US" b="1" noProof="0" dirty="0">
              <a:ln>
                <a:noFill/>
              </a:ln>
              <a:solidFill>
                <a:srgbClr val="33692B"/>
              </a:solidFill>
              <a:effectLst/>
              <a:uLnTx/>
              <a:uFillTx/>
              <a:latin typeface="微软雅黑" panose="020B0503020204020204" charset="-122"/>
              <a:ea typeface="微软雅黑" panose="020B0503020204020204" charset="-122"/>
            </a:endParaRPr>
          </a:p>
        </p:txBody>
      </p:sp>
      <p:sp>
        <p:nvSpPr>
          <p:cNvPr id="24" name="文本框 23"/>
          <p:cNvSpPr txBox="1"/>
          <p:nvPr/>
        </p:nvSpPr>
        <p:spPr>
          <a:xfrm>
            <a:off x="10953115" y="313690"/>
            <a:ext cx="136969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结论与建议</a:t>
            </a:r>
            <a:endParaRPr lang="zh-CN" altLang="en-US">
              <a:latin typeface="微软雅黑" panose="020B0503020204020204" charset="-122"/>
              <a:ea typeface="微软雅黑" panose="020B0503020204020204" charset="-122"/>
            </a:endParaRPr>
          </a:p>
        </p:txBody>
      </p:sp>
      <p:cxnSp>
        <p:nvCxnSpPr>
          <p:cNvPr id="25" name="PA-直接连接符 22"/>
          <p:cNvCxnSpPr/>
          <p:nvPr>
            <p:custDataLst>
              <p:tags r:id="rId15"/>
            </p:custDataLst>
          </p:nvPr>
        </p:nvCxnSpPr>
        <p:spPr>
          <a:xfrm flipH="1">
            <a:off x="6412243"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26" name="PA-直接连接符 23"/>
          <p:cNvCxnSpPr/>
          <p:nvPr>
            <p:custDataLst>
              <p:tags r:id="rId16"/>
            </p:custDataLst>
          </p:nvPr>
        </p:nvCxnSpPr>
        <p:spPr>
          <a:xfrm flipH="1">
            <a:off x="8264655" y="37265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29" name="PA-直接连接符 23"/>
          <p:cNvCxnSpPr/>
          <p:nvPr>
            <p:custDataLst>
              <p:tags r:id="rId17"/>
            </p:custDataLst>
          </p:nvPr>
        </p:nvCxnSpPr>
        <p:spPr>
          <a:xfrm flipH="1">
            <a:off x="9460995" y="3802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50" name="PA-直接连接符 23"/>
          <p:cNvCxnSpPr/>
          <p:nvPr>
            <p:custDataLst>
              <p:tags r:id="rId18"/>
            </p:custDataLst>
          </p:nvPr>
        </p:nvCxnSpPr>
        <p:spPr>
          <a:xfrm flipH="1">
            <a:off x="10733535" y="3802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61" name="矩形: 圆角 24"/>
          <p:cNvSpPr/>
          <p:nvPr/>
        </p:nvSpPr>
        <p:spPr>
          <a:xfrm>
            <a:off x="273685" y="946150"/>
            <a:ext cx="2847975" cy="452755"/>
          </a:xfrm>
          <a:prstGeom prst="roundRect">
            <a:avLst>
              <a:gd name="adj" fmla="val 29695"/>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sz="28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sz="24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4</a:t>
            </a:r>
            <a:r>
              <a:rPr lang="en-US" sz="240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.4  </a:t>
            </a:r>
            <a:r>
              <a:rPr lang="zh-CN" sz="2400" dirty="0">
                <a:solidFill>
                  <a:schemeClr val="tx1"/>
                </a:solidFill>
                <a:latin typeface="微软雅黑" panose="020B0503020204020204" charset="-122"/>
                <a:ea typeface="微软雅黑" panose="020B0503020204020204" charset="-122"/>
                <a:cs typeface="微软雅黑" panose="020B0503020204020204" charset="-122"/>
                <a:sym typeface="+mn-ea"/>
              </a:rPr>
              <a:t>保费展示</a:t>
            </a:r>
            <a:endParaRPr lang="zh-CN" sz="2400"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pic>
        <p:nvPicPr>
          <p:cNvPr id="63" name="图片 62" descr="箭头"/>
          <p:cNvPicPr>
            <a:picLocks noChangeAspect="1"/>
          </p:cNvPicPr>
          <p:nvPr>
            <p:custDataLst>
              <p:tags r:id="rId19"/>
            </p:custDataLst>
          </p:nvPr>
        </p:nvPicPr>
        <p:blipFill>
          <a:blip r:embed="rId20">
            <a:extLst>
              <a:ext uri="{96DAC541-7B7A-43D3-8B79-37D633B846F1}">
                <asvg:svgBlip xmlns:asvg="http://schemas.microsoft.com/office/drawing/2016/SVG/main" r:embed="rId21"/>
              </a:ext>
            </a:extLst>
          </a:blip>
          <a:stretch>
            <a:fillRect/>
          </a:stretch>
        </p:blipFill>
        <p:spPr>
          <a:xfrm flipH="1">
            <a:off x="367030" y="970915"/>
            <a:ext cx="369570" cy="369570"/>
          </a:xfrm>
          <a:prstGeom prst="rect">
            <a:avLst/>
          </a:prstGeom>
        </p:spPr>
      </p:pic>
      <p:graphicFrame>
        <p:nvGraphicFramePr>
          <p:cNvPr id="12" name="表格 11"/>
          <p:cNvGraphicFramePr/>
          <p:nvPr/>
        </p:nvGraphicFramePr>
        <p:xfrm>
          <a:off x="398780" y="1475105"/>
          <a:ext cx="3569970" cy="5099050"/>
        </p:xfrm>
        <a:graphic>
          <a:graphicData uri="http://schemas.openxmlformats.org/drawingml/2006/table">
            <a:tbl>
              <a:tblPr firstRow="1" bandRow="1">
                <a:tableStyleId>{EB9F6881-8EF2-49F1-8B61-CFC15569C683}</a:tableStyleId>
              </a:tblPr>
              <a:tblGrid>
                <a:gridCol w="930910"/>
                <a:gridCol w="1319530"/>
                <a:gridCol w="1319530"/>
              </a:tblGrid>
              <a:tr h="231775">
                <a:tc>
                  <a:txBody>
                    <a:bodyPr/>
                    <a:p>
                      <a:pPr marL="0" indent="0" algn="ctr">
                        <a:spcBef>
                          <a:spcPct val="0"/>
                        </a:spcBef>
                        <a:spcAft>
                          <a:spcPct val="0"/>
                        </a:spcAft>
                        <a:buNone/>
                      </a:pPr>
                      <a:endParaRPr lang="zh-CN" altLang="en-US" sz="1200">
                        <a:latin typeface="微软雅黑" panose="020B0503020204020204" charset="-122"/>
                        <a:ea typeface="微软雅黑" panose="020B0503020204020204" charset="-122"/>
                      </a:endParaRPr>
                    </a:p>
                  </a:txBody>
                  <a:tcPr marL="40640" marR="40640" marT="20320" marB="20320" anchor="ctr" anchorCtr="0"/>
                </a:tc>
                <a:tc gridSpan="2">
                  <a:txBody>
                    <a:bodyPr/>
                    <a:p>
                      <a:pPr marL="0" indent="0" algn="ctr">
                        <a:spcBef>
                          <a:spcPct val="0"/>
                        </a:spcBef>
                        <a:spcAft>
                          <a:spcPct val="0"/>
                        </a:spcAft>
                        <a:buNone/>
                      </a:pPr>
                      <a:r>
                        <a:rPr lang="zh-CN" altLang="en-US" sz="1200">
                          <a:latin typeface="微软雅黑" panose="020B0503020204020204" charset="-122"/>
                          <a:ea typeface="微软雅黑" panose="020B0503020204020204" charset="-122"/>
                        </a:rPr>
                        <a:t>基础层</a:t>
                      </a:r>
                      <a:endParaRPr lang="zh-CN" altLang="en-US" sz="1200">
                        <a:latin typeface="微软雅黑" panose="020B0503020204020204" charset="-122"/>
                        <a:ea typeface="微软雅黑" panose="020B0503020204020204" charset="-122"/>
                      </a:endParaRPr>
                    </a:p>
                  </a:txBody>
                  <a:tcPr marL="40640" marR="40640" marT="20320" marB="20320" anchor="ctr" anchorCtr="0"/>
                </a:tc>
                <a:tc hMerge="1">
                  <a:tcPr marL="40640" marR="40640" marT="20320" marB="20320" anchor="ctr" anchorCtr="0"/>
                </a:tc>
              </a:tr>
              <a:tr h="231775">
                <a:tc>
                  <a:txBody>
                    <a:bodyPr/>
                    <a:p>
                      <a:pPr marL="0" indent="0" algn="ctr">
                        <a:spcBef>
                          <a:spcPct val="0"/>
                        </a:spcBef>
                        <a:spcAft>
                          <a:spcPct val="0"/>
                        </a:spcAft>
                      </a:pPr>
                      <a:r>
                        <a:rPr lang="zh-CN" sz="1200">
                          <a:latin typeface="微软雅黑" panose="020B0503020204020204" charset="-122"/>
                          <a:ea typeface="微软雅黑" panose="020B0503020204020204" charset="-122"/>
                        </a:rPr>
                        <a:t>年龄</a:t>
                      </a:r>
                      <a:endParaRPr 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zh-CN" sz="1200">
                          <a:latin typeface="微软雅黑" panose="020B0503020204020204" charset="-122"/>
                          <a:ea typeface="微软雅黑" panose="020B0503020204020204" charset="-122"/>
                        </a:rPr>
                        <a:t>男性保费</a:t>
                      </a:r>
                      <a:endParaRPr 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zh-CN" sz="1200">
                          <a:latin typeface="微软雅黑" panose="020B0503020204020204" charset="-122"/>
                          <a:ea typeface="微软雅黑" panose="020B0503020204020204" charset="-122"/>
                        </a:rPr>
                        <a:t>女性保费</a:t>
                      </a:r>
                      <a:endParaRPr 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60</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101.75</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76.31</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61</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111.92</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86.48</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62</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122.09</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96.65</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63</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132.27</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106.83</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64</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142.44</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117</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65</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152.62</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127.18</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66</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162.79</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137.35</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67</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172.97</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147.52</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68</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183.14</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157.7</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69</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193.32</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167.87</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70</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203.49</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178.05</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71</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213.66</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188.22</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72</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223.84</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198.39</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73</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234.01</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208.57</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74</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244.19</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218.74</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75</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254.36</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228.92</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76</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264.54</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239.09</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77</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274.71</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249.26</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78</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284.89</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259.44</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79</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295.06</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269.61</a:t>
                      </a:r>
                      <a:endParaRPr lang="en-US" altLang="zh-CN" sz="1200">
                        <a:latin typeface="微软雅黑" panose="020B0503020204020204" charset="-122"/>
                        <a:ea typeface="微软雅黑" panose="020B0503020204020204" charset="-122"/>
                      </a:endParaRPr>
                    </a:p>
                  </a:txBody>
                  <a:tcPr marL="40640" marR="40640" marT="20320" marB="20320" anchor="ctr" anchorCtr="0"/>
                </a:tc>
              </a:tr>
            </a:tbl>
          </a:graphicData>
        </a:graphic>
      </p:graphicFrame>
      <p:graphicFrame>
        <p:nvGraphicFramePr>
          <p:cNvPr id="21" name="表格 20"/>
          <p:cNvGraphicFramePr/>
          <p:nvPr/>
        </p:nvGraphicFramePr>
        <p:xfrm>
          <a:off x="3975100" y="1475105"/>
          <a:ext cx="2418715" cy="5099050"/>
        </p:xfrm>
        <a:graphic>
          <a:graphicData uri="http://schemas.openxmlformats.org/drawingml/2006/table">
            <a:tbl>
              <a:tblPr firstRow="1" bandRow="1">
                <a:tableStyleId>{F2C13550-016A-4507-B7C1-104620432EB7}</a:tableStyleId>
              </a:tblPr>
              <a:tblGrid>
                <a:gridCol w="1209040"/>
                <a:gridCol w="1209675"/>
              </a:tblGrid>
              <a:tr h="231775">
                <a:tc gridSpan="2">
                  <a:txBody>
                    <a:bodyPr/>
                    <a:p>
                      <a:pPr marL="0" indent="0" algn="ctr">
                        <a:spcBef>
                          <a:spcPct val="0"/>
                        </a:spcBef>
                        <a:spcAft>
                          <a:spcPct val="0"/>
                        </a:spcAft>
                        <a:buNone/>
                      </a:pPr>
                      <a:r>
                        <a:rPr lang="zh-CN" altLang="en-US" sz="1200">
                          <a:latin typeface="微软雅黑" panose="020B0503020204020204" charset="-122"/>
                          <a:ea typeface="微软雅黑" panose="020B0503020204020204" charset="-122"/>
                        </a:rPr>
                        <a:t>增强层</a:t>
                      </a:r>
                      <a:endParaRPr lang="zh-CN" altLang="en-US" sz="1200">
                        <a:latin typeface="微软雅黑" panose="020B0503020204020204" charset="-122"/>
                        <a:ea typeface="微软雅黑" panose="020B0503020204020204" charset="-122"/>
                      </a:endParaRPr>
                    </a:p>
                  </a:txBody>
                  <a:tcPr marL="40640" marR="40640" marT="20320" marB="20320" anchor="ctr" anchorCtr="0"/>
                </a:tc>
                <a:tc hMerge="1">
                  <a:tcPr marL="40640" marR="40640" marT="20320" marB="20320" anchor="ctr" anchorCtr="0"/>
                </a:tc>
              </a:tr>
              <a:tr h="231775">
                <a:tc>
                  <a:txBody>
                    <a:bodyPr/>
                    <a:p>
                      <a:pPr marL="0" indent="0" algn="ctr">
                        <a:spcBef>
                          <a:spcPct val="0"/>
                        </a:spcBef>
                        <a:spcAft>
                          <a:spcPct val="0"/>
                        </a:spcAft>
                      </a:pPr>
                      <a:r>
                        <a:rPr lang="zh-CN" sz="1200">
                          <a:latin typeface="微软雅黑" panose="020B0503020204020204" charset="-122"/>
                          <a:ea typeface="微软雅黑" panose="020B0503020204020204" charset="-122"/>
                        </a:rPr>
                        <a:t>男性保费</a:t>
                      </a:r>
                      <a:endParaRPr 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zh-CN" sz="1200">
                          <a:latin typeface="微软雅黑" panose="020B0503020204020204" charset="-122"/>
                          <a:ea typeface="微软雅黑" panose="020B0503020204020204" charset="-122"/>
                        </a:rPr>
                        <a:t>女性保费</a:t>
                      </a:r>
                      <a:endParaRPr 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165</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153.75</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171</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159.75</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177</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165.75</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183</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171.75</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189</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177.75</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195</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183.75</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201</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189.75</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207</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195.75</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213</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201.75</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219</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207.75</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225</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213.75</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231</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219.75</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237</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225.75</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243</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231.75</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249</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237.75</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255</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243.75</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261</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249.75</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267</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255.75</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273</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261.75</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279</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267.75</a:t>
                      </a:r>
                      <a:endParaRPr lang="en-US" altLang="zh-CN" sz="1200">
                        <a:latin typeface="微软雅黑" panose="020B0503020204020204" charset="-122"/>
                        <a:ea typeface="微软雅黑" panose="020B0503020204020204" charset="-122"/>
                      </a:endParaRPr>
                    </a:p>
                  </a:txBody>
                  <a:tcPr marL="40640" marR="40640" marT="20320" marB="20320" anchor="ctr" anchorCtr="0"/>
                </a:tc>
              </a:tr>
            </a:tbl>
          </a:graphicData>
        </a:graphic>
      </p:graphicFrame>
      <p:graphicFrame>
        <p:nvGraphicFramePr>
          <p:cNvPr id="31" name="表格 30"/>
          <p:cNvGraphicFramePr/>
          <p:nvPr/>
        </p:nvGraphicFramePr>
        <p:xfrm>
          <a:off x="6381115" y="1475105"/>
          <a:ext cx="2766060" cy="5099050"/>
        </p:xfrm>
        <a:graphic>
          <a:graphicData uri="http://schemas.openxmlformats.org/drawingml/2006/table">
            <a:tbl>
              <a:tblPr firstRow="1" bandRow="1">
                <a:tableStyleId>{6B6ACEB8-EEB3-4FE9-9EC3-7BF49798A44C}</a:tableStyleId>
              </a:tblPr>
              <a:tblGrid>
                <a:gridCol w="1383030"/>
                <a:gridCol w="1383030"/>
              </a:tblGrid>
              <a:tr h="231775">
                <a:tc gridSpan="2">
                  <a:txBody>
                    <a:bodyPr/>
                    <a:p>
                      <a:pPr marL="0" indent="0" algn="ctr">
                        <a:spcBef>
                          <a:spcPct val="0"/>
                        </a:spcBef>
                        <a:spcAft>
                          <a:spcPct val="0"/>
                        </a:spcAft>
                        <a:buNone/>
                      </a:pPr>
                      <a:r>
                        <a:rPr lang="zh-CN" altLang="en-US" sz="1200">
                          <a:latin typeface="微软雅黑" panose="020B0503020204020204" charset="-122"/>
                          <a:ea typeface="微软雅黑" panose="020B0503020204020204" charset="-122"/>
                        </a:rPr>
                        <a:t>专属层</a:t>
                      </a:r>
                      <a:endParaRPr lang="zh-CN" altLang="en-US" sz="1200">
                        <a:latin typeface="微软雅黑" panose="020B0503020204020204" charset="-122"/>
                        <a:ea typeface="微软雅黑" panose="020B0503020204020204" charset="-122"/>
                      </a:endParaRPr>
                    </a:p>
                  </a:txBody>
                  <a:tcPr marL="40640" marR="40640" marT="20320" marB="20320" anchor="ctr" anchorCtr="0"/>
                </a:tc>
                <a:tc hMerge="1">
                  <a:tcPr marL="40640" marR="40640" marT="20320" marB="20320" anchor="ctr" anchorCtr="0"/>
                </a:tc>
              </a:tr>
              <a:tr h="231775">
                <a:tc>
                  <a:txBody>
                    <a:bodyPr/>
                    <a:p>
                      <a:pPr marL="0" indent="0" algn="ctr">
                        <a:spcBef>
                          <a:spcPct val="0"/>
                        </a:spcBef>
                        <a:spcAft>
                          <a:spcPct val="0"/>
                        </a:spcAft>
                      </a:pPr>
                      <a:r>
                        <a:rPr lang="zh-CN" sz="1200">
                          <a:latin typeface="微软雅黑" panose="020B0503020204020204" charset="-122"/>
                          <a:ea typeface="微软雅黑" panose="020B0503020204020204" charset="-122"/>
                        </a:rPr>
                        <a:t>男性保费</a:t>
                      </a:r>
                      <a:endParaRPr 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zh-CN" sz="1200">
                          <a:latin typeface="微软雅黑" panose="020B0503020204020204" charset="-122"/>
                          <a:ea typeface="微软雅黑" panose="020B0503020204020204" charset="-122"/>
                        </a:rPr>
                        <a:t>女性保费</a:t>
                      </a:r>
                      <a:endParaRPr 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239.92</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203.02</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255.39</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212.64</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270.86</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228.11</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287.49</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243.58</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304.13</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259.05</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320.76</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275.68</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338.56</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292.32</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361.03</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308.95</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384.68</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331.43</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408.32</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353.9</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433.12</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377.54</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457.93</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401.18</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488.58</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425.99</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519.22</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455.47</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551.04</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486.12</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582.85</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516.77</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620.51</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548.58</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658.16</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585.07</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696.98</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622.73</a:t>
                      </a:r>
                      <a:endParaRPr lang="en-US" altLang="zh-CN" sz="1200">
                        <a:latin typeface="微软雅黑" panose="020B0503020204020204" charset="-122"/>
                        <a:ea typeface="微软雅黑" panose="020B0503020204020204" charset="-122"/>
                      </a:endParaRPr>
                    </a:p>
                  </a:txBody>
                  <a:tcPr marL="40640" marR="40640" marT="20320" marB="20320" anchor="ctr" anchorCtr="0"/>
                </a:tc>
              </a:tr>
              <a:tr h="231775">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735.8</a:t>
                      </a:r>
                      <a:endParaRPr lang="en-US" altLang="zh-CN" sz="1200">
                        <a:latin typeface="微软雅黑" panose="020B0503020204020204" charset="-122"/>
                        <a:ea typeface="微软雅黑" panose="020B0503020204020204" charset="-122"/>
                      </a:endParaRPr>
                    </a:p>
                  </a:txBody>
                  <a:tcPr marL="40640" marR="40640" marT="20320" marB="20320" anchor="ctr" anchorCtr="0"/>
                </a:tc>
                <a:tc>
                  <a:txBody>
                    <a:bodyPr/>
                    <a:p>
                      <a:pPr marL="0" indent="0" algn="ctr">
                        <a:spcBef>
                          <a:spcPct val="0"/>
                        </a:spcBef>
                        <a:spcAft>
                          <a:spcPct val="0"/>
                        </a:spcAft>
                      </a:pPr>
                      <a:r>
                        <a:rPr lang="en-US" altLang="zh-CN" sz="1200">
                          <a:latin typeface="微软雅黑" panose="020B0503020204020204" charset="-122"/>
                          <a:ea typeface="微软雅黑" panose="020B0503020204020204" charset="-122"/>
                        </a:rPr>
                        <a:t>660.38</a:t>
                      </a:r>
                      <a:endParaRPr lang="en-US" altLang="zh-CN" sz="1200">
                        <a:latin typeface="微软雅黑" panose="020B0503020204020204" charset="-122"/>
                        <a:ea typeface="微软雅黑" panose="020B0503020204020204" charset="-122"/>
                      </a:endParaRPr>
                    </a:p>
                  </a:txBody>
                  <a:tcPr marL="40640" marR="40640" marT="20320" marB="20320" anchor="ctr" anchorCtr="0"/>
                </a:tc>
              </a:tr>
            </a:tbl>
          </a:graphicData>
        </a:graphic>
      </p:graphicFrame>
      <p:pic>
        <p:nvPicPr>
          <p:cNvPr id="129" name="图片 128" descr="灯泡"/>
          <p:cNvPicPr>
            <a:picLocks noChangeAspect="1"/>
          </p:cNvPicPr>
          <p:nvPr>
            <p:custDataLst>
              <p:tags r:id="rId22"/>
            </p:custDataLst>
          </p:nvPr>
        </p:nvPicPr>
        <p:blipFill>
          <a:blip r:embed="rId23">
            <a:extLst>
              <a:ext uri="{96DAC541-7B7A-43D3-8B79-37D633B846F1}">
                <asvg:svgBlip xmlns:asvg="http://schemas.microsoft.com/office/drawing/2016/SVG/main" r:embed="rId24"/>
              </a:ext>
            </a:extLst>
          </a:blip>
          <a:stretch>
            <a:fillRect/>
          </a:stretch>
        </p:blipFill>
        <p:spPr>
          <a:xfrm>
            <a:off x="9338945" y="2345055"/>
            <a:ext cx="463550" cy="463550"/>
          </a:xfrm>
          <a:prstGeom prst="rect">
            <a:avLst/>
          </a:prstGeom>
          <a:effectLst>
            <a:outerShdw blurRad="50800" dist="38100" dir="5400000" algn="t" rotWithShape="0">
              <a:prstClr val="black">
                <a:alpha val="10000"/>
              </a:prstClr>
            </a:outerShdw>
          </a:effectLst>
        </p:spPr>
      </p:pic>
      <p:sp>
        <p:nvSpPr>
          <p:cNvPr id="3" name="文本框 2"/>
          <p:cNvSpPr txBox="1"/>
          <p:nvPr/>
        </p:nvSpPr>
        <p:spPr>
          <a:xfrm>
            <a:off x="8453755" y="308610"/>
            <a:ext cx="110934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数据分析</a:t>
            </a:r>
            <a:endParaRPr lang="zh-CN" altLang="en-US">
              <a:latin typeface="微软雅黑" panose="020B0503020204020204" charset="-122"/>
              <a:ea typeface="微软雅黑" panose="020B0503020204020204" charset="-122"/>
            </a:endParaRPr>
          </a:p>
        </p:txBody>
      </p:sp>
      <p:grpSp>
        <p:nvGrpSpPr>
          <p:cNvPr id="172" name="组合 171"/>
          <p:cNvGrpSpPr/>
          <p:nvPr/>
        </p:nvGrpSpPr>
        <p:grpSpPr>
          <a:xfrm>
            <a:off x="-674446" y="-6350"/>
            <a:ext cx="13073260" cy="902312"/>
            <a:chOff x="-801446" y="0"/>
            <a:chExt cx="13073260" cy="902312"/>
          </a:xfrm>
        </p:grpSpPr>
        <p:sp>
          <p:nvSpPr>
            <p:cNvPr id="173" name="PA-任意多边形 900"/>
            <p:cNvSpPr/>
            <p:nvPr>
              <p:custDataLst>
                <p:tags r:id="rId25"/>
              </p:custDataLst>
            </p:nvPr>
          </p:nvSpPr>
          <p:spPr>
            <a:xfrm flipV="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91000">
                  <a:schemeClr val="accent2">
                    <a:lumMod val="75000"/>
                  </a:schemeClr>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74" name="PA-任意多边形 46"/>
            <p:cNvSpPr/>
            <p:nvPr>
              <p:custDataLst>
                <p:tags r:id="rId26"/>
              </p:custDataLst>
            </p:nvPr>
          </p:nvSpPr>
          <p:spPr>
            <a:xfrm>
              <a:off x="17585" y="140988"/>
              <a:ext cx="10477775" cy="713837"/>
            </a:xfrm>
            <a:custGeom>
              <a:avLst/>
              <a:gdLst>
                <a:gd name="connsiteX0" fmla="*/ 0 w 10477775"/>
                <a:gd name="connsiteY0" fmla="*/ 0 h 713837"/>
                <a:gd name="connsiteX1" fmla="*/ 9872819 w 10477775"/>
                <a:gd name="connsiteY1" fmla="*/ 0 h 713837"/>
                <a:gd name="connsiteX2" fmla="*/ 10477775 w 10477775"/>
                <a:gd name="connsiteY2" fmla="*/ 713837 h 713837"/>
                <a:gd name="connsiteX3" fmla="*/ 0 w 10477775"/>
                <a:gd name="connsiteY3" fmla="*/ 713837 h 713837"/>
                <a:gd name="connsiteX4" fmla="*/ 0 w 10477775"/>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775" h="713837">
                  <a:moveTo>
                    <a:pt x="0" y="0"/>
                  </a:moveTo>
                  <a:lnTo>
                    <a:pt x="9872819" y="0"/>
                  </a:lnTo>
                  <a:lnTo>
                    <a:pt x="10477775" y="713837"/>
                  </a:lnTo>
                  <a:lnTo>
                    <a:pt x="0" y="713837"/>
                  </a:lnTo>
                  <a:lnTo>
                    <a:pt x="0" y="0"/>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75" name="PA-任意多边形 50"/>
            <p:cNvSpPr/>
            <p:nvPr>
              <p:custDataLst>
                <p:tags r:id="rId27"/>
              </p:custDataLst>
            </p:nvPr>
          </p:nvSpPr>
          <p:spPr>
            <a:xfrm>
              <a:off x="79814" y="136543"/>
              <a:ext cx="12192000" cy="713837"/>
            </a:xfrm>
            <a:custGeom>
              <a:avLst/>
              <a:gdLst>
                <a:gd name="connsiteX0" fmla="*/ 0 w 12192000"/>
                <a:gd name="connsiteY0" fmla="*/ 0 h 713837"/>
                <a:gd name="connsiteX1" fmla="*/ 12192000 w 12192000"/>
                <a:gd name="connsiteY1" fmla="*/ 0 h 713837"/>
                <a:gd name="connsiteX2" fmla="*/ 12192000 w 12192000"/>
                <a:gd name="connsiteY2" fmla="*/ 713837 h 713837"/>
                <a:gd name="connsiteX3" fmla="*/ 0 w 12192000"/>
                <a:gd name="connsiteY3" fmla="*/ 713837 h 713837"/>
              </a:gdLst>
              <a:ahLst/>
              <a:cxnLst>
                <a:cxn ang="0">
                  <a:pos x="connsiteX0" y="connsiteY0"/>
                </a:cxn>
                <a:cxn ang="0">
                  <a:pos x="connsiteX1" y="connsiteY1"/>
                </a:cxn>
                <a:cxn ang="0">
                  <a:pos x="connsiteX2" y="connsiteY2"/>
                </a:cxn>
                <a:cxn ang="0">
                  <a:pos x="connsiteX3" y="connsiteY3"/>
                </a:cxn>
              </a:cxnLst>
              <a:rect l="l" t="t" r="r" b="b"/>
              <a:pathLst>
                <a:path w="12192000" h="713837">
                  <a:moveTo>
                    <a:pt x="0" y="0"/>
                  </a:moveTo>
                  <a:lnTo>
                    <a:pt x="12192000" y="0"/>
                  </a:lnTo>
                  <a:lnTo>
                    <a:pt x="12192000" y="713837"/>
                  </a:lnTo>
                  <a:lnTo>
                    <a:pt x="0" y="713837"/>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mn-cs"/>
              </a:endParaRPr>
            </a:p>
          </p:txBody>
        </p:sp>
        <p:sp>
          <p:nvSpPr>
            <p:cNvPr id="176" name="PA-文本框 24"/>
            <p:cNvSpPr txBox="1"/>
            <p:nvPr>
              <p:custDataLst>
                <p:tags r:id="rId28"/>
              </p:custDataLst>
            </p:nvPr>
          </p:nvSpPr>
          <p:spPr>
            <a:xfrm>
              <a:off x="1600150" y="236296"/>
              <a:ext cx="1605280" cy="521970"/>
            </a:xfrm>
            <a:prstGeom prst="rect">
              <a:avLst/>
            </a:prstGeom>
            <a:noFill/>
          </p:spPr>
          <p:txBody>
            <a:bodyPr wrap="none">
              <a:spAutoFit/>
            </a:bodyPr>
            <a:lstStyle>
              <a:defPPr>
                <a:defRPr lang="zh-CN"/>
              </a:defPPr>
              <a:lvl1pPr>
                <a:defRPr sz="2400" b="1">
                  <a:gradFill>
                    <a:gsLst>
                      <a:gs pos="100000">
                        <a:schemeClr val="accent1">
                          <a:lumMod val="50000"/>
                        </a:schemeClr>
                      </a:gs>
                      <a:gs pos="17000">
                        <a:schemeClr val="accent1">
                          <a:lumMod val="50000"/>
                        </a:schemeClr>
                      </a:gs>
                    </a:gsLst>
                    <a:path path="circle">
                      <a:fillToRect r="100000" b="100000"/>
                    </a:path>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dirty="0">
                  <a:gradFill>
                    <a:gsLst>
                      <a:gs pos="100000">
                        <a:srgbClr val="206252">
                          <a:lumMod val="50000"/>
                        </a:srgbClr>
                      </a:gs>
                      <a:gs pos="17000">
                        <a:srgbClr val="206252">
                          <a:lumMod val="75000"/>
                        </a:srgbClr>
                      </a:gs>
                    </a:gsLst>
                    <a:path path="circle">
                      <a:fillToRect r="100000" b="100000"/>
                    </a:path>
                  </a:gradFill>
                  <a:latin typeface="微软雅黑" panose="020B0503020204020204" charset="-122"/>
                  <a:ea typeface="微软雅黑" panose="020B0503020204020204" charset="-122"/>
                  <a:sym typeface="阿里妈妈数黑体" pitchFamily="2" charset="-122"/>
                </a:rPr>
                <a:t>产品设计</a:t>
              </a:r>
              <a:endParaRPr lang="zh-CN" altLang="en-US" sz="2800" dirty="0">
                <a:gradFill>
                  <a:gsLst>
                    <a:gs pos="100000">
                      <a:srgbClr val="206252">
                        <a:lumMod val="50000"/>
                      </a:srgbClr>
                    </a:gs>
                    <a:gs pos="17000">
                      <a:srgbClr val="206252">
                        <a:lumMod val="75000"/>
                      </a:srgbClr>
                    </a:gs>
                  </a:gsLst>
                  <a:path path="circle">
                    <a:fillToRect r="100000" b="100000"/>
                  </a:path>
                </a:gradFill>
                <a:latin typeface="微软雅黑" panose="020B0503020204020204" charset="-122"/>
                <a:ea typeface="微软雅黑" panose="020B0503020204020204" charset="-122"/>
                <a:sym typeface="阿里妈妈数黑体" pitchFamily="2" charset="-122"/>
              </a:endParaRPr>
            </a:p>
          </p:txBody>
        </p:sp>
        <p:sp>
          <p:nvSpPr>
            <p:cNvPr id="177" name="PA-任意多边形 6"/>
            <p:cNvSpPr/>
            <p:nvPr>
              <p:custDataLst>
                <p:tags r:id="rId29"/>
              </p:custDataLst>
            </p:nvPr>
          </p:nvSpPr>
          <p:spPr>
            <a:xfrm>
              <a:off x="-52754" y="850261"/>
              <a:ext cx="12262339" cy="52051"/>
            </a:xfrm>
            <a:custGeom>
              <a:avLst/>
              <a:gdLst>
                <a:gd name="connsiteX0" fmla="*/ 0 w 4366736"/>
                <a:gd name="connsiteY0" fmla="*/ 0 h 64293"/>
                <a:gd name="connsiteX1" fmla="*/ 4366737 w 4366736"/>
                <a:gd name="connsiteY1" fmla="*/ 0 h 64293"/>
                <a:gd name="connsiteX2" fmla="*/ 4366737 w 4366736"/>
                <a:gd name="connsiteY2" fmla="*/ 64294 h 64293"/>
                <a:gd name="connsiteX3" fmla="*/ 0 w 4366736"/>
                <a:gd name="connsiteY3" fmla="*/ 64294 h 64293"/>
              </a:gdLst>
              <a:ahLst/>
              <a:cxnLst>
                <a:cxn ang="0">
                  <a:pos x="connsiteX0" y="connsiteY0"/>
                </a:cxn>
                <a:cxn ang="0">
                  <a:pos x="connsiteX1" y="connsiteY1"/>
                </a:cxn>
                <a:cxn ang="0">
                  <a:pos x="connsiteX2" y="connsiteY2"/>
                </a:cxn>
                <a:cxn ang="0">
                  <a:pos x="connsiteX3" y="connsiteY3"/>
                </a:cxn>
              </a:cxnLst>
              <a:rect l="l" t="t" r="r" b="b"/>
              <a:pathLst>
                <a:path w="4366736" h="64293">
                  <a:moveTo>
                    <a:pt x="0" y="0"/>
                  </a:moveTo>
                  <a:lnTo>
                    <a:pt x="4366737" y="0"/>
                  </a:lnTo>
                  <a:lnTo>
                    <a:pt x="4366737" y="64294"/>
                  </a:lnTo>
                  <a:lnTo>
                    <a:pt x="0" y="64294"/>
                  </a:lnTo>
                  <a:close/>
                </a:path>
              </a:pathLst>
            </a:custGeom>
            <a:gradFill flip="none" rotWithShape="1">
              <a:gsLst>
                <a:gs pos="100000">
                  <a:schemeClr val="accent1"/>
                </a:gs>
                <a:gs pos="12000">
                  <a:schemeClr val="accent1">
                    <a:lumMod val="20000"/>
                    <a:lumOff val="80000"/>
                  </a:schemeClr>
                </a:gs>
              </a:gsLst>
              <a:lin ang="0" scaled="0"/>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78" name="PA-任意多边形 899"/>
            <p:cNvSpPr/>
            <p:nvPr>
              <p:custDataLst>
                <p:tags r:id="rId30"/>
              </p:custDataLst>
            </p:nvPr>
          </p:nvSpPr>
          <p:spPr>
            <a:xfrm flipH="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55000">
                  <a:schemeClr val="accent1"/>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79" name="PA-文本框 26"/>
            <p:cNvSpPr txBox="1"/>
            <p:nvPr>
              <p:custDataLst>
                <p:tags r:id="rId31"/>
              </p:custDataLst>
            </p:nvPr>
          </p:nvSpPr>
          <p:spPr>
            <a:xfrm>
              <a:off x="6507233" y="309946"/>
              <a:ext cx="17830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noProof="0" dirty="0">
                  <a:ln>
                    <a:noFill/>
                  </a:ln>
                  <a:solidFill>
                    <a:srgbClr val="206252">
                      <a:lumMod val="50000"/>
                    </a:srgbClr>
                  </a:solidFill>
                  <a:effectLst/>
                  <a:uLnTx/>
                  <a:uFillTx/>
                  <a:latin typeface="微软雅黑" panose="020B0503020204020204" charset="-122"/>
                  <a:ea typeface="微软雅黑" panose="020B0503020204020204" charset="-122"/>
                  <a:sym typeface="OPPOSans M" panose="00020600040101010101" pitchFamily="18" charset="-122"/>
                </a:rPr>
                <a:t>调查设计与实施</a:t>
              </a:r>
              <a:endParaRPr kumimoji="0" lang="zh-CN" altLang="en-US" sz="180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sp>
          <p:nvSpPr>
            <p:cNvPr id="180" name="PA-文本框 26"/>
            <p:cNvSpPr txBox="1"/>
            <p:nvPr>
              <p:custDataLst>
                <p:tags r:id="rId32"/>
              </p:custDataLst>
            </p:nvPr>
          </p:nvSpPr>
          <p:spPr>
            <a:xfrm>
              <a:off x="8672698" y="313756"/>
              <a:ext cx="3098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cxnSp>
          <p:nvCxnSpPr>
            <p:cNvPr id="181" name="PA-直接连接符 18"/>
            <p:cNvCxnSpPr/>
            <p:nvPr>
              <p:custDataLst>
                <p:tags r:id="rId33"/>
              </p:custDataLst>
            </p:nvPr>
          </p:nvCxnSpPr>
          <p:spPr>
            <a:xfrm flipH="1">
              <a:off x="5253886"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182" name="PA-直接连接符 22"/>
            <p:cNvCxnSpPr/>
            <p:nvPr>
              <p:custDataLst>
                <p:tags r:id="rId34"/>
              </p:custDataLst>
            </p:nvPr>
          </p:nvCxnSpPr>
          <p:spPr>
            <a:xfrm flipH="1">
              <a:off x="6412243"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183" name="PA-文本框 26"/>
            <p:cNvSpPr txBox="1"/>
            <p:nvPr>
              <p:custDataLst>
                <p:tags r:id="rId35"/>
              </p:custDataLst>
            </p:nvPr>
          </p:nvSpPr>
          <p:spPr>
            <a:xfrm>
              <a:off x="5410470" y="313956"/>
              <a:ext cx="10972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a:defRPr/>
              </a:pPr>
              <a:r>
                <a:rPr lang="zh-CN" altLang="en-US" sz="1800" dirty="0">
                  <a:solidFill>
                    <a:srgbClr val="206252">
                      <a:lumMod val="50000"/>
                    </a:srgbClr>
                  </a:solidFill>
                  <a:latin typeface="微软雅黑" panose="020B0503020204020204" charset="-122"/>
                  <a:ea typeface="微软雅黑" panose="020B0503020204020204" charset="-122"/>
                  <a:sym typeface="阿里妈妈数黑体" pitchFamily="2" charset="-122"/>
                </a:rPr>
                <a:t>前期调研</a:t>
              </a:r>
              <a:endParaRPr lang="zh-CN" altLang="en-US" sz="1800" dirty="0">
                <a:solidFill>
                  <a:srgbClr val="206252">
                    <a:lumMod val="50000"/>
                  </a:srgbClr>
                </a:solidFill>
                <a:latin typeface="微软雅黑" panose="020B0503020204020204" charset="-122"/>
                <a:ea typeface="微软雅黑" panose="020B0503020204020204" charset="-122"/>
                <a:sym typeface="阿里妈妈数黑体" pitchFamily="2" charset="-122"/>
              </a:endParaRPr>
            </a:p>
          </p:txBody>
        </p:sp>
        <p:sp>
          <p:nvSpPr>
            <p:cNvPr id="184" name="PA-图形 7"/>
            <p:cNvSpPr/>
            <p:nvPr>
              <p:custDataLst>
                <p:tags r:id="rId36"/>
              </p:custDataLst>
            </p:nvPr>
          </p:nvSpPr>
          <p:spPr>
            <a:xfrm>
              <a:off x="273980" y="148474"/>
              <a:ext cx="555983" cy="416889"/>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0">
                  <a:schemeClr val="bg1"/>
                </a:gs>
                <a:gs pos="87000">
                  <a:schemeClr val="accent1">
                    <a:lumMod val="20000"/>
                    <a:lumOff val="80000"/>
                  </a:schemeClr>
                </a:gs>
              </a:gsLst>
              <a:lin ang="2700000" scaled="0"/>
            </a:gradFill>
            <a:ln w="36909" cap="flat">
              <a:noFill/>
              <a:prstDash val="solid"/>
              <a:miter/>
            </a:ln>
            <a:effectLst>
              <a:outerShdw blurRad="50800" dist="38100" dir="5400000" algn="t" rotWithShape="0">
                <a:schemeClr val="accent1">
                  <a:alpha val="30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cxnSp>
        <p:nvCxnSpPr>
          <p:cNvPr id="186" name="PA-直接连接符 23"/>
          <p:cNvCxnSpPr/>
          <p:nvPr>
            <p:custDataLst>
              <p:tags r:id="rId37"/>
            </p:custDataLst>
          </p:nvPr>
        </p:nvCxnSpPr>
        <p:spPr>
          <a:xfrm flipH="1">
            <a:off x="8337045" y="36122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187" name="PA-直接连接符 23"/>
          <p:cNvCxnSpPr/>
          <p:nvPr>
            <p:custDataLst>
              <p:tags r:id="rId38"/>
            </p:custDataLst>
          </p:nvPr>
        </p:nvCxnSpPr>
        <p:spPr>
          <a:xfrm flipH="1">
            <a:off x="9622285" y="3294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188" name="文本框 187"/>
          <p:cNvSpPr txBox="1"/>
          <p:nvPr/>
        </p:nvSpPr>
        <p:spPr>
          <a:xfrm>
            <a:off x="9886315" y="300990"/>
            <a:ext cx="136969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结论与建议</a:t>
            </a:r>
            <a:endParaRPr lang="zh-CN" altLang="en-US">
              <a:latin typeface="微软雅黑" panose="020B0503020204020204" charset="-122"/>
              <a:ea typeface="微软雅黑" panose="020B0503020204020204" charset="-122"/>
            </a:endParaRPr>
          </a:p>
        </p:txBody>
      </p:sp>
      <p:sp>
        <p:nvSpPr>
          <p:cNvPr id="189" name="文本框 188"/>
          <p:cNvSpPr txBox="1"/>
          <p:nvPr/>
        </p:nvSpPr>
        <p:spPr>
          <a:xfrm>
            <a:off x="8540750" y="304800"/>
            <a:ext cx="1212215" cy="368300"/>
          </a:xfrm>
          <a:prstGeom prst="rect">
            <a:avLst/>
          </a:prstGeom>
          <a:noFill/>
        </p:spPr>
        <p:txBody>
          <a:bodyPr wrap="square" rtlCol="0">
            <a:spAutoFit/>
          </a:bodyPr>
          <a:lstStyle/>
          <a:p>
            <a:r>
              <a:rPr lang="zh-CN" altLang="en-US" b="1">
                <a:solidFill>
                  <a:srgbClr val="2D8A73"/>
                </a:solidFill>
                <a:latin typeface="微软雅黑" panose="020B0503020204020204" charset="-122"/>
                <a:ea typeface="微软雅黑" panose="020B0503020204020204" charset="-122"/>
              </a:rPr>
              <a:t>产品设计</a:t>
            </a:r>
            <a:endParaRPr lang="zh-CN" altLang="en-US" b="1">
              <a:solidFill>
                <a:srgbClr val="2D8A73"/>
              </a:solidFill>
              <a:latin typeface="微软雅黑" panose="020B0503020204020204" charset="-122"/>
              <a:ea typeface="微软雅黑" panose="020B0503020204020204" charset="-122"/>
            </a:endParaRPr>
          </a:p>
        </p:txBody>
      </p:sp>
      <p:sp>
        <p:nvSpPr>
          <p:cNvPr id="185" name="矩形 184"/>
          <p:cNvSpPr/>
          <p:nvPr/>
        </p:nvSpPr>
        <p:spPr>
          <a:xfrm>
            <a:off x="3756660" y="292100"/>
            <a:ext cx="2100580" cy="522605"/>
          </a:xfrm>
          <a:prstGeom prst="rect">
            <a:avLst/>
          </a:prstGeom>
          <a:noFill/>
          <a:ln>
            <a:noFill/>
          </a:ln>
        </p:spPr>
        <p:txBody>
          <a:bodyPr wrap="square" rtlCol="0" anchor="t">
            <a:noAutofit/>
          </a:bodyPr>
          <a:lstStyle/>
          <a:p>
            <a:pPr algn="ctr">
              <a:defRPr/>
            </a:pPr>
            <a:r>
              <a:rPr lang="zh-CN" altLang="en-US" dirty="0">
                <a:solidFill>
                  <a:schemeClr val="tx1"/>
                </a:solidFill>
                <a:latin typeface="微软雅黑" panose="020B0503020204020204" charset="-122"/>
                <a:ea typeface="微软雅黑" panose="020B0503020204020204" charset="-122"/>
              </a:rPr>
              <a:t>研究背景</a:t>
            </a:r>
            <a:endParaRPr lang="zh-CN" altLang="en-US" dirty="0">
              <a:solidFill>
                <a:schemeClr val="tx1"/>
              </a:solidFill>
              <a:latin typeface="微软雅黑" panose="020B0503020204020204" charset="-122"/>
              <a:ea typeface="微软雅黑" panose="020B0503020204020204" charset="-122"/>
            </a:endParaRPr>
          </a:p>
        </p:txBody>
      </p:sp>
    </p:spTree>
    <p:custDataLst>
      <p:tags r:id="rId39"/>
    </p:custDataLst>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box(in)">
                                      <p:cBhvr>
                                        <p:cTn id="7" dur="20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49"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任意多边形: 形状 126"/>
          <p:cNvSpPr/>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flip="none" rotWithShape="1">
            <a:gsLst>
              <a:gs pos="0">
                <a:srgbClr val="FAD77E">
                  <a:lumMod val="20000"/>
                  <a:lumOff val="80000"/>
                </a:srgbClr>
              </a:gs>
              <a:gs pos="54000">
                <a:schemeClr val="accent3">
                  <a:lumMod val="75000"/>
                </a:schemeClr>
              </a:gs>
              <a:gs pos="100000">
                <a:schemeClr val="accent2">
                  <a:lumMod val="50000"/>
                </a:schemeClr>
              </a:gs>
            </a:gsLst>
            <a:path path="circle">
              <a:fillToRect l="50000" t="130000" r="50000" b="-30000"/>
            </a:path>
            <a:tileRect/>
          </a:gra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Regular"/>
              <a:ea typeface="思源黑体 CN Regular"/>
              <a:cs typeface="+mn-cs"/>
            </a:endParaRPr>
          </a:p>
        </p:txBody>
      </p:sp>
      <p:pic>
        <p:nvPicPr>
          <p:cNvPr id="122" name="Picture 119"/>
          <p:cNvPicPr>
            <a:picLocks noChangeAspect="1"/>
          </p:cNvPicPr>
          <p:nvPr/>
        </p:nvPicPr>
        <p:blipFill>
          <a:blip r:embed="rId1"/>
          <a:stretch>
            <a:fillRect/>
          </a:stretch>
        </p:blipFill>
        <p:spPr>
          <a:xfrm>
            <a:off x="6579038" y="-423714"/>
            <a:ext cx="5608320" cy="6858000"/>
          </a:xfrm>
          <a:prstGeom prst="rect">
            <a:avLst/>
          </a:prstGeom>
        </p:spPr>
      </p:pic>
      <p:pic>
        <p:nvPicPr>
          <p:cNvPr id="135" name="Picture 132"/>
          <p:cNvPicPr>
            <a:picLocks noChangeAspect="1"/>
          </p:cNvPicPr>
          <p:nvPr/>
        </p:nvPicPr>
        <p:blipFill>
          <a:blip r:embed="rId2"/>
          <a:stretch>
            <a:fillRect/>
          </a:stretch>
        </p:blipFill>
        <p:spPr>
          <a:xfrm>
            <a:off x="4312607" y="0"/>
            <a:ext cx="7782155" cy="6235700"/>
          </a:xfrm>
          <a:prstGeom prst="rect">
            <a:avLst/>
          </a:prstGeom>
        </p:spPr>
      </p:pic>
      <p:pic>
        <p:nvPicPr>
          <p:cNvPr id="5" name="Picture 1046"/>
          <p:cNvPicPr>
            <a:picLocks noChangeAspect="1"/>
          </p:cNvPicPr>
          <p:nvPr/>
        </p:nvPicPr>
        <p:blipFill>
          <a:blip r:embed="rId3"/>
          <a:stretch>
            <a:fillRect/>
          </a:stretch>
        </p:blipFill>
        <p:spPr>
          <a:xfrm>
            <a:off x="10243" y="4021183"/>
            <a:ext cx="12185106" cy="2869592"/>
          </a:xfrm>
          <a:prstGeom prst="rect">
            <a:avLst/>
          </a:prstGeom>
        </p:spPr>
      </p:pic>
      <p:grpSp>
        <p:nvGrpSpPr>
          <p:cNvPr id="141" name="组合 140"/>
          <p:cNvGrpSpPr/>
          <p:nvPr/>
        </p:nvGrpSpPr>
        <p:grpSpPr>
          <a:xfrm>
            <a:off x="-1111817" y="1605742"/>
            <a:ext cx="8802672" cy="3152834"/>
            <a:chOff x="-1198766" y="1399948"/>
            <a:chExt cx="8802672" cy="3152834"/>
          </a:xfrm>
        </p:grpSpPr>
        <p:pic>
          <p:nvPicPr>
            <p:cNvPr id="111" name="图片 110"/>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Lst>
            </a:blip>
            <a:srcRect t="24405" b="17763"/>
            <a:stretch>
              <a:fillRect/>
            </a:stretch>
          </p:blipFill>
          <p:spPr>
            <a:xfrm rot="3691259">
              <a:off x="396584" y="3635238"/>
              <a:ext cx="1007909" cy="827179"/>
            </a:xfrm>
            <a:custGeom>
              <a:avLst/>
              <a:gdLst>
                <a:gd name="connsiteX0" fmla="*/ 0 w 5444200"/>
                <a:gd name="connsiteY0" fmla="*/ 0 h 3152023"/>
                <a:gd name="connsiteX1" fmla="*/ 5444200 w 5444200"/>
                <a:gd name="connsiteY1" fmla="*/ 0 h 3152023"/>
                <a:gd name="connsiteX2" fmla="*/ 5444200 w 5444200"/>
                <a:gd name="connsiteY2" fmla="*/ 3152023 h 3152023"/>
                <a:gd name="connsiteX3" fmla="*/ 0 w 5444200"/>
                <a:gd name="connsiteY3" fmla="*/ 3152023 h 3152023"/>
              </a:gdLst>
              <a:ahLst/>
              <a:cxnLst>
                <a:cxn ang="0">
                  <a:pos x="connsiteX0" y="connsiteY0"/>
                </a:cxn>
                <a:cxn ang="0">
                  <a:pos x="connsiteX1" y="connsiteY1"/>
                </a:cxn>
                <a:cxn ang="0">
                  <a:pos x="connsiteX2" y="connsiteY2"/>
                </a:cxn>
                <a:cxn ang="0">
                  <a:pos x="connsiteX3" y="connsiteY3"/>
                </a:cxn>
              </a:cxnLst>
              <a:rect l="l" t="t" r="r" b="b"/>
              <a:pathLst>
                <a:path w="5444200" h="3152023">
                  <a:moveTo>
                    <a:pt x="0" y="0"/>
                  </a:moveTo>
                  <a:lnTo>
                    <a:pt x="5444200" y="0"/>
                  </a:lnTo>
                  <a:lnTo>
                    <a:pt x="5444200" y="3152023"/>
                  </a:lnTo>
                  <a:lnTo>
                    <a:pt x="0" y="3152023"/>
                  </a:lnTo>
                  <a:close/>
                </a:path>
              </a:pathLst>
            </a:custGeom>
            <a:effectLst/>
          </p:spPr>
        </p:pic>
        <p:sp>
          <p:nvSpPr>
            <p:cNvPr id="116" name="文本框 115"/>
            <p:cNvSpPr txBox="1"/>
            <p:nvPr/>
          </p:nvSpPr>
          <p:spPr>
            <a:xfrm>
              <a:off x="-166703" y="2688929"/>
              <a:ext cx="6278880" cy="1568450"/>
            </a:xfrm>
            <a:prstGeom prst="rect">
              <a:avLst/>
            </a:prstGeom>
            <a:noFill/>
          </p:spPr>
          <p:txBody>
            <a:bodyPr wrap="none" rtlCol="0">
              <a:spAutoFit/>
            </a:bodyPr>
            <a:lstStyle>
              <a:defPPr>
                <a:defRPr lang="zh-CN"/>
              </a:defPPr>
              <a:lvl1pPr algn="ctr">
                <a:defRPr sz="8000">
                  <a:gradFill flip="none" rotWithShape="1">
                    <a:gsLst>
                      <a:gs pos="97279">
                        <a:schemeClr val="accent2">
                          <a:lumMod val="20000"/>
                          <a:lumOff val="80000"/>
                        </a:schemeClr>
                      </a:gs>
                      <a:gs pos="57000">
                        <a:schemeClr val="accent2">
                          <a:lumMod val="20000"/>
                          <a:lumOff val="80000"/>
                        </a:schemeClr>
                      </a:gs>
                      <a:gs pos="7000">
                        <a:schemeClr val="accent2">
                          <a:lumMod val="20000"/>
                          <a:lumOff val="80000"/>
                        </a:schemeClr>
                      </a:gs>
                      <a:gs pos="80000">
                        <a:schemeClr val="accent2"/>
                      </a:gs>
                      <a:gs pos="37000">
                        <a:schemeClr val="accent2"/>
                      </a:gs>
                    </a:gsLst>
                    <a:lin ang="0" scaled="1"/>
                    <a:tileRect/>
                  </a:gradFill>
                  <a:effectLst>
                    <a:outerShdw blurRad="50800" dist="38100" dir="5400000" algn="t" rotWithShape="0">
                      <a:schemeClr val="accent1">
                        <a:lumMod val="75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600" b="0" i="0" u="none" strike="noStrike" kern="0" cap="none" spc="0" normalizeH="0" baseline="0" noProof="0" dirty="0">
                  <a:ln>
                    <a:noFill/>
                  </a:ln>
                  <a:gradFill flip="none" rotWithShape="1">
                    <a:gsLst>
                      <a:gs pos="100000">
                        <a:prstClr val="white"/>
                      </a:gs>
                      <a:gs pos="7000">
                        <a:prstClr val="white"/>
                      </a:gs>
                      <a:gs pos="43000">
                        <a:srgbClr val="206252">
                          <a:lumMod val="20000"/>
                          <a:lumOff val="80000"/>
                        </a:srgbClr>
                      </a:gs>
                    </a:gsLst>
                    <a:lin ang="0" scaled="1"/>
                    <a:tileRect/>
                  </a:gradFill>
                  <a:effectLst>
                    <a:outerShdw blurRad="50800" dist="38100" dir="5400000" algn="t" rotWithShape="0">
                      <a:srgbClr val="206252">
                        <a:lumMod val="60000"/>
                        <a:lumOff val="40000"/>
                      </a:srgbClr>
                    </a:outerShdw>
                  </a:effectLst>
                  <a:uLnTx/>
                  <a:uFillTx/>
                  <a:latin typeface="阿里妈妈数黑体" pitchFamily="2" charset="-122"/>
                  <a:ea typeface="阿里妈妈数黑体" pitchFamily="2" charset="-122"/>
                  <a:cs typeface="+mn-cs"/>
                  <a:sym typeface="阿里妈妈数黑体" pitchFamily="2" charset="-122"/>
                </a:rPr>
                <a:t>结论</a:t>
              </a:r>
              <a:r>
                <a:rPr kumimoji="0" lang="zh-CN" altLang="en-US" sz="9600" b="0" i="0" u="none" strike="noStrike" kern="0" cap="none" spc="0" normalizeH="0" baseline="0" noProof="0" dirty="0">
                  <a:ln>
                    <a:noFill/>
                  </a:ln>
                  <a:gradFill flip="none" rotWithShape="1">
                    <a:gsLst>
                      <a:gs pos="100000">
                        <a:prstClr val="white"/>
                      </a:gs>
                      <a:gs pos="7000">
                        <a:prstClr val="white"/>
                      </a:gs>
                      <a:gs pos="43000">
                        <a:srgbClr val="206252">
                          <a:lumMod val="20000"/>
                          <a:lumOff val="80000"/>
                        </a:srgbClr>
                      </a:gs>
                    </a:gsLst>
                    <a:lin ang="0" scaled="1"/>
                    <a:tileRect/>
                  </a:gradFill>
                  <a:effectLst>
                    <a:outerShdw blurRad="50800" dist="38100" dir="5400000" algn="t" rotWithShape="0">
                      <a:srgbClr val="206252">
                        <a:lumMod val="60000"/>
                        <a:lumOff val="40000"/>
                      </a:srgbClr>
                    </a:outerShdw>
                  </a:effectLst>
                  <a:uLnTx/>
                  <a:uFillTx/>
                  <a:latin typeface="阿里妈妈数黑体" pitchFamily="2" charset="-122"/>
                  <a:ea typeface="阿里妈妈数黑体" pitchFamily="2" charset="-122"/>
                  <a:cs typeface="+mn-cs"/>
                  <a:sym typeface="阿里妈妈数黑体" pitchFamily="2" charset="-122"/>
                </a:rPr>
                <a:t>与建议</a:t>
              </a:r>
              <a:endParaRPr kumimoji="0" lang="zh-CN" altLang="en-US" sz="9600" b="0" i="0" u="none" strike="noStrike" kern="0" cap="none" spc="0" normalizeH="0" baseline="0" noProof="0" dirty="0">
                <a:ln>
                  <a:noFill/>
                </a:ln>
                <a:gradFill flip="none" rotWithShape="1">
                  <a:gsLst>
                    <a:gs pos="100000">
                      <a:prstClr val="white"/>
                    </a:gs>
                    <a:gs pos="7000">
                      <a:prstClr val="white"/>
                    </a:gs>
                    <a:gs pos="43000">
                      <a:srgbClr val="206252">
                        <a:lumMod val="20000"/>
                        <a:lumOff val="80000"/>
                      </a:srgbClr>
                    </a:gs>
                  </a:gsLst>
                  <a:lin ang="0" scaled="1"/>
                  <a:tileRect/>
                </a:gradFill>
                <a:effectLst>
                  <a:outerShdw blurRad="50800" dist="38100" dir="5400000" algn="t" rotWithShape="0">
                    <a:srgbClr val="206252">
                      <a:lumMod val="60000"/>
                      <a:lumOff val="40000"/>
                    </a:srgbClr>
                  </a:outerShdw>
                </a:effectLst>
                <a:uLnTx/>
                <a:uFillTx/>
                <a:latin typeface="阿里妈妈数黑体" pitchFamily="2" charset="-122"/>
                <a:ea typeface="阿里妈妈数黑体" pitchFamily="2" charset="-122"/>
                <a:cs typeface="+mn-cs"/>
                <a:sym typeface="阿里妈妈数黑体" pitchFamily="2" charset="-122"/>
              </a:endParaRPr>
            </a:p>
          </p:txBody>
        </p:sp>
        <p:sp>
          <p:nvSpPr>
            <p:cNvPr id="117" name="文本框 116"/>
            <p:cNvSpPr txBox="1"/>
            <p:nvPr/>
          </p:nvSpPr>
          <p:spPr>
            <a:xfrm>
              <a:off x="1348908" y="1399948"/>
              <a:ext cx="4564380" cy="1861185"/>
            </a:xfrm>
            <a:prstGeom prst="rect">
              <a:avLst/>
            </a:prstGeom>
            <a:noFill/>
          </p:spPr>
          <p:txBody>
            <a:bodyPr wrap="none" rtlCol="0">
              <a:spAutoFit/>
            </a:bodyPr>
            <a:lstStyle>
              <a:defPPr>
                <a:defRPr lang="zh-CN"/>
              </a:defPPr>
              <a:lvl1pPr algn="ctr">
                <a:defRPr sz="8000">
                  <a:gradFill flip="none" rotWithShape="1">
                    <a:gsLst>
                      <a:gs pos="97279">
                        <a:schemeClr val="accent2">
                          <a:lumMod val="20000"/>
                          <a:lumOff val="80000"/>
                        </a:schemeClr>
                      </a:gs>
                      <a:gs pos="57000">
                        <a:schemeClr val="accent2">
                          <a:lumMod val="20000"/>
                          <a:lumOff val="80000"/>
                        </a:schemeClr>
                      </a:gs>
                      <a:gs pos="7000">
                        <a:schemeClr val="accent2">
                          <a:lumMod val="20000"/>
                          <a:lumOff val="80000"/>
                        </a:schemeClr>
                      </a:gs>
                      <a:gs pos="80000">
                        <a:schemeClr val="accent2"/>
                      </a:gs>
                      <a:gs pos="37000">
                        <a:schemeClr val="accent2"/>
                      </a:gs>
                    </a:gsLst>
                    <a:lin ang="0" scaled="1"/>
                    <a:tileRect/>
                  </a:gradFill>
                  <a:effectLst>
                    <a:outerShdw blurRad="50800" dist="38100" dir="5400000" algn="t" rotWithShape="0">
                      <a:schemeClr val="accent1">
                        <a:lumMod val="75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500" b="0" i="1" u="none" strike="noStrike" kern="0" cap="none" spc="0" normalizeH="0" baseline="0" noProof="0" dirty="0">
                  <a:ln w="22225">
                    <a:gradFill flip="none" rotWithShape="1">
                      <a:gsLst>
                        <a:gs pos="24000">
                          <a:srgbClr val="FAD77E">
                            <a:lumMod val="20000"/>
                            <a:lumOff val="80000"/>
                          </a:srgbClr>
                        </a:gs>
                        <a:gs pos="76000">
                          <a:srgbClr val="FAD77E">
                            <a:lumMod val="20000"/>
                            <a:lumOff val="80000"/>
                            <a:alpha val="0"/>
                          </a:srgbClr>
                        </a:gs>
                      </a:gsLst>
                      <a:lin ang="5400000" scaled="1"/>
                      <a:tileRect/>
                    </a:gradFill>
                  </a:ln>
                  <a:gradFill flip="none" rotWithShape="1">
                    <a:gsLst>
                      <a:gs pos="15000">
                        <a:srgbClr val="FAD77E">
                          <a:lumMod val="20000"/>
                          <a:lumOff val="80000"/>
                          <a:alpha val="22000"/>
                        </a:srgbClr>
                      </a:gs>
                      <a:gs pos="68000">
                        <a:srgbClr val="FAD77E">
                          <a:lumMod val="20000"/>
                          <a:lumOff val="80000"/>
                          <a:alpha val="0"/>
                        </a:srgbClr>
                      </a:gs>
                    </a:gsLst>
                    <a:lin ang="5400000" scaled="1"/>
                    <a:tileRect/>
                  </a:gradFill>
                  <a:effectLst/>
                  <a:uLnTx/>
                  <a:uFillTx/>
                  <a:latin typeface="思源宋体 CN Heavy"/>
                  <a:ea typeface="思源宋体 CN Heavy"/>
                  <a:cs typeface="+mn-cs"/>
                </a:rPr>
                <a:t>PART 5</a:t>
              </a:r>
              <a:endParaRPr kumimoji="0" lang="zh-CN" altLang="en-US" sz="11500" b="0" i="1" u="none" strike="noStrike" kern="0" cap="none" spc="0" normalizeH="0" baseline="0" noProof="0" dirty="0">
                <a:ln w="22225">
                  <a:gradFill flip="none" rotWithShape="1">
                    <a:gsLst>
                      <a:gs pos="24000">
                        <a:srgbClr val="FAD77E">
                          <a:lumMod val="20000"/>
                          <a:lumOff val="80000"/>
                        </a:srgbClr>
                      </a:gs>
                      <a:gs pos="76000">
                        <a:srgbClr val="FAD77E">
                          <a:lumMod val="20000"/>
                          <a:lumOff val="80000"/>
                          <a:alpha val="0"/>
                        </a:srgbClr>
                      </a:gs>
                    </a:gsLst>
                    <a:lin ang="5400000" scaled="1"/>
                    <a:tileRect/>
                  </a:gradFill>
                </a:ln>
                <a:gradFill flip="none" rotWithShape="1">
                  <a:gsLst>
                    <a:gs pos="15000">
                      <a:srgbClr val="FAD77E">
                        <a:lumMod val="20000"/>
                        <a:lumOff val="80000"/>
                        <a:alpha val="22000"/>
                      </a:srgbClr>
                    </a:gs>
                    <a:gs pos="68000">
                      <a:srgbClr val="FAD77E">
                        <a:lumMod val="20000"/>
                        <a:lumOff val="80000"/>
                        <a:alpha val="0"/>
                      </a:srgbClr>
                    </a:gs>
                  </a:gsLst>
                  <a:lin ang="5400000" scaled="1"/>
                  <a:tileRect/>
                </a:gradFill>
                <a:effectLst/>
                <a:uLnTx/>
                <a:uFillTx/>
                <a:latin typeface="思源宋体 CN Heavy"/>
                <a:ea typeface="思源宋体 CN Heavy"/>
                <a:cs typeface="+mn-cs"/>
              </a:endParaRPr>
            </a:p>
          </p:txBody>
        </p:sp>
        <p:cxnSp>
          <p:nvCxnSpPr>
            <p:cNvPr id="136" name="直接连接符 135"/>
            <p:cNvCxnSpPr/>
            <p:nvPr/>
          </p:nvCxnSpPr>
          <p:spPr>
            <a:xfrm flipV="1">
              <a:off x="580355" y="1399948"/>
              <a:ext cx="7023551" cy="0"/>
            </a:xfrm>
            <a:prstGeom prst="line">
              <a:avLst/>
            </a:prstGeom>
            <a:noFill/>
            <a:ln w="9525" cap="flat" cmpd="sng" algn="ctr">
              <a:gradFill>
                <a:gsLst>
                  <a:gs pos="0">
                    <a:schemeClr val="bg1"/>
                  </a:gs>
                  <a:gs pos="82000">
                    <a:schemeClr val="bg1">
                      <a:alpha val="0"/>
                    </a:schemeClr>
                  </a:gs>
                </a:gsLst>
                <a:lin ang="0" scaled="0"/>
              </a:gradFill>
              <a:prstDash val="solid"/>
              <a:miter lim="800000"/>
            </a:ln>
            <a:effectLst/>
          </p:spPr>
        </p:cxnSp>
        <p:grpSp>
          <p:nvGrpSpPr>
            <p:cNvPr id="137" name="组合 136"/>
            <p:cNvGrpSpPr/>
            <p:nvPr/>
          </p:nvGrpSpPr>
          <p:grpSpPr>
            <a:xfrm>
              <a:off x="4092130" y="4111884"/>
              <a:ext cx="2501787" cy="228031"/>
              <a:chOff x="4178932" y="1978005"/>
              <a:chExt cx="616525" cy="142461"/>
            </a:xfrm>
          </p:grpSpPr>
          <p:sp>
            <p:nvSpPr>
              <p:cNvPr id="138" name="平行四边形 137"/>
              <p:cNvSpPr/>
              <p:nvPr/>
            </p:nvSpPr>
            <p:spPr>
              <a:xfrm flipH="1" flipV="1">
                <a:off x="4281389" y="1978005"/>
                <a:ext cx="514068" cy="111045"/>
              </a:xfrm>
              <a:prstGeom prst="parallelogram">
                <a:avLst/>
              </a:prstGeom>
              <a:gradFill>
                <a:gsLst>
                  <a:gs pos="0">
                    <a:schemeClr val="accent1">
                      <a:lumMod val="40000"/>
                      <a:lumOff val="60000"/>
                    </a:schemeClr>
                  </a:gs>
                  <a:gs pos="59000">
                    <a:schemeClr val="bg1">
                      <a:alpha val="0"/>
                    </a:schemeClr>
                  </a:gs>
                </a:gsLst>
                <a:lin ang="0" scaled="1"/>
              </a:gradFill>
              <a:ln w="12700" cap="flat" cmpd="sng" algn="ctr">
                <a:noFill/>
                <a:prstDash val="solid"/>
                <a:miter lim="800000"/>
              </a:ln>
              <a:effectLst/>
            </p:spPr>
            <p:txBody>
              <a:bodyPr lIns="80467" tIns="40234" rIns="80467" bIns="40234"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585"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9" name="平行四边形 138"/>
              <p:cNvSpPr/>
              <p:nvPr/>
            </p:nvSpPr>
            <p:spPr>
              <a:xfrm flipH="1" flipV="1">
                <a:off x="4178932" y="2048105"/>
                <a:ext cx="501708" cy="72361"/>
              </a:xfrm>
              <a:prstGeom prst="parallelogram">
                <a:avLst/>
              </a:prstGeom>
              <a:gradFill>
                <a:gsLst>
                  <a:gs pos="0">
                    <a:schemeClr val="accent1">
                      <a:lumMod val="40000"/>
                      <a:lumOff val="60000"/>
                    </a:schemeClr>
                  </a:gs>
                  <a:gs pos="59000">
                    <a:schemeClr val="bg1">
                      <a:alpha val="0"/>
                    </a:schemeClr>
                  </a:gs>
                </a:gsLst>
                <a:lin ang="0" scaled="1"/>
              </a:gradFill>
              <a:ln w="12700" cap="flat" cmpd="sng" algn="ctr">
                <a:noFill/>
                <a:prstDash val="solid"/>
                <a:miter lim="800000"/>
              </a:ln>
              <a:effectLst/>
            </p:spPr>
            <p:txBody>
              <a:bodyPr lIns="80467" tIns="40234" rIns="80467" bIns="40234"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585"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cxnSp>
          <p:nvCxnSpPr>
            <p:cNvPr id="140" name="直接连接符 139"/>
            <p:cNvCxnSpPr/>
            <p:nvPr/>
          </p:nvCxnSpPr>
          <p:spPr>
            <a:xfrm flipH="1" flipV="1">
              <a:off x="-1198766" y="4424486"/>
              <a:ext cx="7023551" cy="0"/>
            </a:xfrm>
            <a:prstGeom prst="line">
              <a:avLst/>
            </a:prstGeom>
            <a:noFill/>
            <a:ln w="9525" cap="flat" cmpd="sng" algn="ctr">
              <a:gradFill>
                <a:gsLst>
                  <a:gs pos="0">
                    <a:schemeClr val="accent1">
                      <a:lumMod val="20000"/>
                      <a:lumOff val="80000"/>
                    </a:schemeClr>
                  </a:gs>
                  <a:gs pos="82000">
                    <a:schemeClr val="accent1">
                      <a:lumMod val="20000"/>
                      <a:lumOff val="80000"/>
                      <a:alpha val="0"/>
                    </a:schemeClr>
                  </a:gs>
                </a:gsLst>
                <a:lin ang="0" scaled="0"/>
              </a:gradFill>
              <a:prstDash val="solid"/>
              <a:miter lim="800000"/>
            </a:ln>
            <a:effectLst/>
          </p:spPr>
        </p:cxnSp>
      </p:grpSp>
    </p:spTree>
    <p:custDataLst>
      <p:tags r:id="rId6"/>
    </p:custDataLst>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 name="图片 60"/>
          <p:cNvPicPr>
            <a:picLocks noChangeAspect="1"/>
          </p:cNvPicPr>
          <p:nvPr/>
        </p:nvPicPr>
        <p:blipFill>
          <a:blip r:embed="rId1"/>
          <a:srcRect l="1166" t="25263"/>
          <a:stretch>
            <a:fillRect/>
          </a:stretch>
        </p:blipFill>
        <p:spPr>
          <a:xfrm>
            <a:off x="1" y="1"/>
            <a:ext cx="12174415" cy="5125479"/>
          </a:xfrm>
          <a:custGeom>
            <a:avLst/>
            <a:gdLst>
              <a:gd name="connsiteX0" fmla="*/ 0 w 12174415"/>
              <a:gd name="connsiteY0" fmla="*/ 0 h 5125479"/>
              <a:gd name="connsiteX1" fmla="*/ 12174415 w 12174415"/>
              <a:gd name="connsiteY1" fmla="*/ 0 h 5125479"/>
              <a:gd name="connsiteX2" fmla="*/ 12174415 w 12174415"/>
              <a:gd name="connsiteY2" fmla="*/ 5125479 h 5125479"/>
              <a:gd name="connsiteX3" fmla="*/ 0 w 12174415"/>
              <a:gd name="connsiteY3" fmla="*/ 5125479 h 5125479"/>
            </a:gdLst>
            <a:ahLst/>
            <a:cxnLst>
              <a:cxn ang="0">
                <a:pos x="connsiteX0" y="connsiteY0"/>
              </a:cxn>
              <a:cxn ang="0">
                <a:pos x="connsiteX1" y="connsiteY1"/>
              </a:cxn>
              <a:cxn ang="0">
                <a:pos x="connsiteX2" y="connsiteY2"/>
              </a:cxn>
              <a:cxn ang="0">
                <a:pos x="connsiteX3" y="connsiteY3"/>
              </a:cxn>
            </a:cxnLst>
            <a:rect l="l" t="t" r="r" b="b"/>
            <a:pathLst>
              <a:path w="12174415" h="5125479">
                <a:moveTo>
                  <a:pt x="0" y="0"/>
                </a:moveTo>
                <a:lnTo>
                  <a:pt x="12174415" y="0"/>
                </a:lnTo>
                <a:lnTo>
                  <a:pt x="12174415" y="5125479"/>
                </a:lnTo>
                <a:lnTo>
                  <a:pt x="0" y="5125479"/>
                </a:lnTo>
                <a:close/>
              </a:path>
            </a:pathLst>
          </a:custGeom>
        </p:spPr>
      </p:pic>
      <p:grpSp>
        <p:nvGrpSpPr>
          <p:cNvPr id="4" name="组合 3"/>
          <p:cNvGrpSpPr/>
          <p:nvPr/>
        </p:nvGrpSpPr>
        <p:grpSpPr>
          <a:xfrm>
            <a:off x="-801446" y="0"/>
            <a:ext cx="13073260" cy="902312"/>
            <a:chOff x="-801446" y="0"/>
            <a:chExt cx="13073260" cy="902312"/>
          </a:xfrm>
        </p:grpSpPr>
        <p:sp>
          <p:nvSpPr>
            <p:cNvPr id="13" name="PA-任意多边形 900"/>
            <p:cNvSpPr/>
            <p:nvPr>
              <p:custDataLst>
                <p:tags r:id="rId2"/>
              </p:custDataLst>
            </p:nvPr>
          </p:nvSpPr>
          <p:spPr>
            <a:xfrm flipV="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91000">
                  <a:schemeClr val="accent2">
                    <a:lumMod val="75000"/>
                  </a:schemeClr>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6" name="PA-任意多边形 46"/>
            <p:cNvSpPr/>
            <p:nvPr>
              <p:custDataLst>
                <p:tags r:id="rId3"/>
              </p:custDataLst>
            </p:nvPr>
          </p:nvSpPr>
          <p:spPr>
            <a:xfrm>
              <a:off x="17585" y="140988"/>
              <a:ext cx="10477775" cy="713837"/>
            </a:xfrm>
            <a:custGeom>
              <a:avLst/>
              <a:gdLst>
                <a:gd name="connsiteX0" fmla="*/ 0 w 10477775"/>
                <a:gd name="connsiteY0" fmla="*/ 0 h 713837"/>
                <a:gd name="connsiteX1" fmla="*/ 9872819 w 10477775"/>
                <a:gd name="connsiteY1" fmla="*/ 0 h 713837"/>
                <a:gd name="connsiteX2" fmla="*/ 10477775 w 10477775"/>
                <a:gd name="connsiteY2" fmla="*/ 713837 h 713837"/>
                <a:gd name="connsiteX3" fmla="*/ 0 w 10477775"/>
                <a:gd name="connsiteY3" fmla="*/ 713837 h 713837"/>
                <a:gd name="connsiteX4" fmla="*/ 0 w 10477775"/>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775" h="713837">
                  <a:moveTo>
                    <a:pt x="0" y="0"/>
                  </a:moveTo>
                  <a:lnTo>
                    <a:pt x="9872819" y="0"/>
                  </a:lnTo>
                  <a:lnTo>
                    <a:pt x="10477775" y="713837"/>
                  </a:lnTo>
                  <a:lnTo>
                    <a:pt x="0" y="713837"/>
                  </a:lnTo>
                  <a:lnTo>
                    <a:pt x="0" y="0"/>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7" name="PA-任意多边形 50"/>
            <p:cNvSpPr/>
            <p:nvPr>
              <p:custDataLst>
                <p:tags r:id="rId4"/>
              </p:custDataLst>
            </p:nvPr>
          </p:nvSpPr>
          <p:spPr>
            <a:xfrm>
              <a:off x="79814" y="136543"/>
              <a:ext cx="12192000" cy="713837"/>
            </a:xfrm>
            <a:custGeom>
              <a:avLst/>
              <a:gdLst>
                <a:gd name="connsiteX0" fmla="*/ 0 w 12192000"/>
                <a:gd name="connsiteY0" fmla="*/ 0 h 713837"/>
                <a:gd name="connsiteX1" fmla="*/ 12192000 w 12192000"/>
                <a:gd name="connsiteY1" fmla="*/ 0 h 713837"/>
                <a:gd name="connsiteX2" fmla="*/ 12192000 w 12192000"/>
                <a:gd name="connsiteY2" fmla="*/ 713837 h 713837"/>
                <a:gd name="connsiteX3" fmla="*/ 0 w 12192000"/>
                <a:gd name="connsiteY3" fmla="*/ 713837 h 713837"/>
              </a:gdLst>
              <a:ahLst/>
              <a:cxnLst>
                <a:cxn ang="0">
                  <a:pos x="connsiteX0" y="connsiteY0"/>
                </a:cxn>
                <a:cxn ang="0">
                  <a:pos x="connsiteX1" y="connsiteY1"/>
                </a:cxn>
                <a:cxn ang="0">
                  <a:pos x="connsiteX2" y="connsiteY2"/>
                </a:cxn>
                <a:cxn ang="0">
                  <a:pos x="connsiteX3" y="connsiteY3"/>
                </a:cxn>
              </a:cxnLst>
              <a:rect l="l" t="t" r="r" b="b"/>
              <a:pathLst>
                <a:path w="12192000" h="713837">
                  <a:moveTo>
                    <a:pt x="0" y="0"/>
                  </a:moveTo>
                  <a:lnTo>
                    <a:pt x="12192000" y="0"/>
                  </a:lnTo>
                  <a:lnTo>
                    <a:pt x="12192000" y="713837"/>
                  </a:lnTo>
                  <a:lnTo>
                    <a:pt x="0" y="713837"/>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mn-cs"/>
              </a:endParaRPr>
            </a:p>
          </p:txBody>
        </p:sp>
        <p:sp>
          <p:nvSpPr>
            <p:cNvPr id="22" name="PA-文本框 24"/>
            <p:cNvSpPr txBox="1"/>
            <p:nvPr>
              <p:custDataLst>
                <p:tags r:id="rId5"/>
              </p:custDataLst>
            </p:nvPr>
          </p:nvSpPr>
          <p:spPr>
            <a:xfrm>
              <a:off x="1600150" y="236296"/>
              <a:ext cx="1960880" cy="521970"/>
            </a:xfrm>
            <a:prstGeom prst="rect">
              <a:avLst/>
            </a:prstGeom>
            <a:noFill/>
          </p:spPr>
          <p:txBody>
            <a:bodyPr wrap="none">
              <a:spAutoFit/>
            </a:bodyPr>
            <a:lstStyle>
              <a:defPPr>
                <a:defRPr lang="zh-CN"/>
              </a:defPPr>
              <a:lvl1pPr>
                <a:defRPr sz="2400" b="1">
                  <a:gradFill>
                    <a:gsLst>
                      <a:gs pos="100000">
                        <a:schemeClr val="accent1">
                          <a:lumMod val="50000"/>
                        </a:schemeClr>
                      </a:gs>
                      <a:gs pos="17000">
                        <a:schemeClr val="accent1">
                          <a:lumMod val="50000"/>
                        </a:schemeClr>
                      </a:gs>
                    </a:gsLst>
                    <a:path path="circle">
                      <a:fillToRect r="100000" b="100000"/>
                    </a:path>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gradFill>
                    <a:gsLst>
                      <a:gs pos="100000">
                        <a:srgbClr val="206252">
                          <a:lumMod val="50000"/>
                        </a:srgbClr>
                      </a:gs>
                      <a:gs pos="17000">
                        <a:srgbClr val="206252">
                          <a:lumMod val="75000"/>
                        </a:srgbClr>
                      </a:gs>
                    </a:gsLst>
                    <a:path path="circle">
                      <a:fillToRect r="100000" b="100000"/>
                    </a:path>
                  </a:gradFill>
                  <a:effectLst/>
                  <a:uLnTx/>
                  <a:uFillTx/>
                  <a:latin typeface="微软雅黑" panose="020B0503020204020204" charset="-122"/>
                  <a:ea typeface="微软雅黑" panose="020B0503020204020204" charset="-122"/>
                  <a:cs typeface="+mn-cs"/>
                  <a:sym typeface="阿里妈妈数黑体" pitchFamily="2" charset="-122"/>
                </a:rPr>
                <a:t>结论与建议</a:t>
              </a:r>
              <a:endParaRPr kumimoji="0" lang="zh-CN" altLang="en-US" sz="2800" b="1" i="0" u="none" strike="noStrike" kern="1200" cap="none" spc="0" normalizeH="0" baseline="0" noProof="0" dirty="0">
                <a:ln>
                  <a:noFill/>
                </a:ln>
                <a:gradFill>
                  <a:gsLst>
                    <a:gs pos="100000">
                      <a:srgbClr val="206252">
                        <a:lumMod val="50000"/>
                      </a:srgbClr>
                    </a:gs>
                    <a:gs pos="17000">
                      <a:srgbClr val="206252">
                        <a:lumMod val="75000"/>
                      </a:srgbClr>
                    </a:gs>
                  </a:gsLst>
                  <a:path path="circle">
                    <a:fillToRect r="100000" b="100000"/>
                  </a:path>
                </a:gradFill>
                <a:effectLst/>
                <a:uLnTx/>
                <a:uFillTx/>
                <a:latin typeface="微软雅黑" panose="020B0503020204020204" charset="-122"/>
                <a:ea typeface="微软雅黑" panose="020B0503020204020204" charset="-122"/>
                <a:cs typeface="+mn-cs"/>
                <a:sym typeface="阿里妈妈数黑体" pitchFamily="2" charset="-122"/>
              </a:endParaRPr>
            </a:p>
          </p:txBody>
        </p:sp>
        <p:sp>
          <p:nvSpPr>
            <p:cNvPr id="23" name="PA-任意多边形 6"/>
            <p:cNvSpPr/>
            <p:nvPr>
              <p:custDataLst>
                <p:tags r:id="rId6"/>
              </p:custDataLst>
            </p:nvPr>
          </p:nvSpPr>
          <p:spPr>
            <a:xfrm>
              <a:off x="-52754" y="850261"/>
              <a:ext cx="12262339" cy="52051"/>
            </a:xfrm>
            <a:custGeom>
              <a:avLst/>
              <a:gdLst>
                <a:gd name="connsiteX0" fmla="*/ 0 w 4366736"/>
                <a:gd name="connsiteY0" fmla="*/ 0 h 64293"/>
                <a:gd name="connsiteX1" fmla="*/ 4366737 w 4366736"/>
                <a:gd name="connsiteY1" fmla="*/ 0 h 64293"/>
                <a:gd name="connsiteX2" fmla="*/ 4366737 w 4366736"/>
                <a:gd name="connsiteY2" fmla="*/ 64294 h 64293"/>
                <a:gd name="connsiteX3" fmla="*/ 0 w 4366736"/>
                <a:gd name="connsiteY3" fmla="*/ 64294 h 64293"/>
              </a:gdLst>
              <a:ahLst/>
              <a:cxnLst>
                <a:cxn ang="0">
                  <a:pos x="connsiteX0" y="connsiteY0"/>
                </a:cxn>
                <a:cxn ang="0">
                  <a:pos x="connsiteX1" y="connsiteY1"/>
                </a:cxn>
                <a:cxn ang="0">
                  <a:pos x="connsiteX2" y="connsiteY2"/>
                </a:cxn>
                <a:cxn ang="0">
                  <a:pos x="connsiteX3" y="connsiteY3"/>
                </a:cxn>
              </a:cxnLst>
              <a:rect l="l" t="t" r="r" b="b"/>
              <a:pathLst>
                <a:path w="4366736" h="64293">
                  <a:moveTo>
                    <a:pt x="0" y="0"/>
                  </a:moveTo>
                  <a:lnTo>
                    <a:pt x="4366737" y="0"/>
                  </a:lnTo>
                  <a:lnTo>
                    <a:pt x="4366737" y="64294"/>
                  </a:lnTo>
                  <a:lnTo>
                    <a:pt x="0" y="64294"/>
                  </a:lnTo>
                  <a:close/>
                </a:path>
              </a:pathLst>
            </a:custGeom>
            <a:gradFill flip="none" rotWithShape="1">
              <a:gsLst>
                <a:gs pos="100000">
                  <a:schemeClr val="accent1"/>
                </a:gs>
                <a:gs pos="12000">
                  <a:schemeClr val="accent1">
                    <a:lumMod val="20000"/>
                    <a:lumOff val="80000"/>
                  </a:schemeClr>
                </a:gs>
              </a:gsLst>
              <a:lin ang="0" scaled="0"/>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24" name="PA-任意多边形 899"/>
            <p:cNvSpPr/>
            <p:nvPr>
              <p:custDataLst>
                <p:tags r:id="rId7"/>
              </p:custDataLst>
            </p:nvPr>
          </p:nvSpPr>
          <p:spPr>
            <a:xfrm flipH="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55000">
                  <a:schemeClr val="accent1"/>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25" name="PA-文本框 26"/>
            <p:cNvSpPr txBox="1"/>
            <p:nvPr>
              <p:custDataLst>
                <p:tags r:id="rId8"/>
              </p:custDataLst>
            </p:nvPr>
          </p:nvSpPr>
          <p:spPr>
            <a:xfrm>
              <a:off x="6514218" y="299786"/>
              <a:ext cx="17830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noProof="0" dirty="0">
                  <a:ln>
                    <a:noFill/>
                  </a:ln>
                  <a:solidFill>
                    <a:srgbClr val="206252">
                      <a:lumMod val="50000"/>
                    </a:srgbClr>
                  </a:solidFill>
                  <a:effectLst/>
                  <a:uLnTx/>
                  <a:uFillTx/>
                  <a:latin typeface="微软雅黑" panose="020B0503020204020204" charset="-122"/>
                  <a:ea typeface="微软雅黑" panose="020B0503020204020204" charset="-122"/>
                  <a:sym typeface="OPPOSans M" panose="00020600040101010101" pitchFamily="18" charset="-122"/>
                </a:rPr>
                <a:t>调查设计与实施</a:t>
              </a:r>
              <a:endParaRPr kumimoji="0" lang="zh-CN" altLang="en-US" sz="180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sp>
          <p:nvSpPr>
            <p:cNvPr id="34" name="PA-文本框 26"/>
            <p:cNvSpPr txBox="1"/>
            <p:nvPr>
              <p:custDataLst>
                <p:tags r:id="rId9"/>
              </p:custDataLst>
            </p:nvPr>
          </p:nvSpPr>
          <p:spPr>
            <a:xfrm>
              <a:off x="8672698" y="313756"/>
              <a:ext cx="3098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cxnSp>
          <p:nvCxnSpPr>
            <p:cNvPr id="41" name="PA-直接连接符 18"/>
            <p:cNvCxnSpPr/>
            <p:nvPr>
              <p:custDataLst>
                <p:tags r:id="rId10"/>
              </p:custDataLst>
            </p:nvPr>
          </p:nvCxnSpPr>
          <p:spPr>
            <a:xfrm flipH="1">
              <a:off x="5253886"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42" name="PA-直接连接符 22"/>
            <p:cNvCxnSpPr/>
            <p:nvPr>
              <p:custDataLst>
                <p:tags r:id="rId11"/>
              </p:custDataLst>
            </p:nvPr>
          </p:nvCxnSpPr>
          <p:spPr>
            <a:xfrm flipH="1">
              <a:off x="6412243"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43" name="PA-直接连接符 23"/>
            <p:cNvCxnSpPr/>
            <p:nvPr>
              <p:custDataLst>
                <p:tags r:id="rId12"/>
              </p:custDataLst>
            </p:nvPr>
          </p:nvCxnSpPr>
          <p:spPr>
            <a:xfrm flipH="1">
              <a:off x="8264655" y="37265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44" name="PA-文本框 26"/>
            <p:cNvSpPr txBox="1"/>
            <p:nvPr>
              <p:custDataLst>
                <p:tags r:id="rId13"/>
              </p:custDataLst>
            </p:nvPr>
          </p:nvSpPr>
          <p:spPr>
            <a:xfrm>
              <a:off x="5410470" y="313956"/>
              <a:ext cx="10972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sym typeface="阿里妈妈数黑体" pitchFamily="2" charset="-122"/>
                </a:rPr>
                <a:t>前期调研</a:t>
              </a:r>
              <a:endParaRPr kumimoji="0" lang="zh-CN" altLang="en-US" sz="180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sym typeface="阿里妈妈数黑体" pitchFamily="2" charset="-122"/>
              </a:endParaRPr>
            </a:p>
          </p:txBody>
        </p:sp>
        <p:sp>
          <p:nvSpPr>
            <p:cNvPr id="46" name="PA-图形 7"/>
            <p:cNvSpPr/>
            <p:nvPr>
              <p:custDataLst>
                <p:tags r:id="rId14"/>
              </p:custDataLst>
            </p:nvPr>
          </p:nvSpPr>
          <p:spPr>
            <a:xfrm>
              <a:off x="273980" y="148474"/>
              <a:ext cx="555983" cy="416889"/>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0">
                  <a:schemeClr val="bg1"/>
                </a:gs>
                <a:gs pos="87000">
                  <a:schemeClr val="accent1">
                    <a:lumMod val="20000"/>
                    <a:lumOff val="80000"/>
                  </a:schemeClr>
                </a:gs>
              </a:gsLst>
              <a:lin ang="2700000" scaled="0"/>
            </a:gradFill>
            <a:ln w="36909" cap="flat">
              <a:noFill/>
              <a:prstDash val="solid"/>
              <a:miter/>
            </a:ln>
            <a:effectLst>
              <a:outerShdw blurRad="50800" dist="38100" dir="5400000" algn="t" rotWithShape="0">
                <a:schemeClr val="accent1">
                  <a:alpha val="30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47" name="矩形 46"/>
          <p:cNvSpPr/>
          <p:nvPr/>
        </p:nvSpPr>
        <p:spPr>
          <a:xfrm>
            <a:off x="3629660" y="298450"/>
            <a:ext cx="2100580" cy="522605"/>
          </a:xfrm>
          <a:prstGeom prst="rect">
            <a:avLst/>
          </a:prstGeom>
          <a:noFill/>
          <a:ln>
            <a:noFill/>
          </a:ln>
        </p:spPr>
        <p:txBody>
          <a:bodyPr wrap="square" rtlCol="0" anchor="t">
            <a:noAutofit/>
          </a:bodyPr>
          <a:lstStyle/>
          <a:p>
            <a:pPr algn="ctr"/>
            <a:r>
              <a:rPr lang="zh-CN" altLang="en-US" dirty="0">
                <a:solidFill>
                  <a:schemeClr val="tx1"/>
                </a:solidFill>
                <a:effectLst/>
                <a:latin typeface="微软雅黑" panose="020B0503020204020204" charset="-122"/>
                <a:ea typeface="微软雅黑" panose="020B0503020204020204" charset="-122"/>
              </a:rPr>
              <a:t>研究背景</a:t>
            </a:r>
            <a:endParaRPr lang="zh-CN" altLang="en-US" dirty="0">
              <a:solidFill>
                <a:schemeClr val="tx1"/>
              </a:solidFill>
              <a:effectLst/>
              <a:latin typeface="微软雅黑" panose="020B0503020204020204" charset="-122"/>
              <a:ea typeface="微软雅黑" panose="020B0503020204020204" charset="-122"/>
            </a:endParaRPr>
          </a:p>
        </p:txBody>
      </p:sp>
      <p:cxnSp>
        <p:nvCxnSpPr>
          <p:cNvPr id="48" name="PA-直接连接符 23"/>
          <p:cNvCxnSpPr/>
          <p:nvPr>
            <p:custDataLst>
              <p:tags r:id="rId15"/>
            </p:custDataLst>
          </p:nvPr>
        </p:nvCxnSpPr>
        <p:spPr>
          <a:xfrm flipH="1">
            <a:off x="9460995" y="3802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49" name="文本框 48"/>
          <p:cNvSpPr txBox="1"/>
          <p:nvPr/>
        </p:nvSpPr>
        <p:spPr>
          <a:xfrm>
            <a:off x="8453755" y="308610"/>
            <a:ext cx="1172210"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数据分析</a:t>
            </a:r>
            <a:endParaRPr lang="zh-CN" altLang="en-US">
              <a:latin typeface="微软雅黑" panose="020B0503020204020204" charset="-122"/>
              <a:ea typeface="微软雅黑" panose="020B0503020204020204" charset="-122"/>
            </a:endParaRPr>
          </a:p>
        </p:txBody>
      </p:sp>
      <p:cxnSp>
        <p:nvCxnSpPr>
          <p:cNvPr id="50" name="PA-直接连接符 23"/>
          <p:cNvCxnSpPr/>
          <p:nvPr>
            <p:custDataLst>
              <p:tags r:id="rId16"/>
            </p:custDataLst>
          </p:nvPr>
        </p:nvCxnSpPr>
        <p:spPr>
          <a:xfrm flipH="1">
            <a:off x="10733535" y="3802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51" name="文本框 50"/>
          <p:cNvSpPr txBox="1"/>
          <p:nvPr/>
        </p:nvSpPr>
        <p:spPr>
          <a:xfrm>
            <a:off x="10953115" y="313690"/>
            <a:ext cx="1369695" cy="368300"/>
          </a:xfrm>
          <a:prstGeom prst="rect">
            <a:avLst/>
          </a:prstGeom>
          <a:noFill/>
        </p:spPr>
        <p:txBody>
          <a:bodyPr wrap="square" rtlCol="0">
            <a:spAutoFit/>
          </a:bodyPr>
          <a:lstStyle/>
          <a:p>
            <a:r>
              <a:rPr lang="zh-CN" altLang="en-US" b="1">
                <a:solidFill>
                  <a:srgbClr val="33692B"/>
                </a:solidFill>
                <a:latin typeface="微软雅黑" panose="020B0503020204020204" charset="-122"/>
                <a:ea typeface="微软雅黑" panose="020B0503020204020204" charset="-122"/>
              </a:rPr>
              <a:t>结论与建议</a:t>
            </a:r>
            <a:endParaRPr lang="zh-CN" altLang="en-US" b="1">
              <a:solidFill>
                <a:srgbClr val="33692B"/>
              </a:solidFill>
              <a:latin typeface="微软雅黑" panose="020B0503020204020204" charset="-122"/>
              <a:ea typeface="微软雅黑" panose="020B0503020204020204" charset="-122"/>
            </a:endParaRPr>
          </a:p>
        </p:txBody>
      </p:sp>
      <p:sp>
        <p:nvSpPr>
          <p:cNvPr id="8" name="矩形 7" descr="7b0a2020202022776f7264617274223a2022220a7d0a"/>
          <p:cNvSpPr/>
          <p:nvPr/>
        </p:nvSpPr>
        <p:spPr>
          <a:xfrm>
            <a:off x="1084580" y="2025015"/>
            <a:ext cx="10022840" cy="2807970"/>
          </a:xfrm>
          <a:prstGeom prst="rect">
            <a:avLst/>
          </a:prstGeom>
          <a:noFill/>
        </p:spPr>
        <p:txBody>
          <a:bodyPr wrap="none" lIns="90170" tIns="46990" rIns="90170" bIns="46990" rtlCol="0" anchor="t">
            <a:normAutofit fontScale="90000" lnSpcReduction="10000"/>
            <a:scene3d>
              <a:camera prst="obliqueTopRight"/>
              <a:lightRig rig="flat" dir="t"/>
            </a:scene3d>
            <a:sp3d prstMaterial="matte">
              <a:extrusionClr>
                <a:schemeClr val="tx2">
                  <a:lumMod val="90000"/>
                  <a:lumOff val="10000"/>
                </a:schemeClr>
              </a:extrusionClr>
              <a:contourClr>
                <a:schemeClr val="bg1"/>
              </a:contourClr>
            </a:sp3d>
          </a:bodyPr>
          <a:p>
            <a:pPr algn="ctr"/>
            <a:endParaRPr lang="zh-CN" altLang="en-US" sz="18600" b="1">
              <a:ln w="41275" cap="rnd" cmpd="sng">
                <a:solidFill>
                  <a:srgbClr val="F6DE00"/>
                </a:solidFill>
                <a:prstDash val="solid"/>
              </a:ln>
              <a:solidFill>
                <a:srgbClr val="ED6145"/>
              </a:solidFill>
              <a:effectLst>
                <a:reflection blurRad="50800" stA="30000" endA="900" endPos="60000" dist="88900" dir="5400000" sy="-100000" algn="bl" rotWithShape="0"/>
              </a:effectLst>
              <a:latin typeface="微软雅黑" panose="020B0503020204020204" charset="-122"/>
              <a:ea typeface="微软雅黑" panose="020B0503020204020204" charset="-122"/>
            </a:endParaRPr>
          </a:p>
        </p:txBody>
      </p:sp>
      <p:sp>
        <p:nvSpPr>
          <p:cNvPr id="40" name="矩形: 圆角 24"/>
          <p:cNvSpPr/>
          <p:nvPr/>
        </p:nvSpPr>
        <p:spPr>
          <a:xfrm>
            <a:off x="210185" y="961390"/>
            <a:ext cx="3216505" cy="534035"/>
          </a:xfrm>
          <a:prstGeom prst="roundRect">
            <a:avLst>
              <a:gd name="adj" fmla="val 29695"/>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5.1 </a:t>
            </a:r>
            <a:r>
              <a:rPr kumimoji="0" lang="zh-CN" altLang="en-US" sz="2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结论</a:t>
            </a:r>
            <a:endParaRPr kumimoji="0" lang="zh-CN" altLang="en-US" sz="2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3" name="文本框 32"/>
          <p:cNvSpPr txBox="1"/>
          <p:nvPr/>
        </p:nvSpPr>
        <p:spPr>
          <a:xfrm>
            <a:off x="9709150" y="298450"/>
            <a:ext cx="124396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产品</a:t>
            </a:r>
            <a:r>
              <a:rPr lang="zh-CN" altLang="en-US">
                <a:latin typeface="微软雅黑" panose="020B0503020204020204" charset="-122"/>
                <a:ea typeface="微软雅黑" panose="020B0503020204020204" charset="-122"/>
              </a:rPr>
              <a:t>设计</a:t>
            </a:r>
            <a:endParaRPr lang="zh-CN" altLang="en-US">
              <a:latin typeface="微软雅黑" panose="020B0503020204020204" charset="-122"/>
              <a:ea typeface="微软雅黑" panose="020B0503020204020204" charset="-122"/>
            </a:endParaRPr>
          </a:p>
        </p:txBody>
      </p:sp>
      <p:sp>
        <p:nvSpPr>
          <p:cNvPr id="77" name="任意多边形 76"/>
          <p:cNvSpPr/>
          <p:nvPr/>
        </p:nvSpPr>
        <p:spPr>
          <a:xfrm>
            <a:off x="2750185" y="3642360"/>
            <a:ext cx="6779260" cy="3316605"/>
          </a:xfrm>
          <a:custGeom>
            <a:avLst/>
            <a:gdLst>
              <a:gd name="adj" fmla="val 25000"/>
              <a:gd name="a" fmla="pin 0 adj 50000"/>
              <a:gd name="dr" fmla="*/ ss a 100000"/>
              <a:gd name="iwd2" fmla="+- wd2 0 dr"/>
              <a:gd name="ihd2" fmla="+- hd2 0 dr"/>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0838" h="5337">
                <a:moveTo>
                  <a:pt x="1277" y="1909"/>
                </a:moveTo>
                <a:lnTo>
                  <a:pt x="3336" y="3637"/>
                </a:lnTo>
                <a:lnTo>
                  <a:pt x="3335" y="3638"/>
                </a:lnTo>
                <a:cubicBezTo>
                  <a:pt x="2946" y="4091"/>
                  <a:pt x="2705" y="4671"/>
                  <a:pt x="2689" y="5307"/>
                </a:cubicBezTo>
                <a:lnTo>
                  <a:pt x="2688" y="5337"/>
                </a:lnTo>
                <a:lnTo>
                  <a:pt x="0" y="5337"/>
                </a:lnTo>
                <a:lnTo>
                  <a:pt x="0" y="5307"/>
                </a:lnTo>
                <a:cubicBezTo>
                  <a:pt x="17" y="4022"/>
                  <a:pt x="487" y="2845"/>
                  <a:pt x="1261" y="1928"/>
                </a:cubicBezTo>
                <a:lnTo>
                  <a:pt x="1277" y="1909"/>
                </a:lnTo>
                <a:close/>
                <a:moveTo>
                  <a:pt x="9557" y="1904"/>
                </a:moveTo>
                <a:lnTo>
                  <a:pt x="9573" y="1923"/>
                </a:lnTo>
                <a:cubicBezTo>
                  <a:pt x="10349" y="2841"/>
                  <a:pt x="10822" y="4019"/>
                  <a:pt x="10838" y="5307"/>
                </a:cubicBezTo>
                <a:lnTo>
                  <a:pt x="10838" y="5337"/>
                </a:lnTo>
                <a:lnTo>
                  <a:pt x="8150" y="5337"/>
                </a:lnTo>
                <a:lnTo>
                  <a:pt x="8150" y="5307"/>
                </a:lnTo>
                <a:cubicBezTo>
                  <a:pt x="8134" y="4686"/>
                  <a:pt x="7904" y="4118"/>
                  <a:pt x="7530" y="3670"/>
                </a:cubicBezTo>
                <a:lnTo>
                  <a:pt x="7498" y="3632"/>
                </a:lnTo>
                <a:lnTo>
                  <a:pt x="9557" y="1904"/>
                </a:lnTo>
                <a:close/>
                <a:moveTo>
                  <a:pt x="5492" y="0"/>
                </a:moveTo>
                <a:lnTo>
                  <a:pt x="5558" y="1"/>
                </a:lnTo>
                <a:cubicBezTo>
                  <a:pt x="7102" y="40"/>
                  <a:pt x="8485" y="719"/>
                  <a:pt x="9448" y="1780"/>
                </a:cubicBezTo>
                <a:lnTo>
                  <a:pt x="9478" y="1814"/>
                </a:lnTo>
                <a:lnTo>
                  <a:pt x="7417" y="3543"/>
                </a:lnTo>
                <a:lnTo>
                  <a:pt x="7405" y="3531"/>
                </a:lnTo>
                <a:cubicBezTo>
                  <a:pt x="6930" y="3035"/>
                  <a:pt x="6264" y="2717"/>
                  <a:pt x="5523" y="2690"/>
                </a:cubicBezTo>
                <a:lnTo>
                  <a:pt x="5492" y="2689"/>
                </a:lnTo>
                <a:lnTo>
                  <a:pt x="5492" y="0"/>
                </a:lnTo>
                <a:close/>
                <a:moveTo>
                  <a:pt x="5371" y="0"/>
                </a:moveTo>
                <a:lnTo>
                  <a:pt x="5371" y="2688"/>
                </a:lnTo>
                <a:lnTo>
                  <a:pt x="5346" y="2689"/>
                </a:lnTo>
                <a:cubicBezTo>
                  <a:pt x="4586" y="2709"/>
                  <a:pt x="3904" y="3034"/>
                  <a:pt x="3421" y="3543"/>
                </a:cubicBezTo>
                <a:lnTo>
                  <a:pt x="3417" y="3548"/>
                </a:lnTo>
                <a:lnTo>
                  <a:pt x="1356" y="1819"/>
                </a:lnTo>
                <a:lnTo>
                  <a:pt x="1388" y="1783"/>
                </a:lnTo>
                <a:cubicBezTo>
                  <a:pt x="2364" y="705"/>
                  <a:pt x="3774" y="21"/>
                  <a:pt x="5344" y="0"/>
                </a:cubicBezTo>
                <a:lnTo>
                  <a:pt x="5371" y="0"/>
                </a:lnTo>
                <a:close/>
              </a:path>
            </a:pathLst>
          </a:custGeom>
          <a:blipFill rotWithShape="1">
            <a:blip r:embed="rId17"/>
          </a:blip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dirty="0">
              <a:solidFill>
                <a:schemeClr val="tx1"/>
              </a:solidFill>
              <a:latin typeface="微软雅黑" panose="020B0503020204020204" charset="-122"/>
              <a:ea typeface="微软雅黑" panose="020B0503020204020204" charset="-122"/>
            </a:endParaRPr>
          </a:p>
        </p:txBody>
      </p:sp>
      <p:sp>
        <p:nvSpPr>
          <p:cNvPr id="2" name="任意多边形 1"/>
          <p:cNvSpPr/>
          <p:nvPr/>
        </p:nvSpPr>
        <p:spPr>
          <a:xfrm>
            <a:off x="-15240" y="1035685"/>
            <a:ext cx="12313920" cy="5961380"/>
          </a:xfrm>
          <a:custGeom>
            <a:avLst/>
            <a:gdLst>
              <a:gd name="adj" fmla="val 25000"/>
              <a:gd name="a" fmla="pin 0 adj 50000"/>
              <a:gd name="dr" fmla="*/ ss a 100000"/>
              <a:gd name="iwd2" fmla="+- wd2 0 dr"/>
              <a:gd name="ihd2" fmla="+- hd2 0 dr"/>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9718" h="9663">
                <a:moveTo>
                  <a:pt x="2193" y="3388"/>
                </a:moveTo>
                <a:lnTo>
                  <a:pt x="5740" y="6260"/>
                </a:lnTo>
                <a:lnTo>
                  <a:pt x="5733" y="6267"/>
                </a:lnTo>
                <a:cubicBezTo>
                  <a:pt x="5002" y="7050"/>
                  <a:pt x="4564" y="8045"/>
                  <a:pt x="4564" y="9128"/>
                </a:cubicBezTo>
                <a:cubicBezTo>
                  <a:pt x="4564" y="9306"/>
                  <a:pt x="4576" y="9480"/>
                  <a:pt x="4599" y="9652"/>
                </a:cubicBezTo>
                <a:lnTo>
                  <a:pt x="4600" y="9663"/>
                </a:lnTo>
                <a:lnTo>
                  <a:pt x="17" y="9663"/>
                </a:lnTo>
                <a:lnTo>
                  <a:pt x="16" y="9656"/>
                </a:lnTo>
                <a:cubicBezTo>
                  <a:pt x="5" y="9482"/>
                  <a:pt x="0" y="9306"/>
                  <a:pt x="0" y="9128"/>
                </a:cubicBezTo>
                <a:cubicBezTo>
                  <a:pt x="0" y="6962"/>
                  <a:pt x="815" y="4972"/>
                  <a:pt x="2177" y="3407"/>
                </a:cubicBezTo>
                <a:lnTo>
                  <a:pt x="2193" y="3388"/>
                </a:lnTo>
                <a:close/>
                <a:moveTo>
                  <a:pt x="9919" y="0"/>
                </a:moveTo>
                <a:lnTo>
                  <a:pt x="9986" y="1"/>
                </a:lnTo>
                <a:cubicBezTo>
                  <a:pt x="15373" y="64"/>
                  <a:pt x="19718" y="4126"/>
                  <a:pt x="19718" y="9128"/>
                </a:cubicBezTo>
                <a:cubicBezTo>
                  <a:pt x="19718" y="9306"/>
                  <a:pt x="19713" y="9482"/>
                  <a:pt x="19702" y="9656"/>
                </a:cubicBezTo>
                <a:lnTo>
                  <a:pt x="19701" y="9663"/>
                </a:lnTo>
                <a:lnTo>
                  <a:pt x="15118" y="9663"/>
                </a:lnTo>
                <a:lnTo>
                  <a:pt x="15119" y="9652"/>
                </a:lnTo>
                <a:cubicBezTo>
                  <a:pt x="15142" y="9480"/>
                  <a:pt x="15154" y="9306"/>
                  <a:pt x="15154" y="9128"/>
                </a:cubicBezTo>
                <a:cubicBezTo>
                  <a:pt x="15154" y="8054"/>
                  <a:pt x="14723" y="7066"/>
                  <a:pt x="14002" y="6286"/>
                </a:cubicBezTo>
                <a:lnTo>
                  <a:pt x="13974" y="6256"/>
                </a:lnTo>
                <a:lnTo>
                  <a:pt x="17356" y="3419"/>
                </a:lnTo>
                <a:lnTo>
                  <a:pt x="17280" y="3327"/>
                </a:lnTo>
                <a:lnTo>
                  <a:pt x="13891" y="6170"/>
                </a:lnTo>
                <a:lnTo>
                  <a:pt x="13881" y="6160"/>
                </a:lnTo>
                <a:cubicBezTo>
                  <a:pt x="12924" y="5197"/>
                  <a:pt x="11509" y="4582"/>
                  <a:pt x="9927" y="4564"/>
                </a:cubicBezTo>
                <a:lnTo>
                  <a:pt x="9919" y="4564"/>
                </a:lnTo>
                <a:lnTo>
                  <a:pt x="9919" y="0"/>
                </a:lnTo>
                <a:close/>
                <a:moveTo>
                  <a:pt x="9800" y="0"/>
                </a:moveTo>
                <a:lnTo>
                  <a:pt x="9800" y="4564"/>
                </a:lnTo>
                <a:lnTo>
                  <a:pt x="9784" y="4565"/>
                </a:lnTo>
                <a:cubicBezTo>
                  <a:pt x="8215" y="4583"/>
                  <a:pt x="6811" y="5190"/>
                  <a:pt x="5855" y="6141"/>
                </a:cubicBezTo>
                <a:lnTo>
                  <a:pt x="5823" y="6174"/>
                </a:lnTo>
                <a:lnTo>
                  <a:pt x="2272" y="3299"/>
                </a:lnTo>
                <a:lnTo>
                  <a:pt x="2327" y="3238"/>
                </a:lnTo>
                <a:cubicBezTo>
                  <a:pt x="4122" y="1273"/>
                  <a:pt x="6797" y="20"/>
                  <a:pt x="9788" y="0"/>
                </a:cubicBezTo>
                <a:lnTo>
                  <a:pt x="9800" y="0"/>
                </a:lnTo>
                <a:close/>
              </a:path>
            </a:pathLst>
          </a:custGeom>
          <a:gradFill>
            <a:gsLst>
              <a:gs pos="0">
                <a:srgbClr val="F1F6EF"/>
              </a:gs>
              <a:gs pos="60000">
                <a:srgbClr val="D4E3C9"/>
              </a:gs>
            </a:gsLst>
            <a:path path="circle">
              <a:fillToRect t="100000" r="100000"/>
            </a:path>
            <a:tileRect l="-100000" b="-10000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l"/>
            <a:endParaRPr lang="en-US" altLang="zh-CN" dirty="0">
              <a:solidFill>
                <a:schemeClr val="tx1"/>
              </a:solidFill>
              <a:latin typeface="微软雅黑" panose="020B0503020204020204" charset="-122"/>
              <a:ea typeface="微软雅黑" panose="020B0503020204020204" charset="-122"/>
            </a:endParaRPr>
          </a:p>
        </p:txBody>
      </p:sp>
      <p:sp>
        <p:nvSpPr>
          <p:cNvPr id="6" name="文本框 5" descr="7b0a202020202262756c6c6574223a20227b5c2263617465676f727949645c223a5c225c222c5c2274656d706c61746549645c223a32303233313534357d220a7d0a"/>
          <p:cNvSpPr txBox="1"/>
          <p:nvPr/>
        </p:nvSpPr>
        <p:spPr>
          <a:xfrm>
            <a:off x="196850" y="4638675"/>
            <a:ext cx="3382645" cy="382905"/>
          </a:xfrm>
          <a:prstGeom prst="rect">
            <a:avLst/>
          </a:prstGeom>
          <a:noFill/>
        </p:spPr>
        <p:txBody>
          <a:bodyPr wrap="square" rtlCol="0">
            <a:noAutofit/>
          </a:bodyPr>
          <a:lstStyle/>
          <a:p>
            <a:pPr indent="0">
              <a:buBlip>
                <a:blip r:embed="rId18"/>
              </a:buBlip>
            </a:pPr>
            <a:r>
              <a:rPr lang="zh-CN" altLang="en-US" dirty="0">
                <a:solidFill>
                  <a:schemeClr val="tx1"/>
                </a:solidFill>
                <a:latin typeface="微软雅黑" panose="020B0503020204020204" charset="-122"/>
                <a:ea typeface="微软雅黑" panose="020B0503020204020204" charset="-122"/>
              </a:rPr>
              <a:t>现行保障体系存在制度性缺口</a:t>
            </a:r>
            <a:endParaRPr lang="zh-CN" altLang="en-US" dirty="0">
              <a:solidFill>
                <a:schemeClr val="tx1"/>
              </a:solidFill>
              <a:latin typeface="微软雅黑" panose="020B0503020204020204" charset="-122"/>
              <a:ea typeface="微软雅黑" panose="020B0503020204020204" charset="-122"/>
            </a:endParaRPr>
          </a:p>
        </p:txBody>
      </p:sp>
      <p:sp>
        <p:nvSpPr>
          <p:cNvPr id="14" name="圆角矩形标注 13"/>
          <p:cNvSpPr/>
          <p:nvPr/>
        </p:nvSpPr>
        <p:spPr>
          <a:xfrm>
            <a:off x="342265" y="5101590"/>
            <a:ext cx="2631440" cy="330200"/>
          </a:xfrm>
          <a:prstGeom prst="wedgeRoundRectCallout">
            <a:avLst>
              <a:gd name="adj1" fmla="val -20840"/>
              <a:gd name="adj2" fmla="val -81798"/>
              <a:gd name="adj3" fmla="val 16667"/>
            </a:avLst>
          </a:prstGeom>
          <a:solidFill>
            <a:srgbClr val="507155">
              <a:alpha val="19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zh-CN" altLang="en-US" sz="1400" dirty="0">
                <a:solidFill>
                  <a:schemeClr val="tx1"/>
                </a:solidFill>
                <a:latin typeface="微软雅黑" panose="020B0503020204020204" charset="-122"/>
                <a:ea typeface="微软雅黑" panose="020B0503020204020204" charset="-122"/>
                <a:sym typeface="+mn-ea"/>
              </a:rPr>
              <a:t>基本医保难盖服役职业风险</a:t>
            </a:r>
            <a:endParaRPr lang="zh-CN" altLang="en-US" sz="1400" dirty="0">
              <a:solidFill>
                <a:schemeClr val="tx1"/>
              </a:solidFill>
              <a:latin typeface="微软雅黑" panose="020B0503020204020204" charset="-122"/>
              <a:ea typeface="微软雅黑" panose="020B0503020204020204" charset="-122"/>
              <a:sym typeface="+mn-ea"/>
            </a:endParaRPr>
          </a:p>
        </p:txBody>
      </p:sp>
      <p:sp>
        <p:nvSpPr>
          <p:cNvPr id="9" name="文本框 8" descr="7b0a202020202262756c6c6574223a20227b5c2263617465676f727949645c223a5c225c222c5c2274656d706c61746549645c223a32303233313534357d220a7d0a"/>
          <p:cNvSpPr txBox="1"/>
          <p:nvPr/>
        </p:nvSpPr>
        <p:spPr>
          <a:xfrm>
            <a:off x="4445" y="5591810"/>
            <a:ext cx="3202305" cy="407035"/>
          </a:xfrm>
          <a:prstGeom prst="rect">
            <a:avLst/>
          </a:prstGeom>
          <a:noFill/>
        </p:spPr>
        <p:txBody>
          <a:bodyPr wrap="square" rtlCol="0">
            <a:noAutofit/>
          </a:bodyPr>
          <a:lstStyle/>
          <a:p>
            <a:pPr>
              <a:buBlip>
                <a:blip r:embed="rId18"/>
              </a:buBlip>
            </a:pPr>
            <a:r>
              <a:rPr lang="zh-CN" altLang="en-US">
                <a:latin typeface="微软雅黑" panose="020B0503020204020204" charset="-122"/>
                <a:ea typeface="微软雅黑" panose="020B0503020204020204" charset="-122"/>
              </a:rPr>
              <a:t>健康风险呈现高度集中特征</a:t>
            </a:r>
            <a:endParaRPr lang="zh-CN" altLang="en-US">
              <a:latin typeface="微软雅黑" panose="020B0503020204020204" charset="-122"/>
              <a:ea typeface="微软雅黑" panose="020B0503020204020204" charset="-122"/>
            </a:endParaRPr>
          </a:p>
        </p:txBody>
      </p:sp>
      <p:sp>
        <p:nvSpPr>
          <p:cNvPr id="10" name="圆角矩形标注 9"/>
          <p:cNvSpPr/>
          <p:nvPr/>
        </p:nvSpPr>
        <p:spPr>
          <a:xfrm>
            <a:off x="132715" y="6131560"/>
            <a:ext cx="2538095" cy="559435"/>
          </a:xfrm>
          <a:prstGeom prst="wedgeRoundRectCallout">
            <a:avLst>
              <a:gd name="adj1" fmla="val -20840"/>
              <a:gd name="adj2" fmla="val -81798"/>
              <a:gd name="adj3" fmla="val 16667"/>
            </a:avLst>
          </a:prstGeom>
          <a:solidFill>
            <a:srgbClr val="507155">
              <a:alpha val="19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zh-CN" altLang="en-US" sz="1400" dirty="0">
                <a:solidFill>
                  <a:schemeClr val="tx1"/>
                </a:solidFill>
                <a:latin typeface="微软雅黑" panose="020B0503020204020204" charset="-122"/>
                <a:ea typeface="微软雅黑" panose="020B0503020204020204" charset="-122"/>
                <a:sym typeface="+mn-ea"/>
              </a:rPr>
              <a:t>训练伤与心理损害显著，专项补偿机制匮乏</a:t>
            </a:r>
            <a:endParaRPr lang="zh-CN" altLang="en-US" sz="1400" dirty="0">
              <a:solidFill>
                <a:schemeClr val="tx1"/>
              </a:solidFill>
              <a:latin typeface="微软雅黑" panose="020B0503020204020204" charset="-122"/>
              <a:ea typeface="微软雅黑" panose="020B0503020204020204" charset="-122"/>
              <a:sym typeface="+mn-ea"/>
            </a:endParaRPr>
          </a:p>
        </p:txBody>
      </p:sp>
      <p:sp>
        <p:nvSpPr>
          <p:cNvPr id="186" name="文本框 185" descr="7b0a202020202262756c6c6574223a20227b5c2263617465676f727949645c223a5c225c222c5c2274656d706c61746549645c223a32303233313534357d220a7d0a"/>
          <p:cNvSpPr txBox="1"/>
          <p:nvPr/>
        </p:nvSpPr>
        <p:spPr>
          <a:xfrm>
            <a:off x="2378710" y="2011680"/>
            <a:ext cx="4069715" cy="425450"/>
          </a:xfrm>
          <a:prstGeom prst="rect">
            <a:avLst/>
          </a:prstGeom>
          <a:noFill/>
        </p:spPr>
        <p:txBody>
          <a:bodyPr wrap="square" rtlCol="0">
            <a:noAutofit/>
          </a:bodyPr>
          <a:lstStyle/>
          <a:p>
            <a:pPr>
              <a:buBlip>
                <a:blip r:embed="rId18"/>
              </a:buBlip>
            </a:pPr>
            <a:r>
              <a:rPr lang="zh-CN" altLang="en-US" dirty="0">
                <a:latin typeface="微软雅黑" panose="020B0503020204020204" charset="-122"/>
                <a:ea typeface="微软雅黑" panose="020B0503020204020204" charset="-122"/>
              </a:rPr>
              <a:t>退役军人群体具有显著的异质分层</a:t>
            </a:r>
            <a:endParaRPr lang="zh-CN" altLang="en-US" dirty="0">
              <a:latin typeface="微软雅黑" panose="020B0503020204020204" charset="-122"/>
              <a:ea typeface="微软雅黑" panose="020B0503020204020204" charset="-122"/>
            </a:endParaRPr>
          </a:p>
        </p:txBody>
      </p:sp>
      <p:sp>
        <p:nvSpPr>
          <p:cNvPr id="15" name="圆角矩形标注 14"/>
          <p:cNvSpPr/>
          <p:nvPr/>
        </p:nvSpPr>
        <p:spPr>
          <a:xfrm>
            <a:off x="2295525" y="2496185"/>
            <a:ext cx="2567305" cy="374650"/>
          </a:xfrm>
          <a:prstGeom prst="wedgeRoundRectCallout">
            <a:avLst>
              <a:gd name="adj1" fmla="val -20840"/>
              <a:gd name="adj2" fmla="val -81798"/>
              <a:gd name="adj3" fmla="val 16667"/>
            </a:avLst>
          </a:prstGeom>
          <a:solidFill>
            <a:srgbClr val="507155">
              <a:alpha val="19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zh-CN" altLang="en-US" sz="1400" dirty="0">
                <a:solidFill>
                  <a:schemeClr val="tx1"/>
                </a:solidFill>
                <a:latin typeface="微软雅黑" panose="020B0503020204020204" charset="-122"/>
                <a:ea typeface="微软雅黑" panose="020B0503020204020204" charset="-122"/>
              </a:rPr>
              <a:t>差异化需求要求多层次设计</a:t>
            </a:r>
            <a:endParaRPr lang="zh-CN" altLang="en-US" sz="1400" dirty="0">
              <a:solidFill>
                <a:schemeClr val="tx1"/>
              </a:solidFill>
              <a:latin typeface="微软雅黑" panose="020B0503020204020204" charset="-122"/>
              <a:ea typeface="微软雅黑" panose="020B0503020204020204" charset="-122"/>
            </a:endParaRPr>
          </a:p>
        </p:txBody>
      </p:sp>
      <p:sp>
        <p:nvSpPr>
          <p:cNvPr id="11" name="文本框 10" descr="7b0a202020202262756c6c6574223a20227b5c2263617465676f727949645c223a5c225c222c5c2274656d706c61746549645c223a32303233313534357d220a7d0a"/>
          <p:cNvSpPr txBox="1"/>
          <p:nvPr/>
        </p:nvSpPr>
        <p:spPr>
          <a:xfrm>
            <a:off x="2353310" y="2912745"/>
            <a:ext cx="3464560" cy="494665"/>
          </a:xfrm>
          <a:prstGeom prst="rect">
            <a:avLst/>
          </a:prstGeom>
          <a:noFill/>
        </p:spPr>
        <p:txBody>
          <a:bodyPr wrap="square" rtlCol="0">
            <a:noAutofit/>
          </a:bodyPr>
          <a:lstStyle/>
          <a:p>
            <a:pPr>
              <a:buBlip>
                <a:blip r:embed="rId18"/>
              </a:buBlip>
            </a:pPr>
            <a:r>
              <a:rPr lang="zh-CN" altLang="en-US">
                <a:latin typeface="微软雅黑" panose="020B0503020204020204" charset="-122"/>
                <a:ea typeface="微软雅黑" panose="020B0503020204020204" charset="-122"/>
              </a:rPr>
              <a:t>核心诉求聚焦</a:t>
            </a:r>
            <a:r>
              <a:rPr lang="zh-CN" altLang="en-US" b="1">
                <a:solidFill>
                  <a:srgbClr val="C00000"/>
                </a:solidFill>
                <a:latin typeface="微软雅黑" panose="020B0503020204020204" charset="-122"/>
                <a:ea typeface="微软雅黑" panose="020B0503020204020204" charset="-122"/>
              </a:rPr>
              <a:t>服役旧伤保障</a:t>
            </a:r>
            <a:endParaRPr lang="zh-CN" altLang="en-US" b="1">
              <a:solidFill>
                <a:srgbClr val="C00000"/>
              </a:solidFill>
              <a:latin typeface="微软雅黑" panose="020B0503020204020204" charset="-122"/>
              <a:ea typeface="微软雅黑" panose="020B0503020204020204" charset="-122"/>
            </a:endParaRPr>
          </a:p>
        </p:txBody>
      </p:sp>
      <p:sp>
        <p:nvSpPr>
          <p:cNvPr id="21" name="圆角矩形标注 20"/>
          <p:cNvSpPr/>
          <p:nvPr/>
        </p:nvSpPr>
        <p:spPr>
          <a:xfrm>
            <a:off x="2698115" y="3407410"/>
            <a:ext cx="2465705" cy="359410"/>
          </a:xfrm>
          <a:prstGeom prst="wedgeRoundRectCallout">
            <a:avLst>
              <a:gd name="adj1" fmla="val -20840"/>
              <a:gd name="adj2" fmla="val -81798"/>
              <a:gd name="adj3" fmla="val 16667"/>
            </a:avLst>
          </a:prstGeom>
          <a:solidFill>
            <a:srgbClr val="507155">
              <a:alpha val="19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zh-CN" altLang="en-US" sz="1400" dirty="0">
                <a:solidFill>
                  <a:schemeClr val="tx1"/>
                </a:solidFill>
                <a:latin typeface="微软雅黑" panose="020B0503020204020204" charset="-122"/>
                <a:ea typeface="微软雅黑" panose="020B0503020204020204" charset="-122"/>
              </a:rPr>
              <a:t>住院报销与专项补贴是刚需</a:t>
            </a:r>
            <a:endParaRPr lang="zh-CN" altLang="en-US" sz="1400" dirty="0">
              <a:solidFill>
                <a:schemeClr val="tx1"/>
              </a:solidFill>
              <a:latin typeface="微软雅黑" panose="020B0503020204020204" charset="-122"/>
              <a:ea typeface="微软雅黑" panose="020B0503020204020204" charset="-122"/>
            </a:endParaRPr>
          </a:p>
        </p:txBody>
      </p:sp>
      <p:sp>
        <p:nvSpPr>
          <p:cNvPr id="190" name="文本框 189" descr="7b0a202020202262756c6c6574223a20227b5c2263617465676f727949645c223a5c225c222c5c2274656d706c61746549645c223a32303233313534357d220a7d0a"/>
          <p:cNvSpPr txBox="1"/>
          <p:nvPr/>
        </p:nvSpPr>
        <p:spPr>
          <a:xfrm>
            <a:off x="6432550" y="2004695"/>
            <a:ext cx="3486785" cy="441960"/>
          </a:xfrm>
          <a:prstGeom prst="rect">
            <a:avLst/>
          </a:prstGeom>
          <a:noFill/>
        </p:spPr>
        <p:txBody>
          <a:bodyPr wrap="square" rtlCol="0">
            <a:noAutofit/>
          </a:bodyPr>
          <a:lstStyle/>
          <a:p>
            <a:pPr>
              <a:buBlip>
                <a:blip r:embed="rId18"/>
              </a:buBlip>
            </a:pPr>
            <a:r>
              <a:rPr lang="zh-CN" altLang="en-US" b="1" dirty="0">
                <a:solidFill>
                  <a:srgbClr val="C00000"/>
                </a:solidFill>
                <a:latin typeface="微软雅黑" panose="020B0503020204020204" charset="-122"/>
                <a:ea typeface="微软雅黑" panose="020B0503020204020204" charset="-122"/>
              </a:rPr>
              <a:t>主观认知</a:t>
            </a:r>
            <a:r>
              <a:rPr lang="zh-CN" altLang="en-US" dirty="0">
                <a:latin typeface="微软雅黑" panose="020B0503020204020204" charset="-122"/>
                <a:ea typeface="微软雅黑" panose="020B0503020204020204" charset="-122"/>
              </a:rPr>
              <a:t>决定最终投保意愿</a:t>
            </a:r>
            <a:endParaRPr lang="zh-CN" altLang="en-US" dirty="0">
              <a:latin typeface="微软雅黑" panose="020B0503020204020204" charset="-122"/>
              <a:ea typeface="微软雅黑" panose="020B0503020204020204" charset="-122"/>
            </a:endParaRPr>
          </a:p>
        </p:txBody>
      </p:sp>
      <p:sp>
        <p:nvSpPr>
          <p:cNvPr id="26" name="文本框 25" descr="7b0a202020202262756c6c6574223a20227b5c2263617465676f727949645c223a5c225c222c5c2274656d706c61746549645c223a32303233313534357d220a7d0a"/>
          <p:cNvSpPr txBox="1"/>
          <p:nvPr/>
        </p:nvSpPr>
        <p:spPr>
          <a:xfrm>
            <a:off x="6395085" y="2942590"/>
            <a:ext cx="3814445" cy="450850"/>
          </a:xfrm>
          <a:prstGeom prst="rect">
            <a:avLst/>
          </a:prstGeom>
          <a:noFill/>
        </p:spPr>
        <p:txBody>
          <a:bodyPr wrap="square" rtlCol="0">
            <a:noAutofit/>
          </a:bodyPr>
          <a:lstStyle/>
          <a:p>
            <a:pPr>
              <a:buBlip>
                <a:blip r:embed="rId18"/>
              </a:buBlip>
            </a:pPr>
            <a:r>
              <a:rPr lang="zh-CN" altLang="en-US">
                <a:latin typeface="微软雅黑" panose="020B0503020204020204" charset="-122"/>
                <a:ea typeface="微软雅黑" panose="020B0503020204020204" charset="-122"/>
              </a:rPr>
              <a:t>市场运行呈现逆向选择规律</a:t>
            </a:r>
            <a:endParaRPr lang="zh-CN" altLang="en-US">
              <a:latin typeface="微软雅黑" panose="020B0503020204020204" charset="-122"/>
              <a:ea typeface="微软雅黑" panose="020B0503020204020204" charset="-122"/>
            </a:endParaRPr>
          </a:p>
        </p:txBody>
      </p:sp>
      <p:sp>
        <p:nvSpPr>
          <p:cNvPr id="18" name="圆角矩形标注 17"/>
          <p:cNvSpPr/>
          <p:nvPr/>
        </p:nvSpPr>
        <p:spPr>
          <a:xfrm>
            <a:off x="6480810" y="2437130"/>
            <a:ext cx="3900805" cy="511810"/>
          </a:xfrm>
          <a:prstGeom prst="wedgeRoundRectCallout">
            <a:avLst>
              <a:gd name="adj1" fmla="val -20840"/>
              <a:gd name="adj2" fmla="val -81798"/>
              <a:gd name="adj3" fmla="val 16667"/>
            </a:avLst>
          </a:prstGeom>
          <a:solidFill>
            <a:srgbClr val="507155">
              <a:alpha val="19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zh-CN" altLang="en-US" sz="1400" dirty="0">
                <a:solidFill>
                  <a:schemeClr val="tx1"/>
                </a:solidFill>
                <a:latin typeface="微软雅黑" panose="020B0503020204020204" charset="-122"/>
                <a:ea typeface="微软雅黑" panose="020B0503020204020204" charset="-122"/>
                <a:cs typeface="微软雅黑" panose="020B0503020204020204" charset="-122"/>
              </a:rPr>
              <a:t>保障缺口必须通过“保险需求”这一主观中介才能有效影响投保意愿</a:t>
            </a:r>
            <a:endParaRPr lang="zh-CN" altLang="en-US" sz="1400" dirty="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9" name="圆角矩形标注 18"/>
          <p:cNvSpPr/>
          <p:nvPr/>
        </p:nvSpPr>
        <p:spPr>
          <a:xfrm>
            <a:off x="6558280" y="3384550"/>
            <a:ext cx="2676525" cy="360045"/>
          </a:xfrm>
          <a:prstGeom prst="wedgeRoundRectCallout">
            <a:avLst>
              <a:gd name="adj1" fmla="val -20840"/>
              <a:gd name="adj2" fmla="val -81798"/>
              <a:gd name="adj3" fmla="val 16667"/>
            </a:avLst>
          </a:prstGeom>
          <a:solidFill>
            <a:srgbClr val="507155">
              <a:alpha val="19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zh-CN" altLang="en-US" sz="1400" dirty="0">
                <a:solidFill>
                  <a:schemeClr val="tx1"/>
                </a:solidFill>
                <a:latin typeface="微软雅黑" panose="020B0503020204020204" charset="-122"/>
                <a:ea typeface="微软雅黑" panose="020B0503020204020204" charset="-122"/>
              </a:rPr>
              <a:t>高风险群体具有更强购买意向</a:t>
            </a:r>
            <a:endParaRPr lang="zh-CN" altLang="en-US" sz="1400" dirty="0">
              <a:solidFill>
                <a:schemeClr val="tx1"/>
              </a:solidFill>
              <a:latin typeface="微软雅黑" panose="020B0503020204020204" charset="-122"/>
              <a:ea typeface="微软雅黑" panose="020B0503020204020204" charset="-122"/>
            </a:endParaRPr>
          </a:p>
        </p:txBody>
      </p:sp>
      <p:sp>
        <p:nvSpPr>
          <p:cNvPr id="191" name="文本框 190" descr="7b0a202020202262756c6c6574223a20227b5c2263617465676f727949645c223a5c225c222c5c2274656d706c61746549645c223a32303233313534357d220a7d0a"/>
          <p:cNvSpPr txBox="1"/>
          <p:nvPr/>
        </p:nvSpPr>
        <p:spPr>
          <a:xfrm>
            <a:off x="8632825" y="4654550"/>
            <a:ext cx="3453130" cy="398780"/>
          </a:xfrm>
          <a:prstGeom prst="rect">
            <a:avLst/>
          </a:prstGeom>
          <a:noFill/>
        </p:spPr>
        <p:txBody>
          <a:bodyPr wrap="square" rtlCol="0">
            <a:spAutoFit/>
          </a:bodyPr>
          <a:lstStyle/>
          <a:p>
            <a:pPr algn="r">
              <a:buBlip>
                <a:blip r:embed="rId18"/>
              </a:buBlip>
            </a:pPr>
            <a:r>
              <a:rPr lang="zh-CN" altLang="en-US" sz="2000" dirty="0">
                <a:latin typeface="微软雅黑" panose="020B0503020204020204" charset="-122"/>
                <a:ea typeface="微软雅黑" panose="020B0503020204020204" charset="-122"/>
              </a:rPr>
              <a:t>机器学习支撑风险精准量化</a:t>
            </a:r>
            <a:endParaRPr lang="zh-CN" altLang="en-US" sz="2000" dirty="0">
              <a:latin typeface="微软雅黑" panose="020B0503020204020204" charset="-122"/>
              <a:ea typeface="微软雅黑" panose="020B0503020204020204" charset="-122"/>
            </a:endParaRPr>
          </a:p>
        </p:txBody>
      </p:sp>
      <p:sp>
        <p:nvSpPr>
          <p:cNvPr id="194" name="圆角矩形标注 193"/>
          <p:cNvSpPr/>
          <p:nvPr/>
        </p:nvSpPr>
        <p:spPr>
          <a:xfrm>
            <a:off x="9409430" y="5101590"/>
            <a:ext cx="2548255" cy="627380"/>
          </a:xfrm>
          <a:prstGeom prst="wedgeRoundRectCallout">
            <a:avLst>
              <a:gd name="adj1" fmla="val -20844"/>
              <a:gd name="adj2" fmla="val -71153"/>
              <a:gd name="adj3" fmla="val 16667"/>
            </a:avLst>
          </a:prstGeom>
          <a:solidFill>
            <a:srgbClr val="507155">
              <a:alpha val="19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zh-CN" altLang="en-US" sz="1400" dirty="0">
                <a:solidFill>
                  <a:schemeClr val="tx1"/>
                </a:solidFill>
                <a:latin typeface="微软雅黑" panose="020B0503020204020204" charset="-122"/>
                <a:ea typeface="微软雅黑" panose="020B0503020204020204" charset="-122"/>
              </a:rPr>
              <a:t>服役年限与兵种特征是量化非线性风险的核心变量</a:t>
            </a:r>
            <a:endParaRPr lang="zh-CN" altLang="en-US" sz="1400" dirty="0">
              <a:solidFill>
                <a:schemeClr val="tx1"/>
              </a:solidFill>
              <a:latin typeface="微软雅黑" panose="020B0503020204020204" charset="-122"/>
              <a:ea typeface="微软雅黑" panose="020B0503020204020204" charset="-122"/>
            </a:endParaRPr>
          </a:p>
        </p:txBody>
      </p:sp>
      <p:sp>
        <p:nvSpPr>
          <p:cNvPr id="27" name="圆角矩形标注 26"/>
          <p:cNvSpPr/>
          <p:nvPr/>
        </p:nvSpPr>
        <p:spPr>
          <a:xfrm>
            <a:off x="9642475" y="6092825"/>
            <a:ext cx="2435860" cy="718820"/>
          </a:xfrm>
          <a:prstGeom prst="wedgeRoundRectCallout">
            <a:avLst>
              <a:gd name="adj1" fmla="val -20840"/>
              <a:gd name="adj2" fmla="val -81798"/>
              <a:gd name="adj3" fmla="val 16667"/>
            </a:avLst>
          </a:prstGeom>
          <a:solidFill>
            <a:srgbClr val="507155">
              <a:alpha val="19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zh-CN" altLang="en-US" sz="1400" dirty="0">
                <a:solidFill>
                  <a:schemeClr val="tx1"/>
                </a:solidFill>
                <a:latin typeface="微软雅黑" panose="020B0503020204020204" charset="-122"/>
                <a:ea typeface="微软雅黑" panose="020B0503020204020204" charset="-122"/>
                <a:cs typeface="微软雅黑" panose="020B0503020204020204" charset="-122"/>
              </a:rPr>
              <a:t>模块化方案驱动全人群覆盖，社商融合是体系落地核心前提</a:t>
            </a:r>
            <a:endParaRPr lang="zh-CN" altLang="en-US" sz="1400" dirty="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75" name="圆角矩形 174"/>
          <p:cNvSpPr/>
          <p:nvPr/>
        </p:nvSpPr>
        <p:spPr>
          <a:xfrm>
            <a:off x="2927985" y="5684520"/>
            <a:ext cx="1844040" cy="661035"/>
          </a:xfrm>
          <a:prstGeom prst="roundRect">
            <a:avLst/>
          </a:prstGeom>
          <a:noFill/>
          <a:ln>
            <a:noFill/>
          </a:ln>
          <a:effectLst>
            <a:glow>
              <a:schemeClr val="accent1">
                <a:alpha val="100000"/>
              </a:schemeClr>
            </a:glow>
          </a:effectLst>
          <a:extLst>
            <a:ext uri="{909E8E84-426E-40DD-AFC4-6F175D3DCCD1}">
              <a14:hiddenFill xmlns:a14="http://schemas.microsoft.com/office/drawing/2010/main">
                <a:solidFill>
                  <a:schemeClr val="accent6">
                    <a:lumMod val="50000"/>
                    <a:alpha val="92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b="1">
                <a:latin typeface="微软雅黑" panose="020B0503020204020204" charset="-122"/>
                <a:ea typeface="微软雅黑" panose="020B0503020204020204" charset="-122"/>
              </a:rPr>
              <a:t>发展现状</a:t>
            </a:r>
            <a:endParaRPr lang="zh-CN" altLang="en-US" sz="2000" b="1">
              <a:latin typeface="微软雅黑" panose="020B0503020204020204" charset="-122"/>
              <a:ea typeface="微软雅黑" panose="020B0503020204020204" charset="-122"/>
            </a:endParaRPr>
          </a:p>
        </p:txBody>
      </p:sp>
      <p:sp>
        <p:nvSpPr>
          <p:cNvPr id="176" name="圆角矩形 175"/>
          <p:cNvSpPr/>
          <p:nvPr/>
        </p:nvSpPr>
        <p:spPr>
          <a:xfrm>
            <a:off x="3819525" y="4377690"/>
            <a:ext cx="2169160" cy="706120"/>
          </a:xfrm>
          <a:prstGeom prst="roundRect">
            <a:avLst/>
          </a:prstGeom>
          <a:noFill/>
          <a:ln>
            <a:noFill/>
          </a:ln>
          <a:effectLst>
            <a:glow>
              <a:schemeClr val="accent1">
                <a:alpha val="100000"/>
              </a:schemeClr>
            </a:glow>
          </a:effectLst>
          <a:extLst>
            <a:ext uri="{909E8E84-426E-40DD-AFC4-6F175D3DCCD1}">
              <a14:hiddenFill xmlns:a14="http://schemas.microsoft.com/office/drawing/2010/main">
                <a:solidFill>
                  <a:schemeClr val="accent6">
                    <a:lumMod val="50000"/>
                    <a:alpha val="92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b="1">
                <a:latin typeface="微软雅黑" panose="020B0503020204020204" charset="-122"/>
                <a:ea typeface="微软雅黑" panose="020B0503020204020204" charset="-122"/>
              </a:rPr>
              <a:t>退役军人人群画像</a:t>
            </a:r>
            <a:endParaRPr lang="zh-CN" altLang="en-US" b="1">
              <a:latin typeface="微软雅黑" panose="020B0503020204020204" charset="-122"/>
              <a:ea typeface="微软雅黑" panose="020B0503020204020204" charset="-122"/>
            </a:endParaRPr>
          </a:p>
        </p:txBody>
      </p:sp>
      <p:sp>
        <p:nvSpPr>
          <p:cNvPr id="177" name="文本框 176"/>
          <p:cNvSpPr txBox="1"/>
          <p:nvPr/>
        </p:nvSpPr>
        <p:spPr>
          <a:xfrm>
            <a:off x="6514465" y="4523105"/>
            <a:ext cx="1593215" cy="368300"/>
          </a:xfrm>
          <a:prstGeom prst="rect">
            <a:avLst/>
          </a:prstGeom>
          <a:noFill/>
        </p:spPr>
        <p:txBody>
          <a:bodyPr wrap="square" rtlCol="0">
            <a:spAutoFit/>
          </a:bodyPr>
          <a:p>
            <a:r>
              <a:rPr lang="zh-CN" altLang="en-US" b="1">
                <a:solidFill>
                  <a:schemeClr val="bg1"/>
                </a:solidFill>
                <a:latin typeface="微软雅黑" panose="020B0503020204020204" charset="-122"/>
                <a:ea typeface="微软雅黑" panose="020B0503020204020204" charset="-122"/>
              </a:rPr>
              <a:t>投保行为逻辑</a:t>
            </a:r>
            <a:endParaRPr lang="zh-CN" altLang="en-US" b="1">
              <a:solidFill>
                <a:schemeClr val="bg1"/>
              </a:solidFill>
              <a:latin typeface="微软雅黑" panose="020B0503020204020204" charset="-122"/>
              <a:ea typeface="微软雅黑" panose="020B0503020204020204" charset="-122"/>
            </a:endParaRPr>
          </a:p>
        </p:txBody>
      </p:sp>
      <p:sp>
        <p:nvSpPr>
          <p:cNvPr id="178" name="圆角矩形 177"/>
          <p:cNvSpPr/>
          <p:nvPr/>
        </p:nvSpPr>
        <p:spPr>
          <a:xfrm>
            <a:off x="7486015" y="5728970"/>
            <a:ext cx="2068195" cy="760730"/>
          </a:xfrm>
          <a:prstGeom prst="roundRect">
            <a:avLst/>
          </a:prstGeom>
          <a:noFill/>
          <a:ln>
            <a:noFill/>
          </a:ln>
          <a:effectLst>
            <a:glow>
              <a:schemeClr val="accent1">
                <a:alpha val="100000"/>
              </a:schemeClr>
            </a:glow>
          </a:effectLst>
          <a:extLst>
            <a:ext uri="{909E8E84-426E-40DD-AFC4-6F175D3DCCD1}">
              <a14:hiddenFill xmlns:a14="http://schemas.microsoft.com/office/drawing/2010/main">
                <a:solidFill>
                  <a:schemeClr val="accent6">
                    <a:lumMod val="50000"/>
                    <a:alpha val="92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b="1">
                <a:latin typeface="微软雅黑" panose="020B0503020204020204" charset="-122"/>
                <a:ea typeface="微软雅黑" panose="020B0503020204020204" charset="-122"/>
              </a:rPr>
              <a:t>实施方案</a:t>
            </a:r>
            <a:endParaRPr lang="zh-CN" altLang="en-US" sz="2000" b="1">
              <a:latin typeface="微软雅黑" panose="020B0503020204020204" charset="-122"/>
              <a:ea typeface="微软雅黑" panose="020B0503020204020204" charset="-122"/>
            </a:endParaRPr>
          </a:p>
        </p:txBody>
      </p:sp>
      <p:pic>
        <p:nvPicPr>
          <p:cNvPr id="28" name="图片 27" descr="箭头"/>
          <p:cNvPicPr>
            <a:picLocks noChangeAspect="1"/>
          </p:cNvPicPr>
          <p:nvPr>
            <p:custDataLst>
              <p:tags r:id="rId19"/>
            </p:custDataLst>
          </p:nvPr>
        </p:nvPicPr>
        <p:blipFill>
          <a:blip r:embed="rId20">
            <a:extLst>
              <a:ext uri="{96DAC541-7B7A-43D3-8B79-37D633B846F1}">
                <asvg:svgBlip xmlns:asvg="http://schemas.microsoft.com/office/drawing/2016/SVG/main" r:embed="rId21"/>
              </a:ext>
            </a:extLst>
          </a:blip>
          <a:stretch>
            <a:fillRect/>
          </a:stretch>
        </p:blipFill>
        <p:spPr>
          <a:xfrm flipH="1">
            <a:off x="365760" y="1035685"/>
            <a:ext cx="369570" cy="369570"/>
          </a:xfrm>
          <a:prstGeom prst="rect">
            <a:avLst/>
          </a:prstGeom>
        </p:spPr>
      </p:pic>
      <p:grpSp>
        <p:nvGrpSpPr>
          <p:cNvPr id="172" name="组合 171"/>
          <p:cNvGrpSpPr/>
          <p:nvPr/>
        </p:nvGrpSpPr>
        <p:grpSpPr>
          <a:xfrm>
            <a:off x="-674446" y="0"/>
            <a:ext cx="13073260" cy="902312"/>
            <a:chOff x="-801446" y="0"/>
            <a:chExt cx="13073260" cy="902312"/>
          </a:xfrm>
        </p:grpSpPr>
        <p:sp>
          <p:nvSpPr>
            <p:cNvPr id="173" name="PA-任意多边形 900"/>
            <p:cNvSpPr/>
            <p:nvPr>
              <p:custDataLst>
                <p:tags r:id="rId22"/>
              </p:custDataLst>
            </p:nvPr>
          </p:nvSpPr>
          <p:spPr>
            <a:xfrm flipV="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91000">
                  <a:schemeClr val="accent2">
                    <a:lumMod val="75000"/>
                  </a:schemeClr>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74" name="PA-任意多边形 46"/>
            <p:cNvSpPr/>
            <p:nvPr>
              <p:custDataLst>
                <p:tags r:id="rId23"/>
              </p:custDataLst>
            </p:nvPr>
          </p:nvSpPr>
          <p:spPr>
            <a:xfrm>
              <a:off x="17585" y="140988"/>
              <a:ext cx="10477775" cy="713837"/>
            </a:xfrm>
            <a:custGeom>
              <a:avLst/>
              <a:gdLst>
                <a:gd name="connsiteX0" fmla="*/ 0 w 10477775"/>
                <a:gd name="connsiteY0" fmla="*/ 0 h 713837"/>
                <a:gd name="connsiteX1" fmla="*/ 9872819 w 10477775"/>
                <a:gd name="connsiteY1" fmla="*/ 0 h 713837"/>
                <a:gd name="connsiteX2" fmla="*/ 10477775 w 10477775"/>
                <a:gd name="connsiteY2" fmla="*/ 713837 h 713837"/>
                <a:gd name="connsiteX3" fmla="*/ 0 w 10477775"/>
                <a:gd name="connsiteY3" fmla="*/ 713837 h 713837"/>
                <a:gd name="connsiteX4" fmla="*/ 0 w 10477775"/>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775" h="713837">
                  <a:moveTo>
                    <a:pt x="0" y="0"/>
                  </a:moveTo>
                  <a:lnTo>
                    <a:pt x="9872819" y="0"/>
                  </a:lnTo>
                  <a:lnTo>
                    <a:pt x="10477775" y="713837"/>
                  </a:lnTo>
                  <a:lnTo>
                    <a:pt x="0" y="713837"/>
                  </a:lnTo>
                  <a:lnTo>
                    <a:pt x="0" y="0"/>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 name="PA-任意多边形 50"/>
            <p:cNvSpPr/>
            <p:nvPr>
              <p:custDataLst>
                <p:tags r:id="rId24"/>
              </p:custDataLst>
            </p:nvPr>
          </p:nvSpPr>
          <p:spPr>
            <a:xfrm>
              <a:off x="79814" y="136543"/>
              <a:ext cx="12192000" cy="713837"/>
            </a:xfrm>
            <a:custGeom>
              <a:avLst/>
              <a:gdLst>
                <a:gd name="connsiteX0" fmla="*/ 0 w 12192000"/>
                <a:gd name="connsiteY0" fmla="*/ 0 h 713837"/>
                <a:gd name="connsiteX1" fmla="*/ 12192000 w 12192000"/>
                <a:gd name="connsiteY1" fmla="*/ 0 h 713837"/>
                <a:gd name="connsiteX2" fmla="*/ 12192000 w 12192000"/>
                <a:gd name="connsiteY2" fmla="*/ 713837 h 713837"/>
                <a:gd name="connsiteX3" fmla="*/ 0 w 12192000"/>
                <a:gd name="connsiteY3" fmla="*/ 713837 h 713837"/>
              </a:gdLst>
              <a:ahLst/>
              <a:cxnLst>
                <a:cxn ang="0">
                  <a:pos x="connsiteX0" y="connsiteY0"/>
                </a:cxn>
                <a:cxn ang="0">
                  <a:pos x="connsiteX1" y="connsiteY1"/>
                </a:cxn>
                <a:cxn ang="0">
                  <a:pos x="connsiteX2" y="connsiteY2"/>
                </a:cxn>
                <a:cxn ang="0">
                  <a:pos x="connsiteX3" y="connsiteY3"/>
                </a:cxn>
              </a:cxnLst>
              <a:rect l="l" t="t" r="r" b="b"/>
              <a:pathLst>
                <a:path w="12192000" h="713837">
                  <a:moveTo>
                    <a:pt x="0" y="0"/>
                  </a:moveTo>
                  <a:lnTo>
                    <a:pt x="12192000" y="0"/>
                  </a:lnTo>
                  <a:lnTo>
                    <a:pt x="12192000" y="713837"/>
                  </a:lnTo>
                  <a:lnTo>
                    <a:pt x="0" y="713837"/>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mn-cs"/>
              </a:endParaRPr>
            </a:p>
          </p:txBody>
        </p:sp>
        <p:sp>
          <p:nvSpPr>
            <p:cNvPr id="5" name="PA-文本框 24"/>
            <p:cNvSpPr txBox="1"/>
            <p:nvPr>
              <p:custDataLst>
                <p:tags r:id="rId25"/>
              </p:custDataLst>
            </p:nvPr>
          </p:nvSpPr>
          <p:spPr>
            <a:xfrm>
              <a:off x="1600150" y="236296"/>
              <a:ext cx="1960880" cy="521970"/>
            </a:xfrm>
            <a:prstGeom prst="rect">
              <a:avLst/>
            </a:prstGeom>
            <a:noFill/>
          </p:spPr>
          <p:txBody>
            <a:bodyPr wrap="none">
              <a:spAutoFit/>
            </a:bodyPr>
            <a:lstStyle>
              <a:defPPr>
                <a:defRPr lang="zh-CN"/>
              </a:defPPr>
              <a:lvl1pPr>
                <a:defRPr sz="2400" b="1">
                  <a:gradFill>
                    <a:gsLst>
                      <a:gs pos="100000">
                        <a:schemeClr val="accent1">
                          <a:lumMod val="50000"/>
                        </a:schemeClr>
                      </a:gs>
                      <a:gs pos="17000">
                        <a:schemeClr val="accent1">
                          <a:lumMod val="50000"/>
                        </a:schemeClr>
                      </a:gs>
                    </a:gsLst>
                    <a:path path="circle">
                      <a:fillToRect r="100000" b="100000"/>
                    </a:path>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dirty="0">
                  <a:gradFill>
                    <a:gsLst>
                      <a:gs pos="100000">
                        <a:srgbClr val="206252">
                          <a:lumMod val="50000"/>
                        </a:srgbClr>
                      </a:gs>
                      <a:gs pos="17000">
                        <a:srgbClr val="206252">
                          <a:lumMod val="75000"/>
                        </a:srgbClr>
                      </a:gs>
                    </a:gsLst>
                    <a:path path="circle">
                      <a:fillToRect r="100000" b="100000"/>
                    </a:path>
                  </a:gradFill>
                  <a:latin typeface="微软雅黑" panose="020B0503020204020204" charset="-122"/>
                  <a:ea typeface="微软雅黑" panose="020B0503020204020204" charset="-122"/>
                  <a:sym typeface="阿里妈妈数黑体" pitchFamily="2" charset="-122"/>
                </a:rPr>
                <a:t>结论与建议</a:t>
              </a:r>
              <a:endParaRPr lang="zh-CN" altLang="en-US" sz="2800" dirty="0">
                <a:gradFill>
                  <a:gsLst>
                    <a:gs pos="100000">
                      <a:srgbClr val="206252">
                        <a:lumMod val="50000"/>
                      </a:srgbClr>
                    </a:gs>
                    <a:gs pos="17000">
                      <a:srgbClr val="206252">
                        <a:lumMod val="75000"/>
                      </a:srgbClr>
                    </a:gs>
                  </a:gsLst>
                  <a:path path="circle">
                    <a:fillToRect r="100000" b="100000"/>
                  </a:path>
                </a:gradFill>
                <a:latin typeface="微软雅黑" panose="020B0503020204020204" charset="-122"/>
                <a:ea typeface="微软雅黑" panose="020B0503020204020204" charset="-122"/>
                <a:sym typeface="阿里妈妈数黑体" pitchFamily="2" charset="-122"/>
              </a:endParaRPr>
            </a:p>
          </p:txBody>
        </p:sp>
        <p:sp>
          <p:nvSpPr>
            <p:cNvPr id="7" name="PA-任意多边形 6"/>
            <p:cNvSpPr/>
            <p:nvPr>
              <p:custDataLst>
                <p:tags r:id="rId26"/>
              </p:custDataLst>
            </p:nvPr>
          </p:nvSpPr>
          <p:spPr>
            <a:xfrm>
              <a:off x="-52754" y="850261"/>
              <a:ext cx="12262339" cy="52051"/>
            </a:xfrm>
            <a:custGeom>
              <a:avLst/>
              <a:gdLst>
                <a:gd name="connsiteX0" fmla="*/ 0 w 4366736"/>
                <a:gd name="connsiteY0" fmla="*/ 0 h 64293"/>
                <a:gd name="connsiteX1" fmla="*/ 4366737 w 4366736"/>
                <a:gd name="connsiteY1" fmla="*/ 0 h 64293"/>
                <a:gd name="connsiteX2" fmla="*/ 4366737 w 4366736"/>
                <a:gd name="connsiteY2" fmla="*/ 64294 h 64293"/>
                <a:gd name="connsiteX3" fmla="*/ 0 w 4366736"/>
                <a:gd name="connsiteY3" fmla="*/ 64294 h 64293"/>
              </a:gdLst>
              <a:ahLst/>
              <a:cxnLst>
                <a:cxn ang="0">
                  <a:pos x="connsiteX0" y="connsiteY0"/>
                </a:cxn>
                <a:cxn ang="0">
                  <a:pos x="connsiteX1" y="connsiteY1"/>
                </a:cxn>
                <a:cxn ang="0">
                  <a:pos x="connsiteX2" y="connsiteY2"/>
                </a:cxn>
                <a:cxn ang="0">
                  <a:pos x="connsiteX3" y="connsiteY3"/>
                </a:cxn>
              </a:cxnLst>
              <a:rect l="l" t="t" r="r" b="b"/>
              <a:pathLst>
                <a:path w="4366736" h="64293">
                  <a:moveTo>
                    <a:pt x="0" y="0"/>
                  </a:moveTo>
                  <a:lnTo>
                    <a:pt x="4366737" y="0"/>
                  </a:lnTo>
                  <a:lnTo>
                    <a:pt x="4366737" y="64294"/>
                  </a:lnTo>
                  <a:lnTo>
                    <a:pt x="0" y="64294"/>
                  </a:lnTo>
                  <a:close/>
                </a:path>
              </a:pathLst>
            </a:custGeom>
            <a:gradFill flip="none" rotWithShape="1">
              <a:gsLst>
                <a:gs pos="100000">
                  <a:schemeClr val="accent1"/>
                </a:gs>
                <a:gs pos="12000">
                  <a:schemeClr val="accent1">
                    <a:lumMod val="20000"/>
                    <a:lumOff val="80000"/>
                  </a:schemeClr>
                </a:gs>
              </a:gsLst>
              <a:lin ang="0" scaled="0"/>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2" name="PA-任意多边形 899"/>
            <p:cNvSpPr/>
            <p:nvPr>
              <p:custDataLst>
                <p:tags r:id="rId27"/>
              </p:custDataLst>
            </p:nvPr>
          </p:nvSpPr>
          <p:spPr>
            <a:xfrm flipH="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55000">
                  <a:schemeClr val="accent1"/>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79" name="PA-文本框 26"/>
            <p:cNvSpPr txBox="1"/>
            <p:nvPr>
              <p:custDataLst>
                <p:tags r:id="rId28"/>
              </p:custDataLst>
            </p:nvPr>
          </p:nvSpPr>
          <p:spPr>
            <a:xfrm>
              <a:off x="6507233" y="309946"/>
              <a:ext cx="17830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noProof="0" dirty="0">
                  <a:ln>
                    <a:noFill/>
                  </a:ln>
                  <a:solidFill>
                    <a:srgbClr val="206252">
                      <a:lumMod val="50000"/>
                    </a:srgbClr>
                  </a:solidFill>
                  <a:effectLst/>
                  <a:uLnTx/>
                  <a:uFillTx/>
                  <a:latin typeface="微软雅黑" panose="020B0503020204020204" charset="-122"/>
                  <a:ea typeface="微软雅黑" panose="020B0503020204020204" charset="-122"/>
                  <a:sym typeface="OPPOSans M" panose="00020600040101010101" pitchFamily="18" charset="-122"/>
                </a:rPr>
                <a:t>调查设计与实施</a:t>
              </a:r>
              <a:endParaRPr kumimoji="0" lang="zh-CN" altLang="en-US" sz="180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sp>
          <p:nvSpPr>
            <p:cNvPr id="180" name="PA-文本框 26"/>
            <p:cNvSpPr txBox="1"/>
            <p:nvPr>
              <p:custDataLst>
                <p:tags r:id="rId29"/>
              </p:custDataLst>
            </p:nvPr>
          </p:nvSpPr>
          <p:spPr>
            <a:xfrm>
              <a:off x="8672698" y="313756"/>
              <a:ext cx="3098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cxnSp>
          <p:nvCxnSpPr>
            <p:cNvPr id="181" name="PA-直接连接符 18"/>
            <p:cNvCxnSpPr/>
            <p:nvPr>
              <p:custDataLst>
                <p:tags r:id="rId30"/>
              </p:custDataLst>
            </p:nvPr>
          </p:nvCxnSpPr>
          <p:spPr>
            <a:xfrm flipH="1">
              <a:off x="5253886"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182" name="PA-直接连接符 22"/>
            <p:cNvCxnSpPr/>
            <p:nvPr>
              <p:custDataLst>
                <p:tags r:id="rId31"/>
              </p:custDataLst>
            </p:nvPr>
          </p:nvCxnSpPr>
          <p:spPr>
            <a:xfrm flipH="1">
              <a:off x="6412243"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183" name="PA-文本框 26"/>
            <p:cNvSpPr txBox="1"/>
            <p:nvPr>
              <p:custDataLst>
                <p:tags r:id="rId32"/>
              </p:custDataLst>
            </p:nvPr>
          </p:nvSpPr>
          <p:spPr>
            <a:xfrm>
              <a:off x="5410470" y="313956"/>
              <a:ext cx="10972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a:defRPr/>
              </a:pPr>
              <a:r>
                <a:rPr lang="zh-CN" altLang="en-US" sz="1800" dirty="0">
                  <a:solidFill>
                    <a:srgbClr val="206252">
                      <a:lumMod val="50000"/>
                    </a:srgbClr>
                  </a:solidFill>
                  <a:latin typeface="微软雅黑" panose="020B0503020204020204" charset="-122"/>
                  <a:ea typeface="微软雅黑" panose="020B0503020204020204" charset="-122"/>
                  <a:sym typeface="阿里妈妈数黑体" pitchFamily="2" charset="-122"/>
                </a:rPr>
                <a:t>前期调研</a:t>
              </a:r>
              <a:endParaRPr lang="zh-CN" altLang="en-US" sz="1800" dirty="0">
                <a:solidFill>
                  <a:srgbClr val="206252">
                    <a:lumMod val="50000"/>
                  </a:srgbClr>
                </a:solidFill>
                <a:latin typeface="微软雅黑" panose="020B0503020204020204" charset="-122"/>
                <a:ea typeface="微软雅黑" panose="020B0503020204020204" charset="-122"/>
                <a:sym typeface="阿里妈妈数黑体" pitchFamily="2" charset="-122"/>
              </a:endParaRPr>
            </a:p>
          </p:txBody>
        </p:sp>
        <p:sp>
          <p:nvSpPr>
            <p:cNvPr id="184" name="PA-图形 7"/>
            <p:cNvSpPr/>
            <p:nvPr>
              <p:custDataLst>
                <p:tags r:id="rId33"/>
              </p:custDataLst>
            </p:nvPr>
          </p:nvSpPr>
          <p:spPr>
            <a:xfrm>
              <a:off x="273980" y="148474"/>
              <a:ext cx="555983" cy="416889"/>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0">
                  <a:schemeClr val="bg1"/>
                </a:gs>
                <a:gs pos="87000">
                  <a:schemeClr val="accent1">
                    <a:lumMod val="20000"/>
                    <a:lumOff val="80000"/>
                  </a:schemeClr>
                </a:gs>
              </a:gsLst>
              <a:lin ang="2700000" scaled="0"/>
            </a:gradFill>
            <a:ln w="36909" cap="flat">
              <a:noFill/>
              <a:prstDash val="solid"/>
              <a:miter/>
            </a:ln>
            <a:effectLst>
              <a:outerShdw blurRad="50800" dist="38100" dir="5400000" algn="t" rotWithShape="0">
                <a:schemeClr val="accent1">
                  <a:alpha val="30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cxnSp>
        <p:nvCxnSpPr>
          <p:cNvPr id="20" name="PA-直接连接符 23"/>
          <p:cNvCxnSpPr/>
          <p:nvPr>
            <p:custDataLst>
              <p:tags r:id="rId34"/>
            </p:custDataLst>
          </p:nvPr>
        </p:nvCxnSpPr>
        <p:spPr>
          <a:xfrm flipH="1">
            <a:off x="8337045" y="3675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187" name="PA-直接连接符 23"/>
          <p:cNvCxnSpPr/>
          <p:nvPr>
            <p:custDataLst>
              <p:tags r:id="rId35"/>
            </p:custDataLst>
          </p:nvPr>
        </p:nvCxnSpPr>
        <p:spPr>
          <a:xfrm flipH="1">
            <a:off x="9622285" y="33582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188" name="文本框 187"/>
          <p:cNvSpPr txBox="1"/>
          <p:nvPr/>
        </p:nvSpPr>
        <p:spPr>
          <a:xfrm>
            <a:off x="9886315" y="307340"/>
            <a:ext cx="1369695" cy="368300"/>
          </a:xfrm>
          <a:prstGeom prst="rect">
            <a:avLst/>
          </a:prstGeom>
          <a:noFill/>
        </p:spPr>
        <p:txBody>
          <a:bodyPr wrap="square" rtlCol="0">
            <a:spAutoFit/>
          </a:bodyPr>
          <a:lstStyle/>
          <a:p>
            <a:r>
              <a:rPr lang="zh-CN" altLang="en-US" b="1">
                <a:solidFill>
                  <a:srgbClr val="2D8A73"/>
                </a:solidFill>
                <a:latin typeface="微软雅黑" panose="020B0503020204020204" charset="-122"/>
                <a:ea typeface="微软雅黑" panose="020B0503020204020204" charset="-122"/>
              </a:rPr>
              <a:t>结论与建议</a:t>
            </a:r>
            <a:endParaRPr lang="zh-CN" altLang="en-US" b="1">
              <a:solidFill>
                <a:srgbClr val="2D8A73"/>
              </a:solidFill>
              <a:latin typeface="微软雅黑" panose="020B0503020204020204" charset="-122"/>
              <a:ea typeface="微软雅黑" panose="020B0503020204020204" charset="-122"/>
            </a:endParaRPr>
          </a:p>
        </p:txBody>
      </p:sp>
      <p:sp>
        <p:nvSpPr>
          <p:cNvPr id="189" name="文本框 188"/>
          <p:cNvSpPr txBox="1"/>
          <p:nvPr/>
        </p:nvSpPr>
        <p:spPr>
          <a:xfrm>
            <a:off x="8540750" y="311150"/>
            <a:ext cx="121221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产品设计</a:t>
            </a:r>
            <a:endParaRPr lang="zh-CN" altLang="en-US">
              <a:latin typeface="微软雅黑" panose="020B0503020204020204" charset="-122"/>
              <a:ea typeface="微软雅黑" panose="020B0503020204020204" charset="-122"/>
            </a:endParaRPr>
          </a:p>
        </p:txBody>
      </p:sp>
      <p:sp>
        <p:nvSpPr>
          <p:cNvPr id="185" name="矩形 184"/>
          <p:cNvSpPr/>
          <p:nvPr/>
        </p:nvSpPr>
        <p:spPr>
          <a:xfrm>
            <a:off x="3756660" y="298450"/>
            <a:ext cx="2100580" cy="522605"/>
          </a:xfrm>
          <a:prstGeom prst="rect">
            <a:avLst/>
          </a:prstGeom>
          <a:noFill/>
          <a:ln>
            <a:noFill/>
          </a:ln>
        </p:spPr>
        <p:txBody>
          <a:bodyPr wrap="square" rtlCol="0" anchor="t">
            <a:noAutofit/>
          </a:bodyPr>
          <a:lstStyle/>
          <a:p>
            <a:pPr algn="ctr">
              <a:defRPr/>
            </a:pPr>
            <a:r>
              <a:rPr lang="zh-CN" altLang="en-US" dirty="0">
                <a:solidFill>
                  <a:schemeClr val="tx1"/>
                </a:solidFill>
                <a:latin typeface="微软雅黑" panose="020B0503020204020204" charset="-122"/>
                <a:ea typeface="微软雅黑" panose="020B0503020204020204" charset="-122"/>
              </a:rPr>
              <a:t>研究背景</a:t>
            </a:r>
            <a:endParaRPr lang="zh-CN" altLang="en-US" dirty="0">
              <a:solidFill>
                <a:schemeClr val="tx1"/>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组合 21"/>
          <p:cNvGrpSpPr/>
          <p:nvPr/>
        </p:nvGrpSpPr>
        <p:grpSpPr>
          <a:xfrm>
            <a:off x="17781" y="-105409"/>
            <a:ext cx="13439754" cy="8833413"/>
            <a:chOff x="1" y="1"/>
            <a:chExt cx="13439754" cy="8833413"/>
          </a:xfrm>
        </p:grpSpPr>
        <p:pic>
          <p:nvPicPr>
            <p:cNvPr id="160" name="图片 159"/>
            <p:cNvPicPr>
              <a:picLocks noChangeAspect="1"/>
            </p:cNvPicPr>
            <p:nvPr/>
          </p:nvPicPr>
          <p:blipFill>
            <a:blip r:embed="rId1"/>
            <a:srcRect l="1166" t="25263"/>
            <a:stretch>
              <a:fillRect/>
            </a:stretch>
          </p:blipFill>
          <p:spPr>
            <a:xfrm>
              <a:off x="1" y="1"/>
              <a:ext cx="12174415" cy="5125479"/>
            </a:xfrm>
            <a:custGeom>
              <a:avLst/>
              <a:gdLst>
                <a:gd name="connsiteX0" fmla="*/ 0 w 12174415"/>
                <a:gd name="connsiteY0" fmla="*/ 0 h 5125479"/>
                <a:gd name="connsiteX1" fmla="*/ 12174415 w 12174415"/>
                <a:gd name="connsiteY1" fmla="*/ 0 h 5125479"/>
                <a:gd name="connsiteX2" fmla="*/ 12174415 w 12174415"/>
                <a:gd name="connsiteY2" fmla="*/ 5125479 h 5125479"/>
                <a:gd name="connsiteX3" fmla="*/ 0 w 12174415"/>
                <a:gd name="connsiteY3" fmla="*/ 5125479 h 5125479"/>
              </a:gdLst>
              <a:ahLst/>
              <a:cxnLst>
                <a:cxn ang="0">
                  <a:pos x="connsiteX0" y="connsiteY0"/>
                </a:cxn>
                <a:cxn ang="0">
                  <a:pos x="connsiteX1" y="connsiteY1"/>
                </a:cxn>
                <a:cxn ang="0">
                  <a:pos x="connsiteX2" y="connsiteY2"/>
                </a:cxn>
                <a:cxn ang="0">
                  <a:pos x="connsiteX3" y="connsiteY3"/>
                </a:cxn>
              </a:cxnLst>
              <a:rect l="l" t="t" r="r" b="b"/>
              <a:pathLst>
                <a:path w="12174415" h="5125479">
                  <a:moveTo>
                    <a:pt x="0" y="0"/>
                  </a:moveTo>
                  <a:lnTo>
                    <a:pt x="12174415" y="0"/>
                  </a:lnTo>
                  <a:lnTo>
                    <a:pt x="12174415" y="5125479"/>
                  </a:lnTo>
                  <a:lnTo>
                    <a:pt x="0" y="5125479"/>
                  </a:lnTo>
                  <a:close/>
                </a:path>
              </a:pathLst>
            </a:custGeom>
          </p:spPr>
        </p:pic>
        <p:pic>
          <p:nvPicPr>
            <p:cNvPr id="62" name="Picture 59"/>
            <p:cNvPicPr>
              <a:picLocks noChangeAspect="1"/>
            </p:cNvPicPr>
            <p:nvPr/>
          </p:nvPicPr>
          <p:blipFill>
            <a:blip r:embed="rId2">
              <a:alphaModFix amt="63000"/>
            </a:blip>
            <a:stretch>
              <a:fillRect/>
            </a:stretch>
          </p:blipFill>
          <p:spPr>
            <a:xfrm>
              <a:off x="2588845" y="3586999"/>
              <a:ext cx="10850910" cy="5246415"/>
            </a:xfrm>
            <a:prstGeom prst="rect">
              <a:avLst/>
            </a:prstGeom>
          </p:spPr>
        </p:pic>
      </p:grpSp>
      <p:grpSp>
        <p:nvGrpSpPr>
          <p:cNvPr id="4" name="组合 3"/>
          <p:cNvGrpSpPr/>
          <p:nvPr/>
        </p:nvGrpSpPr>
        <p:grpSpPr>
          <a:xfrm>
            <a:off x="-801446" y="0"/>
            <a:ext cx="13073260" cy="902312"/>
            <a:chOff x="-801446" y="0"/>
            <a:chExt cx="13073260" cy="902312"/>
          </a:xfrm>
        </p:grpSpPr>
        <p:sp>
          <p:nvSpPr>
            <p:cNvPr id="5" name="PA-任意多边形 900"/>
            <p:cNvSpPr/>
            <p:nvPr>
              <p:custDataLst>
                <p:tags r:id="rId3"/>
              </p:custDataLst>
            </p:nvPr>
          </p:nvSpPr>
          <p:spPr>
            <a:xfrm flipV="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91000">
                  <a:schemeClr val="accent2">
                    <a:lumMod val="75000"/>
                  </a:schemeClr>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6" name="PA-任意多边形 46"/>
            <p:cNvSpPr/>
            <p:nvPr>
              <p:custDataLst>
                <p:tags r:id="rId4"/>
              </p:custDataLst>
            </p:nvPr>
          </p:nvSpPr>
          <p:spPr>
            <a:xfrm>
              <a:off x="17585" y="140988"/>
              <a:ext cx="10477775" cy="713837"/>
            </a:xfrm>
            <a:custGeom>
              <a:avLst/>
              <a:gdLst>
                <a:gd name="connsiteX0" fmla="*/ 0 w 10477775"/>
                <a:gd name="connsiteY0" fmla="*/ 0 h 713837"/>
                <a:gd name="connsiteX1" fmla="*/ 9872819 w 10477775"/>
                <a:gd name="connsiteY1" fmla="*/ 0 h 713837"/>
                <a:gd name="connsiteX2" fmla="*/ 10477775 w 10477775"/>
                <a:gd name="connsiteY2" fmla="*/ 713837 h 713837"/>
                <a:gd name="connsiteX3" fmla="*/ 0 w 10477775"/>
                <a:gd name="connsiteY3" fmla="*/ 713837 h 713837"/>
                <a:gd name="connsiteX4" fmla="*/ 0 w 10477775"/>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775" h="713837">
                  <a:moveTo>
                    <a:pt x="0" y="0"/>
                  </a:moveTo>
                  <a:lnTo>
                    <a:pt x="9872819" y="0"/>
                  </a:lnTo>
                  <a:lnTo>
                    <a:pt x="10477775" y="713837"/>
                  </a:lnTo>
                  <a:lnTo>
                    <a:pt x="0" y="713837"/>
                  </a:lnTo>
                  <a:lnTo>
                    <a:pt x="0" y="0"/>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8" name="PA-任意多边形 50"/>
            <p:cNvSpPr/>
            <p:nvPr>
              <p:custDataLst>
                <p:tags r:id="rId5"/>
              </p:custDataLst>
            </p:nvPr>
          </p:nvSpPr>
          <p:spPr>
            <a:xfrm>
              <a:off x="79814" y="136543"/>
              <a:ext cx="12192000" cy="713837"/>
            </a:xfrm>
            <a:custGeom>
              <a:avLst/>
              <a:gdLst>
                <a:gd name="connsiteX0" fmla="*/ 0 w 12192000"/>
                <a:gd name="connsiteY0" fmla="*/ 0 h 713837"/>
                <a:gd name="connsiteX1" fmla="*/ 12192000 w 12192000"/>
                <a:gd name="connsiteY1" fmla="*/ 0 h 713837"/>
                <a:gd name="connsiteX2" fmla="*/ 12192000 w 12192000"/>
                <a:gd name="connsiteY2" fmla="*/ 713837 h 713837"/>
                <a:gd name="connsiteX3" fmla="*/ 0 w 12192000"/>
                <a:gd name="connsiteY3" fmla="*/ 713837 h 713837"/>
              </a:gdLst>
              <a:ahLst/>
              <a:cxnLst>
                <a:cxn ang="0">
                  <a:pos x="connsiteX0" y="connsiteY0"/>
                </a:cxn>
                <a:cxn ang="0">
                  <a:pos x="connsiteX1" y="connsiteY1"/>
                </a:cxn>
                <a:cxn ang="0">
                  <a:pos x="connsiteX2" y="connsiteY2"/>
                </a:cxn>
                <a:cxn ang="0">
                  <a:pos x="connsiteX3" y="connsiteY3"/>
                </a:cxn>
              </a:cxnLst>
              <a:rect l="l" t="t" r="r" b="b"/>
              <a:pathLst>
                <a:path w="12192000" h="713837">
                  <a:moveTo>
                    <a:pt x="0" y="0"/>
                  </a:moveTo>
                  <a:lnTo>
                    <a:pt x="12192000" y="0"/>
                  </a:lnTo>
                  <a:lnTo>
                    <a:pt x="12192000" y="713837"/>
                  </a:lnTo>
                  <a:lnTo>
                    <a:pt x="0" y="713837"/>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mn-cs"/>
              </a:endParaRPr>
            </a:p>
          </p:txBody>
        </p:sp>
        <p:sp>
          <p:nvSpPr>
            <p:cNvPr id="13" name="PA-任意多边形 6"/>
            <p:cNvSpPr/>
            <p:nvPr>
              <p:custDataLst>
                <p:tags r:id="rId6"/>
              </p:custDataLst>
            </p:nvPr>
          </p:nvSpPr>
          <p:spPr>
            <a:xfrm>
              <a:off x="-52754" y="850261"/>
              <a:ext cx="12262339" cy="52051"/>
            </a:xfrm>
            <a:custGeom>
              <a:avLst/>
              <a:gdLst>
                <a:gd name="connsiteX0" fmla="*/ 0 w 4366736"/>
                <a:gd name="connsiteY0" fmla="*/ 0 h 64293"/>
                <a:gd name="connsiteX1" fmla="*/ 4366737 w 4366736"/>
                <a:gd name="connsiteY1" fmla="*/ 0 h 64293"/>
                <a:gd name="connsiteX2" fmla="*/ 4366737 w 4366736"/>
                <a:gd name="connsiteY2" fmla="*/ 64294 h 64293"/>
                <a:gd name="connsiteX3" fmla="*/ 0 w 4366736"/>
                <a:gd name="connsiteY3" fmla="*/ 64294 h 64293"/>
              </a:gdLst>
              <a:ahLst/>
              <a:cxnLst>
                <a:cxn ang="0">
                  <a:pos x="connsiteX0" y="connsiteY0"/>
                </a:cxn>
                <a:cxn ang="0">
                  <a:pos x="connsiteX1" y="connsiteY1"/>
                </a:cxn>
                <a:cxn ang="0">
                  <a:pos x="connsiteX2" y="connsiteY2"/>
                </a:cxn>
                <a:cxn ang="0">
                  <a:pos x="connsiteX3" y="connsiteY3"/>
                </a:cxn>
              </a:cxnLst>
              <a:rect l="l" t="t" r="r" b="b"/>
              <a:pathLst>
                <a:path w="4366736" h="64293">
                  <a:moveTo>
                    <a:pt x="0" y="0"/>
                  </a:moveTo>
                  <a:lnTo>
                    <a:pt x="4366737" y="0"/>
                  </a:lnTo>
                  <a:lnTo>
                    <a:pt x="4366737" y="64294"/>
                  </a:lnTo>
                  <a:lnTo>
                    <a:pt x="0" y="64294"/>
                  </a:lnTo>
                  <a:close/>
                </a:path>
              </a:pathLst>
            </a:custGeom>
            <a:gradFill flip="none" rotWithShape="1">
              <a:gsLst>
                <a:gs pos="100000">
                  <a:schemeClr val="accent1"/>
                </a:gs>
                <a:gs pos="12000">
                  <a:schemeClr val="accent1">
                    <a:lumMod val="20000"/>
                    <a:lumOff val="80000"/>
                  </a:schemeClr>
                </a:gs>
              </a:gsLst>
              <a:lin ang="0" scaled="0"/>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4" name="PA-任意多边形 899"/>
            <p:cNvSpPr/>
            <p:nvPr>
              <p:custDataLst>
                <p:tags r:id="rId7"/>
              </p:custDataLst>
            </p:nvPr>
          </p:nvSpPr>
          <p:spPr>
            <a:xfrm flipH="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55000">
                  <a:schemeClr val="accent1"/>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cxnSp>
          <p:nvCxnSpPr>
            <p:cNvPr id="15" name="PA-直接连接符 18"/>
            <p:cNvCxnSpPr/>
            <p:nvPr>
              <p:custDataLst>
                <p:tags r:id="rId8"/>
              </p:custDataLst>
            </p:nvPr>
          </p:nvCxnSpPr>
          <p:spPr>
            <a:xfrm flipH="1">
              <a:off x="5253886"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16" name="PA-图形 7"/>
            <p:cNvSpPr/>
            <p:nvPr>
              <p:custDataLst>
                <p:tags r:id="rId9"/>
              </p:custDataLst>
            </p:nvPr>
          </p:nvSpPr>
          <p:spPr>
            <a:xfrm>
              <a:off x="273980" y="148474"/>
              <a:ext cx="555983" cy="416889"/>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0">
                  <a:schemeClr val="bg1"/>
                </a:gs>
                <a:gs pos="87000">
                  <a:schemeClr val="accent1">
                    <a:lumMod val="20000"/>
                    <a:lumOff val="80000"/>
                  </a:schemeClr>
                </a:gs>
              </a:gsLst>
              <a:lin ang="2700000" scaled="0"/>
            </a:gradFill>
            <a:ln w="36909" cap="flat">
              <a:noFill/>
              <a:prstDash val="solid"/>
              <a:miter/>
            </a:ln>
            <a:effectLst>
              <a:outerShdw blurRad="50800" dist="38100" dir="5400000" algn="t" rotWithShape="0">
                <a:schemeClr val="accent1">
                  <a:alpha val="30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pic>
        <p:nvPicPr>
          <p:cNvPr id="2" name="Picture 153"/>
          <p:cNvPicPr>
            <a:picLocks noChangeAspect="1"/>
          </p:cNvPicPr>
          <p:nvPr/>
        </p:nvPicPr>
        <p:blipFill>
          <a:blip r:embed="rId10"/>
          <a:stretch>
            <a:fillRect/>
          </a:stretch>
        </p:blipFill>
        <p:spPr>
          <a:xfrm>
            <a:off x="2454790" y="4630723"/>
            <a:ext cx="9936302" cy="2256048"/>
          </a:xfrm>
          <a:prstGeom prst="rect">
            <a:avLst/>
          </a:prstGeom>
        </p:spPr>
      </p:pic>
      <p:pic>
        <p:nvPicPr>
          <p:cNvPr id="10" name="Picture 153"/>
          <p:cNvPicPr>
            <a:picLocks noChangeAspect="1"/>
          </p:cNvPicPr>
          <p:nvPr/>
        </p:nvPicPr>
        <p:blipFill>
          <a:blip r:embed="rId10"/>
          <a:stretch>
            <a:fillRect/>
          </a:stretch>
        </p:blipFill>
        <p:spPr>
          <a:xfrm flipH="1">
            <a:off x="-59794" y="4630450"/>
            <a:ext cx="9936302" cy="2256048"/>
          </a:xfrm>
          <a:prstGeom prst="rect">
            <a:avLst/>
          </a:prstGeom>
        </p:spPr>
      </p:pic>
      <p:sp>
        <p:nvSpPr>
          <p:cNvPr id="17" name="PA-文本框 24"/>
          <p:cNvSpPr txBox="1"/>
          <p:nvPr>
            <p:custDataLst>
              <p:tags r:id="rId11"/>
            </p:custDataLst>
          </p:nvPr>
        </p:nvSpPr>
        <p:spPr>
          <a:xfrm>
            <a:off x="1600150" y="236296"/>
            <a:ext cx="1605280" cy="521970"/>
          </a:xfrm>
          <a:prstGeom prst="rect">
            <a:avLst/>
          </a:prstGeom>
          <a:noFill/>
        </p:spPr>
        <p:txBody>
          <a:bodyPr wrap="none">
            <a:spAutoFit/>
          </a:bodyPr>
          <a:lstStyle>
            <a:defPPr>
              <a:defRPr lang="zh-CN"/>
            </a:defPPr>
            <a:lvl1pPr>
              <a:defRPr sz="2400" b="1">
                <a:gradFill>
                  <a:gsLst>
                    <a:gs pos="100000">
                      <a:schemeClr val="accent1">
                        <a:lumMod val="50000"/>
                      </a:schemeClr>
                    </a:gs>
                    <a:gs pos="17000">
                      <a:schemeClr val="accent1">
                        <a:lumMod val="50000"/>
                      </a:schemeClr>
                    </a:gs>
                  </a:gsLst>
                  <a:path path="circle">
                    <a:fillToRect r="100000" b="100000"/>
                  </a:path>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gradFill>
                  <a:gsLst>
                    <a:gs pos="100000">
                      <a:srgbClr val="206252">
                        <a:lumMod val="50000"/>
                      </a:srgbClr>
                    </a:gs>
                    <a:gs pos="17000">
                      <a:srgbClr val="206252">
                        <a:lumMod val="75000"/>
                      </a:srgbClr>
                    </a:gs>
                  </a:gsLst>
                  <a:path path="circle">
                    <a:fillToRect r="100000" b="100000"/>
                  </a:path>
                </a:gradFill>
                <a:effectLst/>
                <a:uLnTx/>
                <a:uFillTx/>
                <a:latin typeface="微软雅黑" panose="020B0503020204020204" charset="-122"/>
                <a:ea typeface="微软雅黑" panose="020B0503020204020204" charset="-122"/>
                <a:cs typeface="+mn-cs"/>
                <a:sym typeface="阿里妈妈数黑体" pitchFamily="2" charset="-122"/>
              </a:rPr>
              <a:t>产品设计</a:t>
            </a:r>
            <a:endParaRPr kumimoji="0" lang="zh-CN" altLang="en-US" sz="2800" b="1" i="0" u="none" strike="noStrike" kern="1200" cap="none" spc="0" normalizeH="0" baseline="0" noProof="0" dirty="0">
              <a:ln>
                <a:noFill/>
              </a:ln>
              <a:gradFill>
                <a:gsLst>
                  <a:gs pos="100000">
                    <a:srgbClr val="206252">
                      <a:lumMod val="50000"/>
                    </a:srgbClr>
                  </a:gs>
                  <a:gs pos="17000">
                    <a:srgbClr val="206252">
                      <a:lumMod val="75000"/>
                    </a:srgbClr>
                  </a:gs>
                </a:gsLst>
                <a:path path="circle">
                  <a:fillToRect r="100000" b="100000"/>
                </a:path>
              </a:gradFill>
              <a:effectLst/>
              <a:uLnTx/>
              <a:uFillTx/>
              <a:latin typeface="微软雅黑" panose="020B0503020204020204" charset="-122"/>
              <a:ea typeface="微软雅黑" panose="020B0503020204020204" charset="-122"/>
              <a:cs typeface="+mn-cs"/>
              <a:sym typeface="阿里妈妈数黑体" pitchFamily="2" charset="-122"/>
            </a:endParaRPr>
          </a:p>
        </p:txBody>
      </p:sp>
      <p:sp>
        <p:nvSpPr>
          <p:cNvPr id="18" name="矩形 17"/>
          <p:cNvSpPr/>
          <p:nvPr/>
        </p:nvSpPr>
        <p:spPr>
          <a:xfrm>
            <a:off x="3629660" y="298450"/>
            <a:ext cx="2100580" cy="522605"/>
          </a:xfrm>
          <a:prstGeom prst="rect">
            <a:avLst/>
          </a:prstGeom>
          <a:noFill/>
          <a:ln>
            <a:noFill/>
          </a:ln>
        </p:spPr>
        <p:txBody>
          <a:bodyPr wrap="square" rtlCol="0" anchor="t">
            <a:noAutofit/>
          </a:bodyPr>
          <a:lstStyle/>
          <a:p>
            <a:pPr algn="ctr"/>
            <a:r>
              <a:rPr lang="zh-CN" altLang="en-US" dirty="0">
                <a:solidFill>
                  <a:schemeClr val="tx1"/>
                </a:solidFill>
                <a:effectLst/>
                <a:latin typeface="微软雅黑" panose="020B0503020204020204" charset="-122"/>
                <a:ea typeface="微软雅黑" panose="020B0503020204020204" charset="-122"/>
              </a:rPr>
              <a:t>研究背景</a:t>
            </a:r>
            <a:endParaRPr lang="zh-CN" altLang="en-US" dirty="0">
              <a:solidFill>
                <a:schemeClr val="tx1"/>
              </a:solidFill>
              <a:effectLst/>
              <a:latin typeface="微软雅黑" panose="020B0503020204020204" charset="-122"/>
              <a:ea typeface="微软雅黑" panose="020B0503020204020204" charset="-122"/>
            </a:endParaRPr>
          </a:p>
        </p:txBody>
      </p:sp>
      <p:sp>
        <p:nvSpPr>
          <p:cNvPr id="19" name="PA-文本框 26"/>
          <p:cNvSpPr txBox="1"/>
          <p:nvPr>
            <p:custDataLst>
              <p:tags r:id="rId12"/>
            </p:custDataLst>
          </p:nvPr>
        </p:nvSpPr>
        <p:spPr>
          <a:xfrm>
            <a:off x="5410470" y="313956"/>
            <a:ext cx="10972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阿里妈妈数黑体" pitchFamily="2" charset="-122"/>
              </a:rPr>
              <a:t>前期调研</a:t>
            </a:r>
            <a:endParaRPr kumimoji="0" lang="zh-CN" altLang="en-US" sz="1800" b="1"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阿里妈妈数黑体" pitchFamily="2" charset="-122"/>
            </a:endParaRPr>
          </a:p>
        </p:txBody>
      </p:sp>
      <p:sp>
        <p:nvSpPr>
          <p:cNvPr id="49" name="文本框 48"/>
          <p:cNvSpPr txBox="1"/>
          <p:nvPr/>
        </p:nvSpPr>
        <p:spPr>
          <a:xfrm>
            <a:off x="8453755" y="308610"/>
            <a:ext cx="110934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数据分析</a:t>
            </a:r>
            <a:endParaRPr lang="zh-CN" altLang="en-US">
              <a:latin typeface="微软雅黑" panose="020B0503020204020204" charset="-122"/>
              <a:ea typeface="微软雅黑" panose="020B0503020204020204" charset="-122"/>
            </a:endParaRPr>
          </a:p>
        </p:txBody>
      </p:sp>
      <p:sp>
        <p:nvSpPr>
          <p:cNvPr id="20" name="PA-文本框 26"/>
          <p:cNvSpPr txBox="1"/>
          <p:nvPr>
            <p:custDataLst>
              <p:tags r:id="rId13"/>
            </p:custDataLst>
          </p:nvPr>
        </p:nvSpPr>
        <p:spPr>
          <a:xfrm>
            <a:off x="6507233" y="328996"/>
            <a:ext cx="17830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noProof="0" dirty="0">
                <a:ln>
                  <a:noFill/>
                </a:ln>
                <a:solidFill>
                  <a:srgbClr val="206252">
                    <a:lumMod val="50000"/>
                  </a:srgbClr>
                </a:solidFill>
                <a:effectLst/>
                <a:uLnTx/>
                <a:uFillTx/>
                <a:latin typeface="微软雅黑" panose="020B0503020204020204" charset="-122"/>
                <a:ea typeface="微软雅黑" panose="020B0503020204020204" charset="-122"/>
                <a:sym typeface="OPPOSans M" panose="00020600040101010101" pitchFamily="18" charset="-122"/>
              </a:rPr>
              <a:t>调查设计与实施</a:t>
            </a:r>
            <a:endParaRPr kumimoji="0" lang="zh-CN" altLang="en-US" sz="180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sp>
        <p:nvSpPr>
          <p:cNvPr id="23" name="文本框 22"/>
          <p:cNvSpPr txBox="1"/>
          <p:nvPr/>
        </p:nvSpPr>
        <p:spPr>
          <a:xfrm>
            <a:off x="9709150" y="298450"/>
            <a:ext cx="1177925" cy="368300"/>
          </a:xfrm>
          <a:prstGeom prst="rect">
            <a:avLst/>
          </a:prstGeom>
          <a:noFill/>
        </p:spPr>
        <p:txBody>
          <a:bodyPr wrap="square" rtlCol="0">
            <a:spAutoFit/>
          </a:bodyPr>
          <a:lstStyle/>
          <a:p>
            <a:r>
              <a:rPr lang="zh-CN" altLang="en-US" b="1" noProof="0" dirty="0">
                <a:ln>
                  <a:noFill/>
                </a:ln>
                <a:solidFill>
                  <a:srgbClr val="33692B"/>
                </a:solidFill>
                <a:effectLst/>
                <a:uLnTx/>
                <a:uFillTx/>
                <a:latin typeface="微软雅黑" panose="020B0503020204020204" charset="-122"/>
                <a:ea typeface="微软雅黑" panose="020B0503020204020204" charset="-122"/>
              </a:rPr>
              <a:t>产品设计</a:t>
            </a:r>
            <a:endParaRPr lang="zh-CN" altLang="en-US" b="1" noProof="0" dirty="0">
              <a:ln>
                <a:noFill/>
              </a:ln>
              <a:solidFill>
                <a:srgbClr val="33692B"/>
              </a:solidFill>
              <a:effectLst/>
              <a:uLnTx/>
              <a:uFillTx/>
              <a:latin typeface="微软雅黑" panose="020B0503020204020204" charset="-122"/>
              <a:ea typeface="微软雅黑" panose="020B0503020204020204" charset="-122"/>
            </a:endParaRPr>
          </a:p>
        </p:txBody>
      </p:sp>
      <p:sp>
        <p:nvSpPr>
          <p:cNvPr id="24" name="文本框 23"/>
          <p:cNvSpPr txBox="1"/>
          <p:nvPr/>
        </p:nvSpPr>
        <p:spPr>
          <a:xfrm>
            <a:off x="10953115" y="313690"/>
            <a:ext cx="136969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结论与建议</a:t>
            </a:r>
            <a:endParaRPr lang="zh-CN" altLang="en-US">
              <a:latin typeface="微软雅黑" panose="020B0503020204020204" charset="-122"/>
              <a:ea typeface="微软雅黑" panose="020B0503020204020204" charset="-122"/>
            </a:endParaRPr>
          </a:p>
        </p:txBody>
      </p:sp>
      <p:cxnSp>
        <p:nvCxnSpPr>
          <p:cNvPr id="25" name="PA-直接连接符 22"/>
          <p:cNvCxnSpPr/>
          <p:nvPr>
            <p:custDataLst>
              <p:tags r:id="rId14"/>
            </p:custDataLst>
          </p:nvPr>
        </p:nvCxnSpPr>
        <p:spPr>
          <a:xfrm flipH="1">
            <a:off x="6412243"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26" name="PA-直接连接符 23"/>
          <p:cNvCxnSpPr/>
          <p:nvPr>
            <p:custDataLst>
              <p:tags r:id="rId15"/>
            </p:custDataLst>
          </p:nvPr>
        </p:nvCxnSpPr>
        <p:spPr>
          <a:xfrm flipH="1">
            <a:off x="8264655" y="37265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29" name="PA-直接连接符 23"/>
          <p:cNvCxnSpPr/>
          <p:nvPr>
            <p:custDataLst>
              <p:tags r:id="rId16"/>
            </p:custDataLst>
          </p:nvPr>
        </p:nvCxnSpPr>
        <p:spPr>
          <a:xfrm flipH="1">
            <a:off x="9460995" y="3802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50" name="PA-直接连接符 23"/>
          <p:cNvCxnSpPr/>
          <p:nvPr>
            <p:custDataLst>
              <p:tags r:id="rId17"/>
            </p:custDataLst>
          </p:nvPr>
        </p:nvCxnSpPr>
        <p:spPr>
          <a:xfrm flipH="1">
            <a:off x="10733535" y="3802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112" name="任意多边形: 形状 55"/>
          <p:cNvSpPr/>
          <p:nvPr>
            <p:custDataLst>
              <p:tags r:id="rId18"/>
            </p:custDataLst>
          </p:nvPr>
        </p:nvSpPr>
        <p:spPr>
          <a:xfrm rot="1800000">
            <a:off x="5582603" y="2992438"/>
            <a:ext cx="1979930" cy="2666365"/>
          </a:xfrm>
          <a:custGeom>
            <a:avLst/>
            <a:gdLst>
              <a:gd name="connsiteX0" fmla="*/ 1040307 w 1106413"/>
              <a:gd name="connsiteY0" fmla="*/ 518256 h 1503443"/>
              <a:gd name="connsiteX1" fmla="*/ 1075359 w 1106413"/>
              <a:gd name="connsiteY1" fmla="*/ 523208 h 1503443"/>
              <a:gd name="connsiteX2" fmla="*/ 1105677 w 1106413"/>
              <a:gd name="connsiteY2" fmla="*/ 499872 h 1503443"/>
              <a:gd name="connsiteX3" fmla="*/ 1103934 w 1106413"/>
              <a:gd name="connsiteY3" fmla="*/ 486251 h 1503443"/>
              <a:gd name="connsiteX4" fmla="*/ 913434 w 1106413"/>
              <a:gd name="connsiteY4" fmla="*/ 16002 h 1503443"/>
              <a:gd name="connsiteX5" fmla="*/ 878058 w 1106413"/>
              <a:gd name="connsiteY5" fmla="*/ 1048 h 1503443"/>
              <a:gd name="connsiteX6" fmla="*/ 867429 w 1106413"/>
              <a:gd name="connsiteY6" fmla="*/ 8858 h 1503443"/>
              <a:gd name="connsiteX7" fmla="*/ 801992 w 1106413"/>
              <a:gd name="connsiteY7" fmla="*/ 87725 h 1503443"/>
              <a:gd name="connsiteX8" fmla="*/ 607491 w 1106413"/>
              <a:gd name="connsiteY8" fmla="*/ 321945 h 1503443"/>
              <a:gd name="connsiteX9" fmla="*/ 537387 w 1106413"/>
              <a:gd name="connsiteY9" fmla="*/ 406431 h 1503443"/>
              <a:gd name="connsiteX10" fmla="*/ 540883 w 1106413"/>
              <a:gd name="connsiteY10" fmla="*/ 444531 h 1503443"/>
              <a:gd name="connsiteX11" fmla="*/ 554532 w 1106413"/>
              <a:gd name="connsiteY11" fmla="*/ 450532 h 1503443"/>
              <a:gd name="connsiteX12" fmla="*/ 597204 w 1106413"/>
              <a:gd name="connsiteY12" fmla="*/ 456533 h 1503443"/>
              <a:gd name="connsiteX13" fmla="*/ 625779 w 1106413"/>
              <a:gd name="connsiteY13" fmla="*/ 489870 h 1503443"/>
              <a:gd name="connsiteX14" fmla="*/ 35801 w 1106413"/>
              <a:gd name="connsiteY14" fmla="*/ 1122998 h 1503443"/>
              <a:gd name="connsiteX15" fmla="*/ -489 w 1106413"/>
              <a:gd name="connsiteY15" fmla="*/ 1163764 h 1503443"/>
              <a:gd name="connsiteX16" fmla="*/ 10178 w 1106413"/>
              <a:gd name="connsiteY16" fmla="*/ 1464278 h 1503443"/>
              <a:gd name="connsiteX17" fmla="*/ 51203 w 1106413"/>
              <a:gd name="connsiteY17" fmla="*/ 1502474 h 1503443"/>
              <a:gd name="connsiteX18" fmla="*/ 52565 w 1106413"/>
              <a:gd name="connsiteY18" fmla="*/ 1502378 h 1503443"/>
              <a:gd name="connsiteX19" fmla="*/ 1002779 w 1106413"/>
              <a:gd name="connsiteY19" fmla="*/ 548259 h 1503443"/>
              <a:gd name="connsiteX20" fmla="*/ 1037859 w 1106413"/>
              <a:gd name="connsiteY20" fmla="*/ 517970 h 1503443"/>
              <a:gd name="connsiteX21" fmla="*/ 1040307 w 1106413"/>
              <a:gd name="connsiteY21" fmla="*/ 518256 h 1503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06413" h="1503443">
                <a:moveTo>
                  <a:pt x="1040307" y="518256"/>
                </a:moveTo>
                <a:lnTo>
                  <a:pt x="1075359" y="523208"/>
                </a:lnTo>
                <a:cubicBezTo>
                  <a:pt x="1090171" y="525114"/>
                  <a:pt x="1103744" y="514730"/>
                  <a:pt x="1105677" y="499872"/>
                </a:cubicBezTo>
                <a:cubicBezTo>
                  <a:pt x="1106277" y="495300"/>
                  <a:pt x="1105677" y="490538"/>
                  <a:pt x="1103934" y="486251"/>
                </a:cubicBezTo>
                <a:lnTo>
                  <a:pt x="913434" y="16002"/>
                </a:lnTo>
                <a:cubicBezTo>
                  <a:pt x="907786" y="2095"/>
                  <a:pt x="891946" y="-4572"/>
                  <a:pt x="878058" y="1048"/>
                </a:cubicBezTo>
                <a:cubicBezTo>
                  <a:pt x="873934" y="2762"/>
                  <a:pt x="870277" y="5429"/>
                  <a:pt x="867429" y="8858"/>
                </a:cubicBezTo>
                <a:lnTo>
                  <a:pt x="801992" y="87725"/>
                </a:lnTo>
                <a:lnTo>
                  <a:pt x="607491" y="321945"/>
                </a:lnTo>
                <a:lnTo>
                  <a:pt x="537387" y="406431"/>
                </a:lnTo>
                <a:cubicBezTo>
                  <a:pt x="527834" y="417957"/>
                  <a:pt x="529405" y="435006"/>
                  <a:pt x="540883" y="444531"/>
                </a:cubicBezTo>
                <a:cubicBezTo>
                  <a:pt x="544778" y="447771"/>
                  <a:pt x="549512" y="449866"/>
                  <a:pt x="554532" y="450532"/>
                </a:cubicBezTo>
                <a:lnTo>
                  <a:pt x="597204" y="456533"/>
                </a:lnTo>
                <a:cubicBezTo>
                  <a:pt x="613892" y="458629"/>
                  <a:pt x="626255" y="473106"/>
                  <a:pt x="625779" y="489870"/>
                </a:cubicBezTo>
                <a:cubicBezTo>
                  <a:pt x="618312" y="820103"/>
                  <a:pt x="364651" y="1092327"/>
                  <a:pt x="35801" y="1122998"/>
                </a:cubicBezTo>
                <a:cubicBezTo>
                  <a:pt x="14779" y="1124807"/>
                  <a:pt x="-1175" y="1142714"/>
                  <a:pt x="-489" y="1163764"/>
                </a:cubicBezTo>
                <a:lnTo>
                  <a:pt x="10178" y="1464278"/>
                </a:lnTo>
                <a:cubicBezTo>
                  <a:pt x="10969" y="1486186"/>
                  <a:pt x="29333" y="1503235"/>
                  <a:pt x="51203" y="1502474"/>
                </a:cubicBezTo>
                <a:cubicBezTo>
                  <a:pt x="51660" y="1502474"/>
                  <a:pt x="52107" y="1502378"/>
                  <a:pt x="52565" y="1502378"/>
                </a:cubicBezTo>
                <a:cubicBezTo>
                  <a:pt x="561962" y="1463706"/>
                  <a:pt x="966203" y="1057846"/>
                  <a:pt x="1002779" y="548259"/>
                </a:cubicBezTo>
                <a:cubicBezTo>
                  <a:pt x="1004103" y="530256"/>
                  <a:pt x="1019809" y="516636"/>
                  <a:pt x="1037859" y="517970"/>
                </a:cubicBezTo>
                <a:cubicBezTo>
                  <a:pt x="1038679" y="518065"/>
                  <a:pt x="1039498" y="518160"/>
                  <a:pt x="1040307" y="518256"/>
                </a:cubicBezTo>
                <a:close/>
              </a:path>
            </a:pathLst>
          </a:custGeom>
          <a:gradFill>
            <a:gsLst>
              <a:gs pos="100000">
                <a:schemeClr val="accent2">
                  <a:lumMod val="40000"/>
                  <a:lumOff val="60000"/>
                  <a:alpha val="100000"/>
                </a:schemeClr>
              </a:gs>
              <a:gs pos="0">
                <a:schemeClr val="accent2">
                  <a:alpha val="100000"/>
                </a:schemeClr>
              </a:gs>
            </a:gsLst>
            <a:lin ang="5040000" scaled="0"/>
          </a:gradFill>
          <a:ln w="9525" cap="flat">
            <a:noFill/>
            <a:prstDash val="solid"/>
            <a:miter/>
          </a:ln>
          <a:effectLst>
            <a:outerShdw blurRad="101600" dist="127000" dir="5400000" sx="102000" sy="102000" algn="ctr" rotWithShape="0">
              <a:schemeClr val="accent2">
                <a:alpha val="20000"/>
              </a:schemeClr>
            </a:outerShdw>
          </a:effectLst>
        </p:spPr>
        <p:txBody>
          <a:bodyPr rot="0" spcFirstLastPara="0" vertOverflow="overflow" horzOverflow="overflow"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latin typeface="微软雅黑" panose="020B0503020204020204" charset="-122"/>
              <a:ea typeface="微软雅黑" panose="020B0503020204020204" charset="-122"/>
            </a:endParaRPr>
          </a:p>
        </p:txBody>
      </p:sp>
      <p:sp>
        <p:nvSpPr>
          <p:cNvPr id="113" name="任意多边形: 形状 53"/>
          <p:cNvSpPr/>
          <p:nvPr>
            <p:custDataLst>
              <p:tags r:id="rId19"/>
            </p:custDataLst>
          </p:nvPr>
        </p:nvSpPr>
        <p:spPr>
          <a:xfrm rot="1800000">
            <a:off x="5017453" y="1775143"/>
            <a:ext cx="3081020" cy="1191895"/>
          </a:xfrm>
          <a:custGeom>
            <a:avLst/>
            <a:gdLst>
              <a:gd name="connsiteX0" fmla="*/ 378235 w 1730344"/>
              <a:gd name="connsiteY0" fmla="*/ 83827 h 672344"/>
              <a:gd name="connsiteX1" fmla="*/ 365091 w 1730344"/>
              <a:gd name="connsiteY1" fmla="*/ 50966 h 672344"/>
              <a:gd name="connsiteX2" fmla="*/ 329724 w 1730344"/>
              <a:gd name="connsiteY2" fmla="*/ 36031 h 672344"/>
              <a:gd name="connsiteX3" fmla="*/ 318609 w 1730344"/>
              <a:gd name="connsiteY3" fmla="*/ 44394 h 672344"/>
              <a:gd name="connsiteX4" fmla="*/ 5236 w 1730344"/>
              <a:gd name="connsiteY4" fmla="*/ 443205 h 672344"/>
              <a:gd name="connsiteX5" fmla="*/ 9932 w 1730344"/>
              <a:gd name="connsiteY5" fmla="*/ 481305 h 672344"/>
              <a:gd name="connsiteX6" fmla="*/ 21905 w 1730344"/>
              <a:gd name="connsiteY6" fmla="*/ 486639 h 672344"/>
              <a:gd name="connsiteX7" fmla="*/ 122870 w 1730344"/>
              <a:gd name="connsiteY7" fmla="*/ 504166 h 672344"/>
              <a:gd name="connsiteX8" fmla="*/ 422812 w 1730344"/>
              <a:gd name="connsiteY8" fmla="*/ 556362 h 672344"/>
              <a:gd name="connsiteX9" fmla="*/ 531016 w 1730344"/>
              <a:gd name="connsiteY9" fmla="*/ 575412 h 672344"/>
              <a:gd name="connsiteX10" fmla="*/ 562296 w 1730344"/>
              <a:gd name="connsiteY10" fmla="*/ 553410 h 672344"/>
              <a:gd name="connsiteX11" fmla="*/ 560734 w 1730344"/>
              <a:gd name="connsiteY11" fmla="*/ 538646 h 672344"/>
              <a:gd name="connsiteX12" fmla="*/ 544637 w 1730344"/>
              <a:gd name="connsiteY12" fmla="*/ 498546 h 672344"/>
              <a:gd name="connsiteX13" fmla="*/ 559496 w 1730344"/>
              <a:gd name="connsiteY13" fmla="*/ 457398 h 672344"/>
              <a:gd name="connsiteX14" fmla="*/ 1402268 w 1730344"/>
              <a:gd name="connsiteY14" fmla="*/ 654280 h 672344"/>
              <a:gd name="connsiteX15" fmla="*/ 1455703 w 1730344"/>
              <a:gd name="connsiteY15" fmla="*/ 665519 h 672344"/>
              <a:gd name="connsiteX16" fmla="*/ 1711068 w 1730344"/>
              <a:gd name="connsiteY16" fmla="*/ 506832 h 672344"/>
              <a:gd name="connsiteX17" fmla="*/ 1723889 w 1730344"/>
              <a:gd name="connsiteY17" fmla="*/ 452283 h 672344"/>
              <a:gd name="connsiteX18" fmla="*/ 1723070 w 1730344"/>
              <a:gd name="connsiteY18" fmla="*/ 451016 h 672344"/>
              <a:gd name="connsiteX19" fmla="*/ 422812 w 1730344"/>
              <a:gd name="connsiteY19" fmla="*/ 101354 h 672344"/>
              <a:gd name="connsiteX20" fmla="*/ 379207 w 1730344"/>
              <a:gd name="connsiteY20" fmla="*/ 86066 h 672344"/>
              <a:gd name="connsiteX21" fmla="*/ 378235 w 1730344"/>
              <a:gd name="connsiteY21" fmla="*/ 83827 h 672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30344" h="672344">
                <a:moveTo>
                  <a:pt x="378235" y="83827"/>
                </a:moveTo>
                <a:lnTo>
                  <a:pt x="365091" y="50966"/>
                </a:lnTo>
                <a:cubicBezTo>
                  <a:pt x="359452" y="37078"/>
                  <a:pt x="343612" y="30392"/>
                  <a:pt x="329724" y="36031"/>
                </a:cubicBezTo>
                <a:cubicBezTo>
                  <a:pt x="325352" y="37803"/>
                  <a:pt x="321524" y="40689"/>
                  <a:pt x="318609" y="44394"/>
                </a:cubicBezTo>
                <a:lnTo>
                  <a:pt x="5236" y="443205"/>
                </a:lnTo>
                <a:cubicBezTo>
                  <a:pt x="-3984" y="455026"/>
                  <a:pt x="-1889" y="472086"/>
                  <a:pt x="9932" y="481305"/>
                </a:cubicBezTo>
                <a:cubicBezTo>
                  <a:pt x="13428" y="484040"/>
                  <a:pt x="17543" y="485868"/>
                  <a:pt x="21905" y="486639"/>
                </a:cubicBezTo>
                <a:lnTo>
                  <a:pt x="122870" y="504166"/>
                </a:lnTo>
                <a:lnTo>
                  <a:pt x="422812" y="556362"/>
                </a:lnTo>
                <a:lnTo>
                  <a:pt x="531016" y="575412"/>
                </a:lnTo>
                <a:cubicBezTo>
                  <a:pt x="545733" y="577984"/>
                  <a:pt x="559743" y="568079"/>
                  <a:pt x="562296" y="553410"/>
                </a:cubicBezTo>
                <a:cubicBezTo>
                  <a:pt x="563163" y="548457"/>
                  <a:pt x="562620" y="543313"/>
                  <a:pt x="560734" y="538646"/>
                </a:cubicBezTo>
                <a:lnTo>
                  <a:pt x="544637" y="498546"/>
                </a:lnTo>
                <a:cubicBezTo>
                  <a:pt x="538455" y="483049"/>
                  <a:pt x="544837" y="465370"/>
                  <a:pt x="559496" y="457398"/>
                </a:cubicBezTo>
                <a:cubicBezTo>
                  <a:pt x="849684" y="299730"/>
                  <a:pt x="1211968" y="384360"/>
                  <a:pt x="1402268" y="654280"/>
                </a:cubicBezTo>
                <a:cubicBezTo>
                  <a:pt x="1414241" y="671615"/>
                  <a:pt x="1437739" y="676568"/>
                  <a:pt x="1455703" y="665519"/>
                </a:cubicBezTo>
                <a:lnTo>
                  <a:pt x="1711068" y="506832"/>
                </a:lnTo>
                <a:cubicBezTo>
                  <a:pt x="1729671" y="495307"/>
                  <a:pt x="1735415" y="470885"/>
                  <a:pt x="1723889" y="452283"/>
                </a:cubicBezTo>
                <a:cubicBezTo>
                  <a:pt x="1723622" y="451854"/>
                  <a:pt x="1723346" y="451435"/>
                  <a:pt x="1723070" y="451016"/>
                </a:cubicBezTo>
                <a:cubicBezTo>
                  <a:pt x="1436186" y="28354"/>
                  <a:pt x="882993" y="-120408"/>
                  <a:pt x="422812" y="101354"/>
                </a:cubicBezTo>
                <a:cubicBezTo>
                  <a:pt x="406553" y="109173"/>
                  <a:pt x="387027" y="102325"/>
                  <a:pt x="379207" y="86066"/>
                </a:cubicBezTo>
                <a:cubicBezTo>
                  <a:pt x="378854" y="85332"/>
                  <a:pt x="378531" y="84589"/>
                  <a:pt x="378235" y="83827"/>
                </a:cubicBezTo>
                <a:close/>
              </a:path>
            </a:pathLst>
          </a:custGeom>
          <a:gradFill>
            <a:gsLst>
              <a:gs pos="100000">
                <a:schemeClr val="accent1">
                  <a:alpha val="100000"/>
                </a:schemeClr>
              </a:gs>
              <a:gs pos="0">
                <a:schemeClr val="accent1">
                  <a:lumMod val="60000"/>
                  <a:lumOff val="40000"/>
                  <a:alpha val="100000"/>
                </a:schemeClr>
              </a:gs>
            </a:gsLst>
            <a:lin ang="9180000" scaled="0"/>
          </a:gradFill>
          <a:ln w="9525" cap="flat">
            <a:noFill/>
            <a:prstDash val="solid"/>
            <a:miter/>
          </a:ln>
          <a:effectLst>
            <a:outerShdw blurRad="101600" dist="127000" dir="5400000" sx="102000" sy="102000" algn="ctr" rotWithShape="0">
              <a:schemeClr val="accent1">
                <a:alpha val="20000"/>
              </a:schemeClr>
            </a:outerShdw>
          </a:effectLst>
        </p:spPr>
        <p:txBody>
          <a:bodyPr rot="0" spcFirstLastPara="0" vertOverflow="overflow" horzOverflow="overflow"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latin typeface="微软雅黑" panose="020B0503020204020204" charset="-122"/>
              <a:ea typeface="微软雅黑" panose="020B0503020204020204" charset="-122"/>
            </a:endParaRPr>
          </a:p>
        </p:txBody>
      </p:sp>
      <p:sp>
        <p:nvSpPr>
          <p:cNvPr id="114" name="任意多边形: 形状 54"/>
          <p:cNvSpPr/>
          <p:nvPr>
            <p:custDataLst>
              <p:tags r:id="rId20"/>
            </p:custDataLst>
          </p:nvPr>
        </p:nvSpPr>
        <p:spPr>
          <a:xfrm rot="1800000">
            <a:off x="4019233" y="2068513"/>
            <a:ext cx="1769110" cy="2673985"/>
          </a:xfrm>
          <a:custGeom>
            <a:avLst/>
            <a:gdLst>
              <a:gd name="connsiteX0" fmla="*/ 464098 w 993611"/>
              <a:gd name="connsiteY0" fmla="*/ 1367005 h 1507788"/>
              <a:gd name="connsiteX1" fmla="*/ 442382 w 993611"/>
              <a:gd name="connsiteY1" fmla="*/ 1395009 h 1507788"/>
              <a:gd name="connsiteX2" fmla="*/ 447363 w 993611"/>
              <a:gd name="connsiteY2" fmla="*/ 1433109 h 1507788"/>
              <a:gd name="connsiteX3" fmla="*/ 460193 w 993611"/>
              <a:gd name="connsiteY3" fmla="*/ 1438442 h 1507788"/>
              <a:gd name="connsiteX4" fmla="*/ 962828 w 993611"/>
              <a:gd name="connsiteY4" fmla="*/ 1506642 h 1507788"/>
              <a:gd name="connsiteX5" fmla="*/ 992907 w 993611"/>
              <a:gd name="connsiteY5" fmla="*/ 1483020 h 1507788"/>
              <a:gd name="connsiteX6" fmla="*/ 991403 w 993611"/>
              <a:gd name="connsiteY6" fmla="*/ 1470352 h 1507788"/>
              <a:gd name="connsiteX7" fmla="*/ 955398 w 993611"/>
              <a:gd name="connsiteY7" fmla="*/ 1374339 h 1507788"/>
              <a:gd name="connsiteX8" fmla="*/ 848528 w 993611"/>
              <a:gd name="connsiteY8" fmla="*/ 1089257 h 1507788"/>
              <a:gd name="connsiteX9" fmla="*/ 810428 w 993611"/>
              <a:gd name="connsiteY9" fmla="*/ 986482 h 1507788"/>
              <a:gd name="connsiteX10" fmla="*/ 775452 w 993611"/>
              <a:gd name="connsiteY10" fmla="*/ 970670 h 1507788"/>
              <a:gd name="connsiteX11" fmla="*/ 763564 w 993611"/>
              <a:gd name="connsiteY11" fmla="*/ 979433 h 1507788"/>
              <a:gd name="connsiteX12" fmla="*/ 737181 w 993611"/>
              <a:gd name="connsiteY12" fmla="*/ 1013628 h 1507788"/>
              <a:gd name="connsiteX13" fmla="*/ 694223 w 993611"/>
              <a:gd name="connsiteY13" fmla="*/ 1021630 h 1507788"/>
              <a:gd name="connsiteX14" fmla="*/ 437048 w 993611"/>
              <a:gd name="connsiteY14" fmla="*/ 195240 h 1507788"/>
              <a:gd name="connsiteX15" fmla="*/ 419617 w 993611"/>
              <a:gd name="connsiteY15" fmla="*/ 143424 h 1507788"/>
              <a:gd name="connsiteX16" fmla="*/ 153393 w 993611"/>
              <a:gd name="connsiteY16" fmla="*/ 3597 h 1507788"/>
              <a:gd name="connsiteX17" fmla="*/ 99777 w 993611"/>
              <a:gd name="connsiteY17" fmla="*/ 20361 h 1507788"/>
              <a:gd name="connsiteX18" fmla="*/ 99196 w 993611"/>
              <a:gd name="connsiteY18" fmla="*/ 21504 h 1507788"/>
              <a:gd name="connsiteX19" fmla="*/ 456383 w 993611"/>
              <a:gd name="connsiteY19" fmla="*/ 1319952 h 1507788"/>
              <a:gd name="connsiteX20" fmla="*/ 465223 w 993611"/>
              <a:gd name="connsiteY20" fmla="*/ 1365482 h 1507788"/>
              <a:gd name="connsiteX21" fmla="*/ 464098 w 993611"/>
              <a:gd name="connsiteY21" fmla="*/ 1367005 h 1507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93611" h="1507788">
                <a:moveTo>
                  <a:pt x="464098" y="1367005"/>
                </a:moveTo>
                <a:lnTo>
                  <a:pt x="442382" y="1395009"/>
                </a:lnTo>
                <a:cubicBezTo>
                  <a:pt x="433247" y="1406915"/>
                  <a:pt x="435476" y="1423965"/>
                  <a:pt x="447363" y="1433109"/>
                </a:cubicBezTo>
                <a:cubicBezTo>
                  <a:pt x="451097" y="1435967"/>
                  <a:pt x="455526" y="1437776"/>
                  <a:pt x="460193" y="1438442"/>
                </a:cubicBezTo>
                <a:lnTo>
                  <a:pt x="962828" y="1506642"/>
                </a:lnTo>
                <a:cubicBezTo>
                  <a:pt x="977658" y="1508452"/>
                  <a:pt x="991126" y="1497880"/>
                  <a:pt x="992907" y="1483020"/>
                </a:cubicBezTo>
                <a:cubicBezTo>
                  <a:pt x="993422" y="1478734"/>
                  <a:pt x="992907" y="1474352"/>
                  <a:pt x="991403" y="1470352"/>
                </a:cubicBezTo>
                <a:lnTo>
                  <a:pt x="955398" y="1374339"/>
                </a:lnTo>
                <a:lnTo>
                  <a:pt x="848528" y="1089257"/>
                </a:lnTo>
                <a:lnTo>
                  <a:pt x="810428" y="986482"/>
                </a:lnTo>
                <a:cubicBezTo>
                  <a:pt x="805141" y="972480"/>
                  <a:pt x="789482" y="965336"/>
                  <a:pt x="775452" y="970670"/>
                </a:cubicBezTo>
                <a:cubicBezTo>
                  <a:pt x="770756" y="972385"/>
                  <a:pt x="766641" y="975432"/>
                  <a:pt x="763564" y="979433"/>
                </a:cubicBezTo>
                <a:lnTo>
                  <a:pt x="737181" y="1013628"/>
                </a:lnTo>
                <a:cubicBezTo>
                  <a:pt x="726941" y="1026772"/>
                  <a:pt x="708510" y="1030201"/>
                  <a:pt x="694223" y="1021630"/>
                </a:cubicBezTo>
                <a:cubicBezTo>
                  <a:pt x="411197" y="851322"/>
                  <a:pt x="300621" y="496040"/>
                  <a:pt x="437048" y="195240"/>
                </a:cubicBezTo>
                <a:cubicBezTo>
                  <a:pt x="445887" y="176094"/>
                  <a:pt x="438238" y="153330"/>
                  <a:pt x="419617" y="143424"/>
                </a:cubicBezTo>
                <a:lnTo>
                  <a:pt x="153393" y="3597"/>
                </a:lnTo>
                <a:cubicBezTo>
                  <a:pt x="133962" y="-6585"/>
                  <a:pt x="109959" y="930"/>
                  <a:pt x="99777" y="20361"/>
                </a:cubicBezTo>
                <a:cubicBezTo>
                  <a:pt x="99577" y="20742"/>
                  <a:pt x="99386" y="21123"/>
                  <a:pt x="99196" y="21504"/>
                </a:cubicBezTo>
                <a:cubicBezTo>
                  <a:pt x="-119860" y="483086"/>
                  <a:pt x="32083" y="1035440"/>
                  <a:pt x="456383" y="1319952"/>
                </a:cubicBezTo>
                <a:cubicBezTo>
                  <a:pt x="471385" y="1330049"/>
                  <a:pt x="475348" y="1350432"/>
                  <a:pt x="465223" y="1365482"/>
                </a:cubicBezTo>
                <a:cubicBezTo>
                  <a:pt x="464861" y="1365957"/>
                  <a:pt x="464489" y="1366529"/>
                  <a:pt x="464098" y="1367005"/>
                </a:cubicBezTo>
                <a:close/>
              </a:path>
            </a:pathLst>
          </a:custGeom>
          <a:gradFill>
            <a:gsLst>
              <a:gs pos="100000">
                <a:schemeClr val="accent1">
                  <a:alpha val="100000"/>
                </a:schemeClr>
              </a:gs>
              <a:gs pos="0">
                <a:schemeClr val="accent1">
                  <a:lumMod val="49000"/>
                  <a:lumOff val="51000"/>
                  <a:alpha val="100000"/>
                </a:schemeClr>
              </a:gs>
            </a:gsLst>
            <a:lin ang="2640000" scaled="0"/>
          </a:gradFill>
          <a:ln w="9525" cap="flat">
            <a:noFill/>
            <a:prstDash val="solid"/>
            <a:miter/>
          </a:ln>
          <a:effectLst>
            <a:outerShdw blurRad="101600" dist="127000" dir="5400000" sx="102000" sy="102000" algn="ctr" rotWithShape="0">
              <a:schemeClr val="accent1">
                <a:alpha val="20000"/>
              </a:schemeClr>
            </a:outerShdw>
          </a:effectLst>
        </p:spPr>
        <p:txBody>
          <a:bodyPr rot="0" spcFirstLastPara="0" vertOverflow="overflow" horzOverflow="overflow"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latin typeface="微软雅黑" panose="020B0503020204020204" charset="-122"/>
              <a:ea typeface="微软雅黑" panose="020B0503020204020204" charset="-122"/>
            </a:endParaRPr>
          </a:p>
        </p:txBody>
      </p:sp>
      <p:sp>
        <p:nvSpPr>
          <p:cNvPr id="115" name="任意多边形: 形状 44"/>
          <p:cNvSpPr/>
          <p:nvPr>
            <p:custDataLst>
              <p:tags r:id="rId21"/>
            </p:custDataLst>
          </p:nvPr>
        </p:nvSpPr>
        <p:spPr>
          <a:xfrm rot="1800000">
            <a:off x="4938078" y="2001838"/>
            <a:ext cx="2835910" cy="826770"/>
          </a:xfrm>
          <a:custGeom>
            <a:avLst/>
            <a:gdLst>
              <a:gd name="connsiteX0" fmla="*/ -526 w 2306103"/>
              <a:gd name="connsiteY0" fmla="*/ 385205 h 675390"/>
              <a:gd name="connsiteX1" fmla="*/ 27951 w 2306103"/>
              <a:gd name="connsiteY1" fmla="*/ 406909 h 675390"/>
              <a:gd name="connsiteX2" fmla="*/ 174485 w 2306103"/>
              <a:gd name="connsiteY2" fmla="*/ 431930 h 675390"/>
              <a:gd name="connsiteX3" fmla="*/ 609800 w 2306103"/>
              <a:gd name="connsiteY3" fmla="*/ 507685 h 675390"/>
              <a:gd name="connsiteX4" fmla="*/ 766701 w 2306103"/>
              <a:gd name="connsiteY4" fmla="*/ 535333 h 675390"/>
              <a:gd name="connsiteX5" fmla="*/ 812223 w 2306103"/>
              <a:gd name="connsiteY5" fmla="*/ 503552 h 675390"/>
              <a:gd name="connsiteX6" fmla="*/ 809970 w 2306103"/>
              <a:gd name="connsiteY6" fmla="*/ 481973 h 675390"/>
              <a:gd name="connsiteX7" fmla="*/ 786607 w 2306103"/>
              <a:gd name="connsiteY7" fmla="*/ 423912 h 675390"/>
              <a:gd name="connsiteX8" fmla="*/ 808173 w 2306103"/>
              <a:gd name="connsiteY8" fmla="*/ 364193 h 675390"/>
              <a:gd name="connsiteX9" fmla="*/ 2031311 w 2306103"/>
              <a:gd name="connsiteY9" fmla="*/ 649933 h 675390"/>
              <a:gd name="connsiteX10" fmla="*/ 2108864 w 2306103"/>
              <a:gd name="connsiteY10" fmla="*/ 666246 h 675390"/>
              <a:gd name="connsiteX11" fmla="*/ 2305578 w 2306103"/>
              <a:gd name="connsiteY11" fmla="*/ 544042 h 675390"/>
              <a:gd name="connsiteX12" fmla="*/ -526 w 2306103"/>
              <a:gd name="connsiteY12" fmla="*/ 385205 h 675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06103" h="675390">
                <a:moveTo>
                  <a:pt x="-526" y="385205"/>
                </a:moveTo>
                <a:cubicBezTo>
                  <a:pt x="4866" y="396638"/>
                  <a:pt x="15496" y="404739"/>
                  <a:pt x="27951" y="406909"/>
                </a:cubicBezTo>
                <a:lnTo>
                  <a:pt x="174485" y="431930"/>
                </a:lnTo>
                <a:lnTo>
                  <a:pt x="609800" y="507685"/>
                </a:lnTo>
                <a:lnTo>
                  <a:pt x="766701" y="535333"/>
                </a:lnTo>
                <a:cubicBezTo>
                  <a:pt x="788045" y="539121"/>
                  <a:pt x="808435" y="524896"/>
                  <a:pt x="812223" y="503552"/>
                </a:cubicBezTo>
                <a:cubicBezTo>
                  <a:pt x="813508" y="496281"/>
                  <a:pt x="812735" y="488815"/>
                  <a:pt x="809970" y="481973"/>
                </a:cubicBezTo>
                <a:lnTo>
                  <a:pt x="786607" y="423912"/>
                </a:lnTo>
                <a:cubicBezTo>
                  <a:pt x="777580" y="401421"/>
                  <a:pt x="786856" y="375722"/>
                  <a:pt x="808173" y="364193"/>
                </a:cubicBezTo>
                <a:cubicBezTo>
                  <a:pt x="1229332" y="135366"/>
                  <a:pt x="1755124" y="258191"/>
                  <a:pt x="2031311" y="649933"/>
                </a:cubicBezTo>
                <a:cubicBezTo>
                  <a:pt x="2048688" y="675161"/>
                  <a:pt x="2082791" y="682337"/>
                  <a:pt x="2108864" y="666246"/>
                </a:cubicBezTo>
                <a:lnTo>
                  <a:pt x="2305578" y="544042"/>
                </a:lnTo>
                <a:cubicBezTo>
                  <a:pt x="1594753" y="-548876"/>
                  <a:pt x="88362" y="331984"/>
                  <a:pt x="-526" y="385205"/>
                </a:cubicBezTo>
                <a:close/>
              </a:path>
            </a:pathLst>
          </a:custGeom>
          <a:gradFill>
            <a:gsLst>
              <a:gs pos="100000">
                <a:schemeClr val="accent1">
                  <a:alpha val="100000"/>
                </a:schemeClr>
              </a:gs>
              <a:gs pos="0">
                <a:schemeClr val="accent1">
                  <a:lumMod val="55000"/>
                  <a:lumOff val="45000"/>
                  <a:alpha val="100000"/>
                </a:schemeClr>
              </a:gs>
            </a:gsLst>
            <a:lin ang="7740000" scaled="0"/>
          </a:gradFill>
          <a:ln w="13820" cap="flat">
            <a:noFill/>
            <a:prstDash val="solid"/>
            <a:miter/>
          </a:ln>
        </p:spPr>
        <p:txBody>
          <a:bodyPr rot="0" spcFirstLastPara="0" vertOverflow="overflow" horzOverflow="overflow"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latin typeface="微软雅黑" panose="020B0503020204020204" charset="-122"/>
              <a:ea typeface="微软雅黑" panose="020B0503020204020204" charset="-122"/>
            </a:endParaRPr>
          </a:p>
        </p:txBody>
      </p:sp>
      <p:sp>
        <p:nvSpPr>
          <p:cNvPr id="116" name="任意多边形: 形状 46"/>
          <p:cNvSpPr/>
          <p:nvPr>
            <p:custDataLst>
              <p:tags r:id="rId22"/>
            </p:custDataLst>
          </p:nvPr>
        </p:nvSpPr>
        <p:spPr>
          <a:xfrm rot="1800000">
            <a:off x="5687378" y="2921953"/>
            <a:ext cx="1601470" cy="2343150"/>
          </a:xfrm>
          <a:custGeom>
            <a:avLst/>
            <a:gdLst>
              <a:gd name="connsiteX0" fmla="*/ 1301980 w 1302607"/>
              <a:gd name="connsiteY0" fmla="*/ -425 h 1914201"/>
              <a:gd name="connsiteX1" fmla="*/ 1268941 w 1302607"/>
              <a:gd name="connsiteY1" fmla="*/ 13399 h 1914201"/>
              <a:gd name="connsiteX2" fmla="*/ 1173280 w 1302607"/>
              <a:gd name="connsiteY2" fmla="*/ 127308 h 1914201"/>
              <a:gd name="connsiteX3" fmla="*/ 888922 w 1302607"/>
              <a:gd name="connsiteY3" fmla="*/ 465579 h 1914201"/>
              <a:gd name="connsiteX4" fmla="*/ 786487 w 1302607"/>
              <a:gd name="connsiteY4" fmla="*/ 587506 h 1914201"/>
              <a:gd name="connsiteX5" fmla="*/ 791381 w 1302607"/>
              <a:gd name="connsiteY5" fmla="*/ 643009 h 1914201"/>
              <a:gd name="connsiteX6" fmla="*/ 810956 w 1302607"/>
              <a:gd name="connsiteY6" fmla="*/ 651787 h 1914201"/>
              <a:gd name="connsiteX7" fmla="*/ 872886 w 1302607"/>
              <a:gd name="connsiteY7" fmla="*/ 660772 h 1914201"/>
              <a:gd name="connsiteX8" fmla="*/ 914358 w 1302607"/>
              <a:gd name="connsiteY8" fmla="*/ 709433 h 1914201"/>
              <a:gd name="connsiteX9" fmla="*/ 52576 w 1302607"/>
              <a:gd name="connsiteY9" fmla="*/ 1623192 h 1914201"/>
              <a:gd name="connsiteX10" fmla="*/ -508 w 1302607"/>
              <a:gd name="connsiteY10" fmla="*/ 1682082 h 1914201"/>
              <a:gd name="connsiteX11" fmla="*/ 6404 w 1302607"/>
              <a:gd name="connsiteY11" fmla="*/ 1913633 h 1914201"/>
              <a:gd name="connsiteX12" fmla="*/ 1301980 w 1302607"/>
              <a:gd name="connsiteY12" fmla="*/ -425 h 1914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02607" h="1914201">
                <a:moveTo>
                  <a:pt x="1301980" y="-425"/>
                </a:moveTo>
                <a:cubicBezTo>
                  <a:pt x="1289359" y="-1517"/>
                  <a:pt x="1277014" y="3654"/>
                  <a:pt x="1268941" y="13399"/>
                </a:cubicBezTo>
                <a:lnTo>
                  <a:pt x="1173280" y="127308"/>
                </a:lnTo>
                <a:lnTo>
                  <a:pt x="888922" y="465579"/>
                </a:lnTo>
                <a:lnTo>
                  <a:pt x="786487" y="587506"/>
                </a:lnTo>
                <a:cubicBezTo>
                  <a:pt x="772511" y="604191"/>
                  <a:pt x="774709" y="629033"/>
                  <a:pt x="791381" y="643009"/>
                </a:cubicBezTo>
                <a:cubicBezTo>
                  <a:pt x="796965" y="647682"/>
                  <a:pt x="803739" y="650723"/>
                  <a:pt x="810956" y="651787"/>
                </a:cubicBezTo>
                <a:lnTo>
                  <a:pt x="872886" y="660772"/>
                </a:lnTo>
                <a:cubicBezTo>
                  <a:pt x="897120" y="664007"/>
                  <a:pt x="914994" y="684992"/>
                  <a:pt x="914358" y="709433"/>
                </a:cubicBezTo>
                <a:cubicBezTo>
                  <a:pt x="900603" y="1188583"/>
                  <a:pt x="530095" y="1581430"/>
                  <a:pt x="52576" y="1623192"/>
                </a:cubicBezTo>
                <a:cubicBezTo>
                  <a:pt x="22052" y="1625611"/>
                  <a:pt x="-1268" y="1651463"/>
                  <a:pt x="-508" y="1682082"/>
                </a:cubicBezTo>
                <a:lnTo>
                  <a:pt x="6404" y="1913633"/>
                </a:lnTo>
                <a:cubicBezTo>
                  <a:pt x="1308201" y="1848108"/>
                  <a:pt x="1303363" y="103669"/>
                  <a:pt x="1301980" y="-425"/>
                </a:cubicBezTo>
                <a:close/>
              </a:path>
            </a:pathLst>
          </a:custGeom>
          <a:gradFill>
            <a:gsLst>
              <a:gs pos="100000">
                <a:schemeClr val="accent2">
                  <a:lumMod val="35000"/>
                  <a:lumOff val="65000"/>
                  <a:alpha val="100000"/>
                </a:schemeClr>
              </a:gs>
              <a:gs pos="0">
                <a:schemeClr val="accent2">
                  <a:alpha val="100000"/>
                </a:schemeClr>
              </a:gs>
            </a:gsLst>
            <a:lin ang="3600000" scaled="0"/>
          </a:gradFill>
          <a:ln w="13820" cap="flat">
            <a:noFill/>
            <a:prstDash val="solid"/>
            <a:miter/>
          </a:ln>
        </p:spPr>
        <p:txBody>
          <a:bodyPr rot="0" spcFirstLastPara="0" vertOverflow="overflow" horzOverflow="overflow"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latin typeface="微软雅黑" panose="020B0503020204020204" charset="-122"/>
              <a:ea typeface="微软雅黑" panose="020B0503020204020204" charset="-122"/>
            </a:endParaRPr>
          </a:p>
        </p:txBody>
      </p:sp>
      <p:sp>
        <p:nvSpPr>
          <p:cNvPr id="117" name="任意多边形: 形状 48"/>
          <p:cNvSpPr/>
          <p:nvPr>
            <p:custDataLst>
              <p:tags r:id="rId23"/>
            </p:custDataLst>
          </p:nvPr>
        </p:nvSpPr>
        <p:spPr>
          <a:xfrm rot="1800000">
            <a:off x="4297998" y="2232978"/>
            <a:ext cx="1450340" cy="2522855"/>
          </a:xfrm>
          <a:custGeom>
            <a:avLst/>
            <a:gdLst>
              <a:gd name="connsiteX0" fmla="*/ 1172421 w 1179645"/>
              <a:gd name="connsiteY0" fmla="*/ 2061128 h 2061696"/>
              <a:gd name="connsiteX1" fmla="*/ 1176569 w 1179645"/>
              <a:gd name="connsiteY1" fmla="*/ 2025600 h 2061696"/>
              <a:gd name="connsiteX2" fmla="*/ 1123485 w 1179645"/>
              <a:gd name="connsiteY2" fmla="*/ 1887361 h 2061696"/>
              <a:gd name="connsiteX3" fmla="*/ 965616 w 1179645"/>
              <a:gd name="connsiteY3" fmla="*/ 1474580 h 2061696"/>
              <a:gd name="connsiteX4" fmla="*/ 908799 w 1179645"/>
              <a:gd name="connsiteY4" fmla="*/ 1325835 h 2061696"/>
              <a:gd name="connsiteX5" fmla="*/ 857872 w 1179645"/>
              <a:gd name="connsiteY5" fmla="*/ 1303247 h 2061696"/>
              <a:gd name="connsiteX6" fmla="*/ 840786 w 1179645"/>
              <a:gd name="connsiteY6" fmla="*/ 1316019 h 2061696"/>
              <a:gd name="connsiteX7" fmla="*/ 802908 w 1179645"/>
              <a:gd name="connsiteY7" fmla="*/ 1365786 h 2061696"/>
              <a:gd name="connsiteX8" fmla="*/ 740562 w 1179645"/>
              <a:gd name="connsiteY8" fmla="*/ 1377813 h 2061696"/>
              <a:gd name="connsiteX9" fmla="*/ 359991 w 1179645"/>
              <a:gd name="connsiteY9" fmla="*/ 180939 h 2061696"/>
              <a:gd name="connsiteX10" fmla="*/ 334140 w 1179645"/>
              <a:gd name="connsiteY10" fmla="*/ 105875 h 2061696"/>
              <a:gd name="connsiteX11" fmla="*/ 128578 w 1179645"/>
              <a:gd name="connsiteY11" fmla="*/ -569 h 2061696"/>
              <a:gd name="connsiteX12" fmla="*/ 1172421 w 1179645"/>
              <a:gd name="connsiteY12" fmla="*/ 2061128 h 2061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79645" h="2061696">
                <a:moveTo>
                  <a:pt x="1172421" y="2061128"/>
                </a:moveTo>
                <a:cubicBezTo>
                  <a:pt x="1179540" y="2050677"/>
                  <a:pt x="1181089" y="2037406"/>
                  <a:pt x="1176569" y="2025600"/>
                </a:cubicBezTo>
                <a:lnTo>
                  <a:pt x="1123485" y="1887361"/>
                </a:lnTo>
                <a:lnTo>
                  <a:pt x="965616" y="1474580"/>
                </a:lnTo>
                <a:lnTo>
                  <a:pt x="908799" y="1325835"/>
                </a:lnTo>
                <a:cubicBezTo>
                  <a:pt x="900975" y="1305527"/>
                  <a:pt x="878165" y="1295422"/>
                  <a:pt x="857872" y="1303247"/>
                </a:cubicBezTo>
                <a:cubicBezTo>
                  <a:pt x="851112" y="1305859"/>
                  <a:pt x="845196" y="1310269"/>
                  <a:pt x="840786" y="1316019"/>
                </a:cubicBezTo>
                <a:lnTo>
                  <a:pt x="802908" y="1365786"/>
                </a:lnTo>
                <a:cubicBezTo>
                  <a:pt x="788172" y="1385001"/>
                  <a:pt x="761395" y="1390171"/>
                  <a:pt x="740562" y="1377813"/>
                </a:cubicBezTo>
                <a:cubicBezTo>
                  <a:pt x="328389" y="1133212"/>
                  <a:pt x="164783" y="618672"/>
                  <a:pt x="359991" y="180939"/>
                </a:cubicBezTo>
                <a:cubicBezTo>
                  <a:pt x="372722" y="153029"/>
                  <a:pt x="361359" y="120031"/>
                  <a:pt x="334140" y="105875"/>
                </a:cubicBezTo>
                <a:lnTo>
                  <a:pt x="128578" y="-569"/>
                </a:lnTo>
                <a:cubicBezTo>
                  <a:pt x="-446634" y="1168795"/>
                  <a:pt x="1081322" y="2012053"/>
                  <a:pt x="1172421" y="2061128"/>
                </a:cubicBezTo>
                <a:close/>
              </a:path>
            </a:pathLst>
          </a:custGeom>
          <a:gradFill>
            <a:gsLst>
              <a:gs pos="100000">
                <a:schemeClr val="accent1">
                  <a:alpha val="100000"/>
                </a:schemeClr>
              </a:gs>
              <a:gs pos="0">
                <a:schemeClr val="accent1">
                  <a:lumMod val="40000"/>
                  <a:lumOff val="60000"/>
                  <a:alpha val="100000"/>
                </a:schemeClr>
              </a:gs>
            </a:gsLst>
            <a:lin ang="2640000" scaled="0"/>
          </a:gradFill>
          <a:ln w="13820" cap="flat">
            <a:noFill/>
            <a:prstDash val="solid"/>
            <a:miter/>
          </a:ln>
        </p:spPr>
        <p:txBody>
          <a:bodyPr rot="0" spcFirstLastPara="0" vertOverflow="overflow" horzOverflow="overflow"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latin typeface="微软雅黑" panose="020B0503020204020204" charset="-122"/>
              <a:ea typeface="微软雅黑" panose="020B0503020204020204" charset="-122"/>
            </a:endParaRPr>
          </a:p>
        </p:txBody>
      </p:sp>
      <p:sp>
        <p:nvSpPr>
          <p:cNvPr id="119" name="任意多边形: 形状 39"/>
          <p:cNvSpPr/>
          <p:nvPr>
            <p:custDataLst>
              <p:tags r:id="rId24"/>
            </p:custDataLst>
          </p:nvPr>
        </p:nvSpPr>
        <p:spPr>
          <a:xfrm>
            <a:off x="2868930" y="2581910"/>
            <a:ext cx="1184910" cy="1047115"/>
          </a:xfrm>
          <a:custGeom>
            <a:avLst/>
            <a:gdLst>
              <a:gd name="connsiteX0" fmla="*/ 354445 w 354711"/>
              <a:gd name="connsiteY0" fmla="*/ 279630 h 398159"/>
              <a:gd name="connsiteX1" fmla="*/ 354445 w 354711"/>
              <a:gd name="connsiteY1" fmla="*/ 117705 h 398159"/>
              <a:gd name="connsiteX2" fmla="*/ 335395 w 354711"/>
              <a:gd name="connsiteY2" fmla="*/ 85511 h 398159"/>
              <a:gd name="connsiteX3" fmla="*/ 195664 w 354711"/>
              <a:gd name="connsiteY3" fmla="*/ 4834 h 398159"/>
              <a:gd name="connsiteX4" fmla="*/ 158421 w 354711"/>
              <a:gd name="connsiteY4" fmla="*/ 4834 h 398159"/>
              <a:gd name="connsiteX5" fmla="*/ 18308 w 354711"/>
              <a:gd name="connsiteY5" fmla="*/ 85701 h 398159"/>
              <a:gd name="connsiteX6" fmla="*/ -266 w 354711"/>
              <a:gd name="connsiteY6" fmla="*/ 117896 h 398159"/>
              <a:gd name="connsiteX7" fmla="*/ -266 w 354711"/>
              <a:gd name="connsiteY7" fmla="*/ 279821 h 398159"/>
              <a:gd name="connsiteX8" fmla="*/ 18308 w 354711"/>
              <a:gd name="connsiteY8" fmla="*/ 312110 h 398159"/>
              <a:gd name="connsiteX9" fmla="*/ 158421 w 354711"/>
              <a:gd name="connsiteY9" fmla="*/ 392978 h 398159"/>
              <a:gd name="connsiteX10" fmla="*/ 195664 w 354711"/>
              <a:gd name="connsiteY10" fmla="*/ 392978 h 398159"/>
              <a:gd name="connsiteX11" fmla="*/ 335681 w 354711"/>
              <a:gd name="connsiteY11" fmla="*/ 312110 h 398159"/>
              <a:gd name="connsiteX12" fmla="*/ 354445 w 354711"/>
              <a:gd name="connsiteY12" fmla="*/ 279630 h 39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4711" h="398159">
                <a:moveTo>
                  <a:pt x="354445" y="279630"/>
                </a:moveTo>
                <a:lnTo>
                  <a:pt x="354445" y="117705"/>
                </a:lnTo>
                <a:cubicBezTo>
                  <a:pt x="354341" y="104332"/>
                  <a:pt x="347064" y="92045"/>
                  <a:pt x="335395" y="85511"/>
                </a:cubicBezTo>
                <a:lnTo>
                  <a:pt x="195664" y="4834"/>
                </a:lnTo>
                <a:cubicBezTo>
                  <a:pt x="184148" y="-1843"/>
                  <a:pt x="169937" y="-1843"/>
                  <a:pt x="158421" y="4834"/>
                </a:cubicBezTo>
                <a:lnTo>
                  <a:pt x="18308" y="85701"/>
                </a:lnTo>
                <a:cubicBezTo>
                  <a:pt x="6821" y="92359"/>
                  <a:pt x="-256" y="104618"/>
                  <a:pt x="-266" y="117896"/>
                </a:cubicBezTo>
                <a:lnTo>
                  <a:pt x="-266" y="279821"/>
                </a:lnTo>
                <a:cubicBezTo>
                  <a:pt x="-284" y="293127"/>
                  <a:pt x="6792" y="305443"/>
                  <a:pt x="18308" y="312110"/>
                </a:cubicBezTo>
                <a:lnTo>
                  <a:pt x="158421" y="392978"/>
                </a:lnTo>
                <a:cubicBezTo>
                  <a:pt x="169937" y="399655"/>
                  <a:pt x="184148" y="399655"/>
                  <a:pt x="195664" y="392978"/>
                </a:cubicBezTo>
                <a:lnTo>
                  <a:pt x="335681" y="312110"/>
                </a:lnTo>
                <a:cubicBezTo>
                  <a:pt x="347311" y="305443"/>
                  <a:pt x="354474" y="293041"/>
                  <a:pt x="354445" y="279630"/>
                </a:cubicBezTo>
                <a:close/>
              </a:path>
            </a:pathLst>
          </a:custGeom>
          <a:gradFill>
            <a:gsLst>
              <a:gs pos="100000">
                <a:schemeClr val="accent1">
                  <a:alpha val="100000"/>
                </a:schemeClr>
              </a:gs>
              <a:gs pos="0">
                <a:schemeClr val="accent1">
                  <a:lumMod val="60000"/>
                  <a:lumOff val="40000"/>
                  <a:alpha val="100000"/>
                </a:schemeClr>
              </a:gs>
            </a:gsLst>
            <a:lin ang="1398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latin typeface="微软雅黑" panose="020B0503020204020204" charset="-122"/>
              <a:ea typeface="微软雅黑" panose="020B0503020204020204" charset="-122"/>
            </a:endParaRPr>
          </a:p>
        </p:txBody>
      </p:sp>
      <p:sp>
        <p:nvSpPr>
          <p:cNvPr id="120" name="任意多边形: 形状 40"/>
          <p:cNvSpPr/>
          <p:nvPr>
            <p:custDataLst>
              <p:tags r:id="rId25"/>
            </p:custDataLst>
          </p:nvPr>
        </p:nvSpPr>
        <p:spPr>
          <a:xfrm>
            <a:off x="2786380" y="2475865"/>
            <a:ext cx="1399540" cy="1259205"/>
          </a:xfrm>
          <a:custGeom>
            <a:avLst/>
            <a:gdLst>
              <a:gd name="connsiteX0" fmla="*/ 456553 w 456818"/>
              <a:gd name="connsiteY0" fmla="*/ 367777 h 515452"/>
              <a:gd name="connsiteX1" fmla="*/ 456553 w 456818"/>
              <a:gd name="connsiteY1" fmla="*/ 147178 h 515452"/>
              <a:gd name="connsiteX2" fmla="*/ 437503 w 456818"/>
              <a:gd name="connsiteY2" fmla="*/ 114984 h 515452"/>
              <a:gd name="connsiteX3" fmla="*/ 247003 w 456818"/>
              <a:gd name="connsiteY3" fmla="*/ 4684 h 515452"/>
              <a:gd name="connsiteX4" fmla="*/ 209761 w 456818"/>
              <a:gd name="connsiteY4" fmla="*/ 4684 h 515452"/>
              <a:gd name="connsiteX5" fmla="*/ 18784 w 456818"/>
              <a:gd name="connsiteY5" fmla="*/ 114984 h 515452"/>
              <a:gd name="connsiteX6" fmla="*/ -266 w 456818"/>
              <a:gd name="connsiteY6" fmla="*/ 147178 h 515452"/>
              <a:gd name="connsiteX7" fmla="*/ -266 w 456818"/>
              <a:gd name="connsiteY7" fmla="*/ 367777 h 515452"/>
              <a:gd name="connsiteX8" fmla="*/ 18784 w 456818"/>
              <a:gd name="connsiteY8" fmla="*/ 399972 h 515452"/>
              <a:gd name="connsiteX9" fmla="*/ 209761 w 456818"/>
              <a:gd name="connsiteY9" fmla="*/ 510271 h 515452"/>
              <a:gd name="connsiteX10" fmla="*/ 247003 w 456818"/>
              <a:gd name="connsiteY10" fmla="*/ 510271 h 515452"/>
              <a:gd name="connsiteX11" fmla="*/ 437503 w 456818"/>
              <a:gd name="connsiteY11" fmla="*/ 399972 h 515452"/>
              <a:gd name="connsiteX12" fmla="*/ 456553 w 456818"/>
              <a:gd name="connsiteY12" fmla="*/ 367777 h 515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6818" h="515452">
                <a:moveTo>
                  <a:pt x="456553" y="367777"/>
                </a:moveTo>
                <a:lnTo>
                  <a:pt x="456553" y="147178"/>
                </a:lnTo>
                <a:cubicBezTo>
                  <a:pt x="456449" y="133805"/>
                  <a:pt x="449171" y="121518"/>
                  <a:pt x="437503" y="114984"/>
                </a:cubicBezTo>
                <a:lnTo>
                  <a:pt x="247003" y="4684"/>
                </a:lnTo>
                <a:cubicBezTo>
                  <a:pt x="235430" y="-1793"/>
                  <a:pt x="221333" y="-1793"/>
                  <a:pt x="209761" y="4684"/>
                </a:cubicBezTo>
                <a:lnTo>
                  <a:pt x="18784" y="114984"/>
                </a:lnTo>
                <a:cubicBezTo>
                  <a:pt x="7116" y="121518"/>
                  <a:pt x="-161" y="133805"/>
                  <a:pt x="-266" y="147178"/>
                </a:cubicBezTo>
                <a:lnTo>
                  <a:pt x="-266" y="367777"/>
                </a:lnTo>
                <a:cubicBezTo>
                  <a:pt x="-199" y="381160"/>
                  <a:pt x="7088" y="393466"/>
                  <a:pt x="18784" y="399972"/>
                </a:cubicBezTo>
                <a:lnTo>
                  <a:pt x="209761" y="510271"/>
                </a:lnTo>
                <a:cubicBezTo>
                  <a:pt x="221276" y="516948"/>
                  <a:pt x="235487" y="516948"/>
                  <a:pt x="247003" y="510271"/>
                </a:cubicBezTo>
                <a:lnTo>
                  <a:pt x="437503" y="399972"/>
                </a:lnTo>
                <a:cubicBezTo>
                  <a:pt x="449219" y="393485"/>
                  <a:pt x="456506" y="381169"/>
                  <a:pt x="456553" y="367777"/>
                </a:cubicBezTo>
                <a:close/>
              </a:path>
            </a:pathLst>
          </a:custGeom>
          <a:noFill/>
          <a:ln w="28575" cap="flat">
            <a:solidFill>
              <a:schemeClr val="accent1">
                <a:lumMod val="40000"/>
                <a:lumOff val="6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latin typeface="微软雅黑" panose="020B0503020204020204" charset="-122"/>
              <a:ea typeface="微软雅黑" panose="020B0503020204020204" charset="-122"/>
            </a:endParaRPr>
          </a:p>
        </p:txBody>
      </p:sp>
      <p:sp>
        <p:nvSpPr>
          <p:cNvPr id="121" name="任意多边形: 形状 39"/>
          <p:cNvSpPr/>
          <p:nvPr>
            <p:custDataLst>
              <p:tags r:id="rId26"/>
            </p:custDataLst>
          </p:nvPr>
        </p:nvSpPr>
        <p:spPr>
          <a:xfrm>
            <a:off x="7790815" y="4718685"/>
            <a:ext cx="833120" cy="826135"/>
          </a:xfrm>
          <a:custGeom>
            <a:avLst/>
            <a:gdLst>
              <a:gd name="connsiteX0" fmla="*/ 354445 w 354711"/>
              <a:gd name="connsiteY0" fmla="*/ 279630 h 398159"/>
              <a:gd name="connsiteX1" fmla="*/ 354445 w 354711"/>
              <a:gd name="connsiteY1" fmla="*/ 117705 h 398159"/>
              <a:gd name="connsiteX2" fmla="*/ 335395 w 354711"/>
              <a:gd name="connsiteY2" fmla="*/ 85511 h 398159"/>
              <a:gd name="connsiteX3" fmla="*/ 195664 w 354711"/>
              <a:gd name="connsiteY3" fmla="*/ 4834 h 398159"/>
              <a:gd name="connsiteX4" fmla="*/ 158421 w 354711"/>
              <a:gd name="connsiteY4" fmla="*/ 4834 h 398159"/>
              <a:gd name="connsiteX5" fmla="*/ 18308 w 354711"/>
              <a:gd name="connsiteY5" fmla="*/ 85701 h 398159"/>
              <a:gd name="connsiteX6" fmla="*/ -266 w 354711"/>
              <a:gd name="connsiteY6" fmla="*/ 117896 h 398159"/>
              <a:gd name="connsiteX7" fmla="*/ -266 w 354711"/>
              <a:gd name="connsiteY7" fmla="*/ 279821 h 398159"/>
              <a:gd name="connsiteX8" fmla="*/ 18308 w 354711"/>
              <a:gd name="connsiteY8" fmla="*/ 312110 h 398159"/>
              <a:gd name="connsiteX9" fmla="*/ 158421 w 354711"/>
              <a:gd name="connsiteY9" fmla="*/ 392978 h 398159"/>
              <a:gd name="connsiteX10" fmla="*/ 195664 w 354711"/>
              <a:gd name="connsiteY10" fmla="*/ 392978 h 398159"/>
              <a:gd name="connsiteX11" fmla="*/ 335681 w 354711"/>
              <a:gd name="connsiteY11" fmla="*/ 312110 h 398159"/>
              <a:gd name="connsiteX12" fmla="*/ 354445 w 354711"/>
              <a:gd name="connsiteY12" fmla="*/ 279630 h 39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4711" h="398159">
                <a:moveTo>
                  <a:pt x="354445" y="279630"/>
                </a:moveTo>
                <a:lnTo>
                  <a:pt x="354445" y="117705"/>
                </a:lnTo>
                <a:cubicBezTo>
                  <a:pt x="354341" y="104332"/>
                  <a:pt x="347064" y="92045"/>
                  <a:pt x="335395" y="85511"/>
                </a:cubicBezTo>
                <a:lnTo>
                  <a:pt x="195664" y="4834"/>
                </a:lnTo>
                <a:cubicBezTo>
                  <a:pt x="184148" y="-1843"/>
                  <a:pt x="169937" y="-1843"/>
                  <a:pt x="158421" y="4834"/>
                </a:cubicBezTo>
                <a:lnTo>
                  <a:pt x="18308" y="85701"/>
                </a:lnTo>
                <a:cubicBezTo>
                  <a:pt x="6821" y="92359"/>
                  <a:pt x="-256" y="104618"/>
                  <a:pt x="-266" y="117896"/>
                </a:cubicBezTo>
                <a:lnTo>
                  <a:pt x="-266" y="279821"/>
                </a:lnTo>
                <a:cubicBezTo>
                  <a:pt x="-284" y="293127"/>
                  <a:pt x="6792" y="305443"/>
                  <a:pt x="18308" y="312110"/>
                </a:cubicBezTo>
                <a:lnTo>
                  <a:pt x="158421" y="392978"/>
                </a:lnTo>
                <a:cubicBezTo>
                  <a:pt x="169937" y="399655"/>
                  <a:pt x="184148" y="399655"/>
                  <a:pt x="195664" y="392978"/>
                </a:cubicBezTo>
                <a:lnTo>
                  <a:pt x="335681" y="312110"/>
                </a:lnTo>
                <a:cubicBezTo>
                  <a:pt x="347311" y="305443"/>
                  <a:pt x="354474" y="293041"/>
                  <a:pt x="354445" y="279630"/>
                </a:cubicBezTo>
                <a:close/>
              </a:path>
            </a:pathLst>
          </a:custGeom>
          <a:gradFill>
            <a:gsLst>
              <a:gs pos="100000">
                <a:schemeClr val="accent2">
                  <a:alpha val="100000"/>
                </a:schemeClr>
              </a:gs>
              <a:gs pos="0">
                <a:schemeClr val="accent2">
                  <a:lumMod val="60000"/>
                  <a:lumOff val="40000"/>
                  <a:alpha val="100000"/>
                </a:schemeClr>
              </a:gs>
            </a:gsLst>
            <a:lin ang="1398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600">
                <a:solidFill>
                  <a:schemeClr val="bg1"/>
                </a:solidFill>
                <a:latin typeface="微软雅黑" panose="020B0503020204020204" charset="-122"/>
                <a:ea typeface="微软雅黑" panose="020B0503020204020204" charset="-122"/>
              </a:rPr>
              <a:t>商</a:t>
            </a:r>
            <a:endParaRPr lang="zh-CN" altLang="en-US" sz="3600">
              <a:solidFill>
                <a:schemeClr val="bg1"/>
              </a:solidFill>
              <a:latin typeface="微软雅黑" panose="020B0503020204020204" charset="-122"/>
              <a:ea typeface="微软雅黑" panose="020B0503020204020204" charset="-122"/>
            </a:endParaRPr>
          </a:p>
        </p:txBody>
      </p:sp>
      <p:sp>
        <p:nvSpPr>
          <p:cNvPr id="122" name="矩形 121"/>
          <p:cNvSpPr/>
          <p:nvPr>
            <p:custDataLst>
              <p:tags r:id="rId27"/>
            </p:custDataLst>
          </p:nvPr>
        </p:nvSpPr>
        <p:spPr>
          <a:xfrm>
            <a:off x="1727200" y="4365625"/>
            <a:ext cx="2547620" cy="1837055"/>
          </a:xfrm>
          <a:prstGeom prst="rect">
            <a:avLst/>
          </a:prstGeom>
          <a:noFill/>
        </p:spPr>
        <p:txBody>
          <a:bodyPr wrap="square" lIns="0" tIns="0" rIns="0" bIns="0" rtlCol="0" anchor="ctr" anchorCtr="0">
            <a:noAutofit/>
          </a:bodyPr>
          <a:lstStyle/>
          <a:p>
            <a:pPr algn="ctr">
              <a:lnSpc>
                <a:spcPct val="130000"/>
              </a:lnSpc>
              <a:spcBef>
                <a:spcPct val="0"/>
              </a:spcBef>
              <a:spcAft>
                <a:spcPct val="0"/>
              </a:spcAft>
            </a:pPr>
            <a:r>
              <a:rPr lang="en-US" altLang="zh-CN" b="1" dirty="0">
                <a:solidFill>
                  <a:srgbClr val="206252"/>
                </a:solidFill>
                <a:latin typeface="微软雅黑" panose="020B0503020204020204" charset="-122"/>
                <a:ea typeface="微软雅黑" panose="020B0503020204020204" charset="-122"/>
                <a:cs typeface="微软雅黑" panose="020B0503020204020204" charset="-122"/>
              </a:rPr>
              <a:t>  </a:t>
            </a:r>
            <a:r>
              <a:rPr lang="zh-CN" altLang="en-US" b="1" dirty="0">
                <a:solidFill>
                  <a:schemeClr val="tx1"/>
                </a:solidFill>
                <a:latin typeface="微软雅黑" panose="020B0503020204020204" charset="-122"/>
                <a:ea typeface="微软雅黑" panose="020B0503020204020204" charset="-122"/>
                <a:cs typeface="微软雅黑" panose="020B0503020204020204" charset="-122"/>
              </a:rPr>
              <a:t>社会医保</a:t>
            </a:r>
            <a:endParaRPr lang="zh-CN" altLang="en-US" b="1" dirty="0">
              <a:solidFill>
                <a:srgbClr val="206252"/>
              </a:solidFill>
              <a:latin typeface="微软雅黑" panose="020B0503020204020204" charset="-122"/>
              <a:ea typeface="微软雅黑" panose="020B0503020204020204" charset="-122"/>
              <a:cs typeface="微软雅黑" panose="020B0503020204020204" charset="-122"/>
            </a:endParaRPr>
          </a:p>
          <a:p>
            <a:pPr marL="342900" indent="-342900" algn="l">
              <a:lnSpc>
                <a:spcPct val="130000"/>
              </a:lnSpc>
              <a:spcBef>
                <a:spcPct val="0"/>
              </a:spcBef>
              <a:spcAft>
                <a:spcPct val="0"/>
              </a:spcAft>
              <a:buFont typeface="Wingdings" panose="05000000000000000000" charset="0"/>
              <a:buChar char="Ø"/>
            </a:pPr>
            <a:r>
              <a:rPr lang="zh-CN" altLang="en-US" sz="1600" dirty="0">
                <a:solidFill>
                  <a:schemeClr val="tx1"/>
                </a:solidFill>
                <a:latin typeface="微软雅黑" panose="020B0503020204020204" charset="-122"/>
                <a:ea typeface="微软雅黑" panose="020B0503020204020204" charset="-122"/>
                <a:cs typeface="微软雅黑" panose="020B0503020204020204" charset="-122"/>
              </a:rPr>
              <a:t>在医保平台增设专属入口，简化查询路径</a:t>
            </a:r>
            <a:endParaRPr lang="zh-CN" altLang="en-US" sz="1600" dirty="0">
              <a:solidFill>
                <a:schemeClr val="tx1"/>
              </a:solidFill>
              <a:latin typeface="微软雅黑" panose="020B0503020204020204" charset="-122"/>
              <a:ea typeface="微软雅黑" panose="020B0503020204020204" charset="-122"/>
              <a:cs typeface="微软雅黑" panose="020B0503020204020204" charset="-122"/>
            </a:endParaRPr>
          </a:p>
          <a:p>
            <a:pPr marL="342900" indent="-342900" algn="l">
              <a:lnSpc>
                <a:spcPct val="130000"/>
              </a:lnSpc>
              <a:spcBef>
                <a:spcPct val="0"/>
              </a:spcBef>
              <a:spcAft>
                <a:spcPct val="0"/>
              </a:spcAft>
              <a:buFont typeface="Wingdings" panose="05000000000000000000" charset="0"/>
              <a:buChar char="Ø"/>
            </a:pPr>
            <a:r>
              <a:rPr lang="zh-CN" altLang="en-US" sz="1600" dirty="0">
                <a:solidFill>
                  <a:schemeClr val="tx1"/>
                </a:solidFill>
                <a:latin typeface="微软雅黑" panose="020B0503020204020204" charset="-122"/>
                <a:ea typeface="微软雅黑" panose="020B0503020204020204" charset="-122"/>
                <a:cs typeface="微软雅黑" panose="020B0503020204020204" charset="-122"/>
              </a:rPr>
              <a:t>放宽医保个人账户购险准入，优化报销衔接</a:t>
            </a:r>
            <a:endParaRPr lang="zh-CN" altLang="en-US" sz="1600" dirty="0">
              <a:solidFill>
                <a:schemeClr val="tx1"/>
              </a:solidFill>
              <a:latin typeface="微软雅黑" panose="020B0503020204020204" charset="-122"/>
              <a:ea typeface="微软雅黑" panose="020B0503020204020204" charset="-122"/>
              <a:cs typeface="微软雅黑" panose="020B0503020204020204" charset="-122"/>
            </a:endParaRPr>
          </a:p>
          <a:p>
            <a:pPr marL="342900" indent="-342900" algn="l">
              <a:lnSpc>
                <a:spcPct val="130000"/>
              </a:lnSpc>
              <a:spcBef>
                <a:spcPct val="0"/>
              </a:spcBef>
              <a:spcAft>
                <a:spcPct val="0"/>
              </a:spcAft>
              <a:buFont typeface="Wingdings" panose="05000000000000000000" charset="0"/>
              <a:buChar char="Ø"/>
            </a:pPr>
            <a:r>
              <a:rPr lang="zh-CN" altLang="en-US" sz="1600" dirty="0">
                <a:solidFill>
                  <a:schemeClr val="tx1"/>
                </a:solidFill>
                <a:latin typeface="微软雅黑" panose="020B0503020204020204" charset="-122"/>
                <a:ea typeface="微软雅黑" panose="020B0503020204020204" charset="-122"/>
                <a:cs typeface="微软雅黑" panose="020B0503020204020204" charset="-122"/>
              </a:rPr>
              <a:t>协助识别</a:t>
            </a:r>
            <a:r>
              <a:rPr lang="zh-CN" altLang="en-US" b="1" dirty="0">
                <a:solidFill>
                  <a:srgbClr val="C00000"/>
                </a:solidFill>
                <a:latin typeface="微软雅黑" panose="020B0503020204020204" charset="-122"/>
                <a:ea typeface="微软雅黑" panose="020B0503020204020204" charset="-122"/>
                <a:cs typeface="微软雅黑" panose="020B0503020204020204" charset="-122"/>
              </a:rPr>
              <a:t>保障缺口</a:t>
            </a:r>
            <a:r>
              <a:rPr lang="zh-CN" altLang="en-US" sz="1600" dirty="0">
                <a:solidFill>
                  <a:schemeClr val="tx1"/>
                </a:solidFill>
                <a:latin typeface="微软雅黑" panose="020B0503020204020204" charset="-122"/>
                <a:ea typeface="微软雅黑" panose="020B0503020204020204" charset="-122"/>
                <a:cs typeface="微软雅黑" panose="020B0503020204020204" charset="-122"/>
              </a:rPr>
              <a:t>，推动保障责任动态调整。</a:t>
            </a:r>
            <a:endParaRPr lang="zh-CN" altLang="en-US" sz="1600" dirty="0">
              <a:solidFill>
                <a:schemeClr val="tx1"/>
              </a:solidFill>
              <a:latin typeface="微软雅黑" panose="020B0503020204020204" charset="-122"/>
              <a:ea typeface="微软雅黑" panose="020B0503020204020204" charset="-122"/>
              <a:cs typeface="微软雅黑" panose="020B0503020204020204" charset="-122"/>
            </a:endParaRPr>
          </a:p>
          <a:p>
            <a:pPr marL="285750" indent="-285750" algn="l">
              <a:lnSpc>
                <a:spcPct val="130000"/>
              </a:lnSpc>
              <a:spcBef>
                <a:spcPct val="0"/>
              </a:spcBef>
              <a:spcAft>
                <a:spcPct val="0"/>
              </a:spcAft>
              <a:buFont typeface="Wingdings" panose="05000000000000000000" charset="0"/>
              <a:buChar char="Ø"/>
            </a:pPr>
            <a:endParaRPr lang="zh-CN" altLang="en-US" sz="1600" dirty="0">
              <a:solidFill>
                <a:schemeClr val="tx1"/>
              </a:solidFill>
              <a:latin typeface="微软雅黑" panose="020B0503020204020204" charset="-122"/>
              <a:ea typeface="微软雅黑" panose="020B0503020204020204" charset="-122"/>
              <a:cs typeface="微软雅黑" panose="020B0503020204020204" charset="-122"/>
            </a:endParaRPr>
          </a:p>
          <a:p>
            <a:pPr algn="l">
              <a:lnSpc>
                <a:spcPct val="130000"/>
              </a:lnSpc>
              <a:spcBef>
                <a:spcPct val="0"/>
              </a:spcBef>
              <a:spcAft>
                <a:spcPct val="0"/>
              </a:spcAft>
            </a:pPr>
            <a:r>
              <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a:t>
            </a:r>
            <a:endPar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123" name="任意多边形: 形状 39"/>
          <p:cNvSpPr/>
          <p:nvPr>
            <p:custDataLst>
              <p:tags r:id="rId28"/>
            </p:custDataLst>
          </p:nvPr>
        </p:nvSpPr>
        <p:spPr>
          <a:xfrm>
            <a:off x="7313295" y="1348105"/>
            <a:ext cx="969645" cy="834390"/>
          </a:xfrm>
          <a:custGeom>
            <a:avLst/>
            <a:gdLst>
              <a:gd name="connsiteX0" fmla="*/ 354445 w 354711"/>
              <a:gd name="connsiteY0" fmla="*/ 279630 h 398159"/>
              <a:gd name="connsiteX1" fmla="*/ 354445 w 354711"/>
              <a:gd name="connsiteY1" fmla="*/ 117705 h 398159"/>
              <a:gd name="connsiteX2" fmla="*/ 335395 w 354711"/>
              <a:gd name="connsiteY2" fmla="*/ 85511 h 398159"/>
              <a:gd name="connsiteX3" fmla="*/ 195664 w 354711"/>
              <a:gd name="connsiteY3" fmla="*/ 4834 h 398159"/>
              <a:gd name="connsiteX4" fmla="*/ 158421 w 354711"/>
              <a:gd name="connsiteY4" fmla="*/ 4834 h 398159"/>
              <a:gd name="connsiteX5" fmla="*/ 18308 w 354711"/>
              <a:gd name="connsiteY5" fmla="*/ 85701 h 398159"/>
              <a:gd name="connsiteX6" fmla="*/ -266 w 354711"/>
              <a:gd name="connsiteY6" fmla="*/ 117896 h 398159"/>
              <a:gd name="connsiteX7" fmla="*/ -266 w 354711"/>
              <a:gd name="connsiteY7" fmla="*/ 279821 h 398159"/>
              <a:gd name="connsiteX8" fmla="*/ 18308 w 354711"/>
              <a:gd name="connsiteY8" fmla="*/ 312110 h 398159"/>
              <a:gd name="connsiteX9" fmla="*/ 158421 w 354711"/>
              <a:gd name="connsiteY9" fmla="*/ 392978 h 398159"/>
              <a:gd name="connsiteX10" fmla="*/ 195664 w 354711"/>
              <a:gd name="connsiteY10" fmla="*/ 392978 h 398159"/>
              <a:gd name="connsiteX11" fmla="*/ 335681 w 354711"/>
              <a:gd name="connsiteY11" fmla="*/ 312110 h 398159"/>
              <a:gd name="connsiteX12" fmla="*/ 354445 w 354711"/>
              <a:gd name="connsiteY12" fmla="*/ 279630 h 39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4711" h="398159">
                <a:moveTo>
                  <a:pt x="354445" y="279630"/>
                </a:moveTo>
                <a:lnTo>
                  <a:pt x="354445" y="117705"/>
                </a:lnTo>
                <a:cubicBezTo>
                  <a:pt x="354341" y="104332"/>
                  <a:pt x="347064" y="92045"/>
                  <a:pt x="335395" y="85511"/>
                </a:cubicBezTo>
                <a:lnTo>
                  <a:pt x="195664" y="4834"/>
                </a:lnTo>
                <a:cubicBezTo>
                  <a:pt x="184148" y="-1843"/>
                  <a:pt x="169937" y="-1843"/>
                  <a:pt x="158421" y="4834"/>
                </a:cubicBezTo>
                <a:lnTo>
                  <a:pt x="18308" y="85701"/>
                </a:lnTo>
                <a:cubicBezTo>
                  <a:pt x="6821" y="92359"/>
                  <a:pt x="-256" y="104618"/>
                  <a:pt x="-266" y="117896"/>
                </a:cubicBezTo>
                <a:lnTo>
                  <a:pt x="-266" y="279821"/>
                </a:lnTo>
                <a:cubicBezTo>
                  <a:pt x="-284" y="293127"/>
                  <a:pt x="6792" y="305443"/>
                  <a:pt x="18308" y="312110"/>
                </a:cubicBezTo>
                <a:lnTo>
                  <a:pt x="158421" y="392978"/>
                </a:lnTo>
                <a:cubicBezTo>
                  <a:pt x="169937" y="399655"/>
                  <a:pt x="184148" y="399655"/>
                  <a:pt x="195664" y="392978"/>
                </a:cubicBezTo>
                <a:lnTo>
                  <a:pt x="335681" y="312110"/>
                </a:lnTo>
                <a:cubicBezTo>
                  <a:pt x="347311" y="305443"/>
                  <a:pt x="354474" y="293041"/>
                  <a:pt x="354445" y="279630"/>
                </a:cubicBezTo>
                <a:close/>
              </a:path>
            </a:pathLst>
          </a:custGeom>
          <a:gradFill>
            <a:gsLst>
              <a:gs pos="100000">
                <a:schemeClr val="accent1">
                  <a:alpha val="100000"/>
                </a:schemeClr>
              </a:gs>
              <a:gs pos="0">
                <a:schemeClr val="accent1">
                  <a:lumMod val="60000"/>
                  <a:lumOff val="40000"/>
                  <a:alpha val="100000"/>
                </a:schemeClr>
              </a:gs>
            </a:gsLst>
            <a:lin ang="1398000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a:solidFill>
                  <a:schemeClr val="bg1"/>
                </a:solidFill>
                <a:latin typeface="微软雅黑" panose="020B0503020204020204" charset="-122"/>
                <a:ea typeface="微软雅黑" panose="020B0503020204020204" charset="-122"/>
                <a:cs typeface="微软雅黑" panose="020B0503020204020204" charset="-122"/>
                <a:sym typeface="+mn-ea"/>
              </a:rPr>
              <a:t> </a:t>
            </a:r>
            <a:r>
              <a:rPr lang="zh-CN" altLang="en-US" sz="3600">
                <a:solidFill>
                  <a:schemeClr val="bg1"/>
                </a:solidFill>
                <a:latin typeface="微软雅黑" panose="020B0503020204020204" charset="-122"/>
                <a:ea typeface="微软雅黑" panose="020B0503020204020204" charset="-122"/>
                <a:cs typeface="微软雅黑" panose="020B0503020204020204" charset="-122"/>
                <a:sym typeface="+mn-ea"/>
              </a:rPr>
              <a:t>军</a:t>
            </a:r>
            <a:endParaRPr lang="zh-CN" altLang="en-US" sz="360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24" name="矩形 123"/>
          <p:cNvSpPr/>
          <p:nvPr>
            <p:custDataLst>
              <p:tags r:id="rId29"/>
            </p:custDataLst>
          </p:nvPr>
        </p:nvSpPr>
        <p:spPr>
          <a:xfrm>
            <a:off x="8453755" y="1450975"/>
            <a:ext cx="2905125" cy="2030730"/>
          </a:xfrm>
          <a:prstGeom prst="rect">
            <a:avLst/>
          </a:prstGeom>
          <a:noFill/>
        </p:spPr>
        <p:txBody>
          <a:bodyPr wrap="square" lIns="0" tIns="0" rIns="0" bIns="0" rtlCol="0" anchor="ctr" anchorCtr="0">
            <a:noAutofit/>
          </a:bodyPr>
          <a:lstStyle/>
          <a:p>
            <a:pPr algn="ctr">
              <a:lnSpc>
                <a:spcPct val="130000"/>
              </a:lnSpc>
              <a:spcBef>
                <a:spcPct val="0"/>
              </a:spcBef>
              <a:spcAft>
                <a:spcPct val="0"/>
              </a:spcAft>
            </a:pPr>
            <a:r>
              <a:rPr lang="en-US" altLang="zh-CN" sz="1600" b="1" dirty="0">
                <a:solidFill>
                  <a:schemeClr val="tx1"/>
                </a:solidFill>
                <a:latin typeface="微软雅黑" panose="020B0503020204020204" charset="-122"/>
                <a:ea typeface="微软雅黑" panose="020B0503020204020204" charset="-122"/>
                <a:cs typeface="微软雅黑" panose="020B0503020204020204" charset="-122"/>
              </a:rPr>
              <a:t>  </a:t>
            </a:r>
            <a:r>
              <a:rPr lang="zh-CN" altLang="en-US" sz="1600" b="1" dirty="0">
                <a:solidFill>
                  <a:schemeClr val="tx1"/>
                </a:solidFill>
                <a:latin typeface="微软雅黑" panose="020B0503020204020204" charset="-122"/>
                <a:ea typeface="微软雅黑" panose="020B0503020204020204" charset="-122"/>
                <a:cs typeface="微软雅黑" panose="020B0503020204020204" charset="-122"/>
              </a:rPr>
              <a:t>退役军人事务局</a:t>
            </a:r>
            <a:endParaRPr lang="zh-CN" altLang="en-US" sz="1600" b="1" dirty="0">
              <a:solidFill>
                <a:schemeClr val="tx1"/>
              </a:solidFill>
              <a:latin typeface="微软雅黑" panose="020B0503020204020204" charset="-122"/>
              <a:ea typeface="微软雅黑" panose="020B0503020204020204" charset="-122"/>
              <a:cs typeface="微软雅黑" panose="020B0503020204020204" charset="-122"/>
            </a:endParaRPr>
          </a:p>
          <a:p>
            <a:pPr marL="342900" indent="-342900">
              <a:lnSpc>
                <a:spcPct val="130000"/>
              </a:lnSpc>
              <a:spcBef>
                <a:spcPct val="0"/>
              </a:spcBef>
              <a:spcAft>
                <a:spcPct val="0"/>
              </a:spcAft>
              <a:buFont typeface="Wingdings" panose="05000000000000000000" charset="0"/>
              <a:buChar char="Ø"/>
            </a:pPr>
            <a:r>
              <a:rPr lang="zh-CN" altLang="en-US" sz="1600" dirty="0">
                <a:solidFill>
                  <a:schemeClr val="tx1"/>
                </a:solidFill>
                <a:latin typeface="微软雅黑" panose="020B0503020204020204" charset="-122"/>
                <a:ea typeface="微软雅黑" panose="020B0503020204020204" charset="-122"/>
                <a:cs typeface="微软雅黑" panose="020B0503020204020204" charset="-122"/>
              </a:rPr>
              <a:t>依托</a:t>
            </a:r>
            <a:r>
              <a:rPr lang="en-US" altLang="zh-CN" b="1" dirty="0">
                <a:solidFill>
                  <a:srgbClr val="C00000"/>
                </a:solidFill>
                <a:latin typeface="微软雅黑" panose="020B0503020204020204" charset="-122"/>
                <a:ea typeface="微软雅黑" panose="020B0503020204020204" charset="-122"/>
                <a:cs typeface="微软雅黑" panose="020B0503020204020204" charset="-122"/>
              </a:rPr>
              <a:t>“</a:t>
            </a:r>
            <a:r>
              <a:rPr lang="zh-CN" altLang="en-US" b="1" dirty="0">
                <a:solidFill>
                  <a:srgbClr val="C00000"/>
                </a:solidFill>
                <a:latin typeface="微软雅黑" panose="020B0503020204020204" charset="-122"/>
                <a:ea typeface="微软雅黑" panose="020B0503020204020204" charset="-122"/>
                <a:cs typeface="微软雅黑" panose="020B0503020204020204" charset="-122"/>
              </a:rPr>
              <a:t>事务局 - 社区服务站” 网络</a:t>
            </a:r>
            <a:r>
              <a:rPr lang="zh-CN" altLang="en-US" sz="1600" dirty="0">
                <a:solidFill>
                  <a:schemeClr val="tx1"/>
                </a:solidFill>
                <a:latin typeface="微软雅黑" panose="020B0503020204020204" charset="-122"/>
                <a:ea typeface="微软雅黑" panose="020B0503020204020204" charset="-122"/>
                <a:cs typeface="微软雅黑" panose="020B0503020204020204" charset="-122"/>
              </a:rPr>
              <a:t>触达，发挥官方背书效能</a:t>
            </a:r>
            <a:endParaRPr lang="zh-CN" altLang="en-US" sz="1600" dirty="0">
              <a:solidFill>
                <a:schemeClr val="tx1"/>
              </a:solidFill>
              <a:latin typeface="微软雅黑" panose="020B0503020204020204" charset="-122"/>
              <a:ea typeface="微软雅黑" panose="020B0503020204020204" charset="-122"/>
              <a:cs typeface="微软雅黑" panose="020B0503020204020204" charset="-122"/>
            </a:endParaRPr>
          </a:p>
          <a:p>
            <a:pPr marL="342900" indent="-342900">
              <a:lnSpc>
                <a:spcPct val="130000"/>
              </a:lnSpc>
              <a:spcBef>
                <a:spcPct val="0"/>
              </a:spcBef>
              <a:spcAft>
                <a:spcPct val="0"/>
              </a:spcAft>
              <a:buFont typeface="Wingdings" panose="05000000000000000000" charset="0"/>
              <a:buChar char="Ø"/>
            </a:pPr>
            <a:r>
              <a:rPr lang="zh-CN" altLang="en-US" sz="1600" dirty="0">
                <a:solidFill>
                  <a:schemeClr val="tx1"/>
                </a:solidFill>
                <a:latin typeface="微软雅黑" panose="020B0503020204020204" charset="-122"/>
                <a:ea typeface="微软雅黑" panose="020B0503020204020204" charset="-122"/>
                <a:cs typeface="微软雅黑" panose="020B0503020204020204" charset="-122"/>
              </a:rPr>
              <a:t>实施</a:t>
            </a:r>
            <a:r>
              <a:rPr lang="zh-CN" altLang="en-US" sz="1600" dirty="0">
                <a:solidFill>
                  <a:schemeClr val="tx1"/>
                </a:solidFill>
                <a:latin typeface="微软雅黑" panose="020B0503020204020204" charset="-122"/>
                <a:ea typeface="微软雅黑" panose="020B0503020204020204" charset="-122"/>
                <a:cs typeface="微软雅黑" panose="020B0503020204020204" charset="-122"/>
              </a:rPr>
              <a:t>风险画像分级管理</a:t>
            </a:r>
            <a:endParaRPr lang="zh-CN" altLang="en-US" sz="1600" dirty="0">
              <a:solidFill>
                <a:schemeClr val="tx1"/>
              </a:solidFill>
              <a:latin typeface="微软雅黑" panose="020B0503020204020204" charset="-122"/>
              <a:ea typeface="微软雅黑" panose="020B0503020204020204" charset="-122"/>
              <a:cs typeface="微软雅黑" panose="020B0503020204020204" charset="-122"/>
            </a:endParaRPr>
          </a:p>
          <a:p>
            <a:pPr marL="342900" indent="-342900">
              <a:lnSpc>
                <a:spcPct val="130000"/>
              </a:lnSpc>
              <a:spcBef>
                <a:spcPct val="0"/>
              </a:spcBef>
              <a:spcAft>
                <a:spcPct val="0"/>
              </a:spcAft>
              <a:buFont typeface="Wingdings" panose="05000000000000000000" charset="0"/>
              <a:buChar char="Ø"/>
            </a:pPr>
            <a:r>
              <a:rPr lang="zh-CN" altLang="en-US" sz="1600" dirty="0">
                <a:solidFill>
                  <a:schemeClr val="tx1"/>
                </a:solidFill>
                <a:latin typeface="微软雅黑" panose="020B0503020204020204" charset="-122"/>
                <a:ea typeface="微软雅黑" panose="020B0503020204020204" charset="-122"/>
                <a:cs typeface="微软雅黑" panose="020B0503020204020204" charset="-122"/>
              </a:rPr>
              <a:t>提供</a:t>
            </a:r>
            <a:r>
              <a:rPr lang="zh-CN" altLang="en-US" b="1" dirty="0">
                <a:solidFill>
                  <a:srgbClr val="C00000"/>
                </a:solidFill>
                <a:latin typeface="微软雅黑" panose="020B0503020204020204" charset="-122"/>
                <a:ea typeface="微软雅黑" panose="020B0503020204020204" charset="-122"/>
                <a:cs typeface="微软雅黑" panose="020B0503020204020204" charset="-122"/>
              </a:rPr>
              <a:t>数据驱动</a:t>
            </a:r>
            <a:r>
              <a:rPr lang="zh-CN" altLang="en-US" sz="1600" dirty="0">
                <a:solidFill>
                  <a:schemeClr val="tx1"/>
                </a:solidFill>
                <a:latin typeface="微软雅黑" panose="020B0503020204020204" charset="-122"/>
                <a:ea typeface="微软雅黑" panose="020B0503020204020204" charset="-122"/>
                <a:cs typeface="微软雅黑" panose="020B0503020204020204" charset="-122"/>
              </a:rPr>
              <a:t>，为产品优化提供政策支撑</a:t>
            </a:r>
            <a:endParaRPr lang="zh-CN" altLang="en-US" sz="1600" dirty="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25" name="矩形 124"/>
          <p:cNvSpPr/>
          <p:nvPr>
            <p:custDataLst>
              <p:tags r:id="rId30"/>
            </p:custDataLst>
          </p:nvPr>
        </p:nvSpPr>
        <p:spPr>
          <a:xfrm>
            <a:off x="8922385" y="4214495"/>
            <a:ext cx="2940050" cy="1837055"/>
          </a:xfrm>
          <a:prstGeom prst="rect">
            <a:avLst/>
          </a:prstGeom>
          <a:noFill/>
        </p:spPr>
        <p:txBody>
          <a:bodyPr wrap="square" lIns="0" tIns="0" rIns="0" bIns="0" rtlCol="0" anchor="ctr" anchorCtr="0">
            <a:noAutofit/>
          </a:bodyPr>
          <a:lstStyle/>
          <a:p>
            <a:pPr algn="ctr">
              <a:lnSpc>
                <a:spcPct val="130000"/>
              </a:lnSpc>
              <a:spcBef>
                <a:spcPct val="0"/>
              </a:spcBef>
              <a:spcAft>
                <a:spcPct val="0"/>
              </a:spcAft>
            </a:pPr>
            <a:r>
              <a:rPr lang="en-US" altLang="zh-CN" sz="1600" dirty="0">
                <a:solidFill>
                  <a:schemeClr val="tx1"/>
                </a:solidFill>
                <a:latin typeface="微软雅黑" panose="020B0503020204020204" charset="-122"/>
                <a:ea typeface="微软雅黑" panose="020B0503020204020204" charset="-122"/>
                <a:cs typeface="微软雅黑" panose="020B0503020204020204" charset="-122"/>
              </a:rPr>
              <a:t>  </a:t>
            </a:r>
            <a:r>
              <a:rPr lang="zh-CN" altLang="en-US" b="1" dirty="0">
                <a:solidFill>
                  <a:schemeClr val="tx1"/>
                </a:solidFill>
                <a:latin typeface="微软雅黑" panose="020B0503020204020204" charset="-122"/>
                <a:ea typeface="微软雅黑" panose="020B0503020204020204" charset="-122"/>
                <a:cs typeface="微软雅黑" panose="020B0503020204020204" charset="-122"/>
              </a:rPr>
              <a:t>商业医保</a:t>
            </a:r>
            <a:endParaRPr lang="zh-CN" altLang="en-US" b="1" dirty="0">
              <a:solidFill>
                <a:schemeClr val="tx1"/>
              </a:solidFill>
              <a:latin typeface="微软雅黑" panose="020B0503020204020204" charset="-122"/>
              <a:ea typeface="微软雅黑" panose="020B0503020204020204" charset="-122"/>
              <a:cs typeface="微软雅黑" panose="020B0503020204020204" charset="-122"/>
            </a:endParaRPr>
          </a:p>
          <a:p>
            <a:pPr marL="342900" indent="-342900">
              <a:lnSpc>
                <a:spcPct val="130000"/>
              </a:lnSpc>
              <a:spcBef>
                <a:spcPct val="0"/>
              </a:spcBef>
              <a:spcAft>
                <a:spcPct val="0"/>
              </a:spcAft>
              <a:buFont typeface="Wingdings" panose="05000000000000000000" charset="0"/>
              <a:buChar char="Ø"/>
            </a:pPr>
            <a:r>
              <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a:t>
            </a:r>
            <a:r>
              <a:rPr lang="zh-CN" altLang="en-US" b="1" dirty="0">
                <a:solidFill>
                  <a:srgbClr val="C00000"/>
                </a:solidFill>
                <a:latin typeface="微软雅黑" panose="020B0503020204020204" charset="-122"/>
                <a:ea typeface="微软雅黑" panose="020B0503020204020204" charset="-122"/>
                <a:cs typeface="微软雅黑" panose="020B0503020204020204" charset="-122"/>
              </a:rPr>
              <a:t>牵头产品细化</a:t>
            </a:r>
            <a:r>
              <a:rPr lang="zh-CN" altLang="en-US" sz="1600" b="1" dirty="0">
                <a:solidFill>
                  <a:schemeClr val="tx1"/>
                </a:solidFill>
                <a:latin typeface="微软雅黑" panose="020B0503020204020204" charset="-122"/>
                <a:ea typeface="微软雅黑" panose="020B0503020204020204" charset="-122"/>
                <a:cs typeface="微软雅黑" panose="020B0503020204020204" charset="-122"/>
              </a:rPr>
              <a:t>，</a:t>
            </a: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搭建线上触达矩阵，提供在线咨询服务</a:t>
            </a:r>
            <a:endPar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marL="342900" indent="-342900">
              <a:lnSpc>
                <a:spcPct val="130000"/>
              </a:lnSpc>
              <a:spcBef>
                <a:spcPct val="0"/>
              </a:spcBef>
              <a:spcAft>
                <a:spcPct val="0"/>
              </a:spcAft>
              <a:buFont typeface="Wingdings" panose="05000000000000000000" charset="0"/>
              <a:buChar char="Ø"/>
            </a:pP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鼓励构建</a:t>
            </a:r>
            <a:r>
              <a:rPr lang="zh-CN" altLang="en-US" b="1" dirty="0">
                <a:solidFill>
                  <a:srgbClr val="C00000"/>
                </a:solidFill>
                <a:latin typeface="微软雅黑" panose="020B0503020204020204" charset="-122"/>
                <a:ea typeface="微软雅黑" panose="020B0503020204020204" charset="-122"/>
                <a:cs typeface="微软雅黑" panose="020B0503020204020204" charset="-122"/>
              </a:rPr>
              <a:t>军人专属医疗保障体系</a:t>
            </a: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，签约</a:t>
            </a: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军队医院，应用精细化算法定价</a:t>
            </a:r>
            <a:endPar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indent="0">
              <a:lnSpc>
                <a:spcPct val="130000"/>
              </a:lnSpc>
              <a:spcBef>
                <a:spcPct val="0"/>
              </a:spcBef>
              <a:spcAft>
                <a:spcPct val="0"/>
              </a:spcAft>
              <a:buFont typeface="Wingdings" panose="05000000000000000000" charset="0"/>
              <a:buNone/>
            </a:pPr>
            <a:endPar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129" name="任意多边形: 形状 40"/>
          <p:cNvSpPr/>
          <p:nvPr>
            <p:custDataLst>
              <p:tags r:id="rId31"/>
            </p:custDataLst>
          </p:nvPr>
        </p:nvSpPr>
        <p:spPr>
          <a:xfrm>
            <a:off x="7219950" y="1270635"/>
            <a:ext cx="1149985" cy="989965"/>
          </a:xfrm>
          <a:custGeom>
            <a:avLst/>
            <a:gdLst>
              <a:gd name="connsiteX0" fmla="*/ 456553 w 456818"/>
              <a:gd name="connsiteY0" fmla="*/ 367777 h 515452"/>
              <a:gd name="connsiteX1" fmla="*/ 456553 w 456818"/>
              <a:gd name="connsiteY1" fmla="*/ 147178 h 515452"/>
              <a:gd name="connsiteX2" fmla="*/ 437503 w 456818"/>
              <a:gd name="connsiteY2" fmla="*/ 114984 h 515452"/>
              <a:gd name="connsiteX3" fmla="*/ 247003 w 456818"/>
              <a:gd name="connsiteY3" fmla="*/ 4684 h 515452"/>
              <a:gd name="connsiteX4" fmla="*/ 209761 w 456818"/>
              <a:gd name="connsiteY4" fmla="*/ 4684 h 515452"/>
              <a:gd name="connsiteX5" fmla="*/ 18784 w 456818"/>
              <a:gd name="connsiteY5" fmla="*/ 114984 h 515452"/>
              <a:gd name="connsiteX6" fmla="*/ -266 w 456818"/>
              <a:gd name="connsiteY6" fmla="*/ 147178 h 515452"/>
              <a:gd name="connsiteX7" fmla="*/ -266 w 456818"/>
              <a:gd name="connsiteY7" fmla="*/ 367777 h 515452"/>
              <a:gd name="connsiteX8" fmla="*/ 18784 w 456818"/>
              <a:gd name="connsiteY8" fmla="*/ 399972 h 515452"/>
              <a:gd name="connsiteX9" fmla="*/ 209761 w 456818"/>
              <a:gd name="connsiteY9" fmla="*/ 510271 h 515452"/>
              <a:gd name="connsiteX10" fmla="*/ 247003 w 456818"/>
              <a:gd name="connsiteY10" fmla="*/ 510271 h 515452"/>
              <a:gd name="connsiteX11" fmla="*/ 437503 w 456818"/>
              <a:gd name="connsiteY11" fmla="*/ 399972 h 515452"/>
              <a:gd name="connsiteX12" fmla="*/ 456553 w 456818"/>
              <a:gd name="connsiteY12" fmla="*/ 367777 h 515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6818" h="515452">
                <a:moveTo>
                  <a:pt x="456553" y="367777"/>
                </a:moveTo>
                <a:lnTo>
                  <a:pt x="456553" y="147178"/>
                </a:lnTo>
                <a:cubicBezTo>
                  <a:pt x="456449" y="133805"/>
                  <a:pt x="449171" y="121518"/>
                  <a:pt x="437503" y="114984"/>
                </a:cubicBezTo>
                <a:lnTo>
                  <a:pt x="247003" y="4684"/>
                </a:lnTo>
                <a:cubicBezTo>
                  <a:pt x="235430" y="-1793"/>
                  <a:pt x="221333" y="-1793"/>
                  <a:pt x="209761" y="4684"/>
                </a:cubicBezTo>
                <a:lnTo>
                  <a:pt x="18784" y="114984"/>
                </a:lnTo>
                <a:cubicBezTo>
                  <a:pt x="7116" y="121518"/>
                  <a:pt x="-161" y="133805"/>
                  <a:pt x="-266" y="147178"/>
                </a:cubicBezTo>
                <a:lnTo>
                  <a:pt x="-266" y="367777"/>
                </a:lnTo>
                <a:cubicBezTo>
                  <a:pt x="-199" y="381160"/>
                  <a:pt x="7088" y="393466"/>
                  <a:pt x="18784" y="399972"/>
                </a:cubicBezTo>
                <a:lnTo>
                  <a:pt x="209761" y="510271"/>
                </a:lnTo>
                <a:cubicBezTo>
                  <a:pt x="221276" y="516948"/>
                  <a:pt x="235487" y="516948"/>
                  <a:pt x="247003" y="510271"/>
                </a:cubicBezTo>
                <a:lnTo>
                  <a:pt x="437503" y="399972"/>
                </a:lnTo>
                <a:cubicBezTo>
                  <a:pt x="449219" y="393485"/>
                  <a:pt x="456506" y="381169"/>
                  <a:pt x="456553" y="367777"/>
                </a:cubicBezTo>
                <a:close/>
              </a:path>
            </a:pathLst>
          </a:custGeom>
          <a:noFill/>
          <a:ln w="28575" cap="flat">
            <a:solidFill>
              <a:schemeClr val="accent1">
                <a:lumMod val="40000"/>
                <a:lumOff val="6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latin typeface="微软雅黑" panose="020B0503020204020204" charset="-122"/>
              <a:ea typeface="微软雅黑" panose="020B0503020204020204" charset="-122"/>
              <a:sym typeface="+mn-ea"/>
            </a:endParaRPr>
          </a:p>
        </p:txBody>
      </p:sp>
      <p:sp>
        <p:nvSpPr>
          <p:cNvPr id="130" name="任意多边形: 形状 40"/>
          <p:cNvSpPr/>
          <p:nvPr>
            <p:custDataLst>
              <p:tags r:id="rId32"/>
            </p:custDataLst>
          </p:nvPr>
        </p:nvSpPr>
        <p:spPr>
          <a:xfrm>
            <a:off x="7686675" y="4619625"/>
            <a:ext cx="1016000" cy="1003300"/>
          </a:xfrm>
          <a:custGeom>
            <a:avLst/>
            <a:gdLst>
              <a:gd name="connsiteX0" fmla="*/ 456553 w 456818"/>
              <a:gd name="connsiteY0" fmla="*/ 367777 h 515452"/>
              <a:gd name="connsiteX1" fmla="*/ 456553 w 456818"/>
              <a:gd name="connsiteY1" fmla="*/ 147178 h 515452"/>
              <a:gd name="connsiteX2" fmla="*/ 437503 w 456818"/>
              <a:gd name="connsiteY2" fmla="*/ 114984 h 515452"/>
              <a:gd name="connsiteX3" fmla="*/ 247003 w 456818"/>
              <a:gd name="connsiteY3" fmla="*/ 4684 h 515452"/>
              <a:gd name="connsiteX4" fmla="*/ 209761 w 456818"/>
              <a:gd name="connsiteY4" fmla="*/ 4684 h 515452"/>
              <a:gd name="connsiteX5" fmla="*/ 18784 w 456818"/>
              <a:gd name="connsiteY5" fmla="*/ 114984 h 515452"/>
              <a:gd name="connsiteX6" fmla="*/ -266 w 456818"/>
              <a:gd name="connsiteY6" fmla="*/ 147178 h 515452"/>
              <a:gd name="connsiteX7" fmla="*/ -266 w 456818"/>
              <a:gd name="connsiteY7" fmla="*/ 367777 h 515452"/>
              <a:gd name="connsiteX8" fmla="*/ 18784 w 456818"/>
              <a:gd name="connsiteY8" fmla="*/ 399972 h 515452"/>
              <a:gd name="connsiteX9" fmla="*/ 209761 w 456818"/>
              <a:gd name="connsiteY9" fmla="*/ 510271 h 515452"/>
              <a:gd name="connsiteX10" fmla="*/ 247003 w 456818"/>
              <a:gd name="connsiteY10" fmla="*/ 510271 h 515452"/>
              <a:gd name="connsiteX11" fmla="*/ 437503 w 456818"/>
              <a:gd name="connsiteY11" fmla="*/ 399972 h 515452"/>
              <a:gd name="connsiteX12" fmla="*/ 456553 w 456818"/>
              <a:gd name="connsiteY12" fmla="*/ 367777 h 515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6818" h="515452">
                <a:moveTo>
                  <a:pt x="456553" y="367777"/>
                </a:moveTo>
                <a:lnTo>
                  <a:pt x="456553" y="147178"/>
                </a:lnTo>
                <a:cubicBezTo>
                  <a:pt x="456449" y="133805"/>
                  <a:pt x="449171" y="121518"/>
                  <a:pt x="437503" y="114984"/>
                </a:cubicBezTo>
                <a:lnTo>
                  <a:pt x="247003" y="4684"/>
                </a:lnTo>
                <a:cubicBezTo>
                  <a:pt x="235430" y="-1793"/>
                  <a:pt x="221333" y="-1793"/>
                  <a:pt x="209761" y="4684"/>
                </a:cubicBezTo>
                <a:lnTo>
                  <a:pt x="18784" y="114984"/>
                </a:lnTo>
                <a:cubicBezTo>
                  <a:pt x="7116" y="121518"/>
                  <a:pt x="-161" y="133805"/>
                  <a:pt x="-266" y="147178"/>
                </a:cubicBezTo>
                <a:lnTo>
                  <a:pt x="-266" y="367777"/>
                </a:lnTo>
                <a:cubicBezTo>
                  <a:pt x="-199" y="381160"/>
                  <a:pt x="7088" y="393466"/>
                  <a:pt x="18784" y="399972"/>
                </a:cubicBezTo>
                <a:lnTo>
                  <a:pt x="209761" y="510271"/>
                </a:lnTo>
                <a:cubicBezTo>
                  <a:pt x="221276" y="516948"/>
                  <a:pt x="235487" y="516948"/>
                  <a:pt x="247003" y="510271"/>
                </a:cubicBezTo>
                <a:lnTo>
                  <a:pt x="437503" y="399972"/>
                </a:lnTo>
                <a:cubicBezTo>
                  <a:pt x="449219" y="393485"/>
                  <a:pt x="456506" y="381169"/>
                  <a:pt x="456553" y="367777"/>
                </a:cubicBezTo>
                <a:close/>
              </a:path>
            </a:pathLst>
          </a:custGeom>
          <a:noFill/>
          <a:ln w="28575" cap="flat">
            <a:solidFill>
              <a:schemeClr val="accent2">
                <a:lumMod val="40000"/>
                <a:lumOff val="6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latin typeface="微软雅黑" panose="020B0503020204020204" charset="-122"/>
              <a:ea typeface="微软雅黑" panose="020B0503020204020204" charset="-122"/>
              <a:sym typeface="+mn-ea"/>
            </a:endParaRPr>
          </a:p>
        </p:txBody>
      </p:sp>
      <p:sp>
        <p:nvSpPr>
          <p:cNvPr id="132" name="文本框 131"/>
          <p:cNvSpPr txBox="1"/>
          <p:nvPr/>
        </p:nvSpPr>
        <p:spPr>
          <a:xfrm>
            <a:off x="3125470" y="2764155"/>
            <a:ext cx="672465" cy="706755"/>
          </a:xfrm>
          <a:prstGeom prst="rect">
            <a:avLst/>
          </a:prstGeom>
          <a:noFill/>
        </p:spPr>
        <p:txBody>
          <a:bodyPr wrap="square" rtlCol="0">
            <a:spAutoFit/>
          </a:bodyPr>
          <a:p>
            <a:r>
              <a:rPr lang="zh-CN" altLang="en-US" sz="4000">
                <a:solidFill>
                  <a:schemeClr val="bg1"/>
                </a:solidFill>
                <a:latin typeface="微软雅黑" panose="020B0503020204020204" charset="-122"/>
                <a:ea typeface="微软雅黑" panose="020B0503020204020204" charset="-122"/>
              </a:rPr>
              <a:t>社</a:t>
            </a:r>
            <a:endParaRPr lang="zh-CN" altLang="en-US" sz="4000">
              <a:solidFill>
                <a:schemeClr val="bg1"/>
              </a:solidFill>
              <a:latin typeface="微软雅黑" panose="020B0503020204020204" charset="-122"/>
              <a:ea typeface="微软雅黑" panose="020B0503020204020204" charset="-122"/>
            </a:endParaRPr>
          </a:p>
        </p:txBody>
      </p:sp>
      <p:grpSp>
        <p:nvGrpSpPr>
          <p:cNvPr id="172" name="组合 171"/>
          <p:cNvGrpSpPr/>
          <p:nvPr/>
        </p:nvGrpSpPr>
        <p:grpSpPr>
          <a:xfrm>
            <a:off x="-674446" y="0"/>
            <a:ext cx="13073260" cy="902312"/>
            <a:chOff x="-801446" y="0"/>
            <a:chExt cx="13073260" cy="902312"/>
          </a:xfrm>
        </p:grpSpPr>
        <p:sp>
          <p:nvSpPr>
            <p:cNvPr id="173" name="PA-任意多边形 900"/>
            <p:cNvSpPr/>
            <p:nvPr>
              <p:custDataLst>
                <p:tags r:id="rId33"/>
              </p:custDataLst>
            </p:nvPr>
          </p:nvSpPr>
          <p:spPr>
            <a:xfrm flipV="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91000">
                  <a:schemeClr val="accent2">
                    <a:lumMod val="75000"/>
                  </a:schemeClr>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74" name="PA-任意多边形 46"/>
            <p:cNvSpPr/>
            <p:nvPr>
              <p:custDataLst>
                <p:tags r:id="rId34"/>
              </p:custDataLst>
            </p:nvPr>
          </p:nvSpPr>
          <p:spPr>
            <a:xfrm>
              <a:off x="17585" y="140988"/>
              <a:ext cx="10477775" cy="713837"/>
            </a:xfrm>
            <a:custGeom>
              <a:avLst/>
              <a:gdLst>
                <a:gd name="connsiteX0" fmla="*/ 0 w 10477775"/>
                <a:gd name="connsiteY0" fmla="*/ 0 h 713837"/>
                <a:gd name="connsiteX1" fmla="*/ 9872819 w 10477775"/>
                <a:gd name="connsiteY1" fmla="*/ 0 h 713837"/>
                <a:gd name="connsiteX2" fmla="*/ 10477775 w 10477775"/>
                <a:gd name="connsiteY2" fmla="*/ 713837 h 713837"/>
                <a:gd name="connsiteX3" fmla="*/ 0 w 10477775"/>
                <a:gd name="connsiteY3" fmla="*/ 713837 h 713837"/>
                <a:gd name="connsiteX4" fmla="*/ 0 w 10477775"/>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775" h="713837">
                  <a:moveTo>
                    <a:pt x="0" y="0"/>
                  </a:moveTo>
                  <a:lnTo>
                    <a:pt x="9872819" y="0"/>
                  </a:lnTo>
                  <a:lnTo>
                    <a:pt x="10477775" y="713837"/>
                  </a:lnTo>
                  <a:lnTo>
                    <a:pt x="0" y="713837"/>
                  </a:lnTo>
                  <a:lnTo>
                    <a:pt x="0" y="0"/>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75" name="PA-任意多边形 50"/>
            <p:cNvSpPr/>
            <p:nvPr>
              <p:custDataLst>
                <p:tags r:id="rId35"/>
              </p:custDataLst>
            </p:nvPr>
          </p:nvSpPr>
          <p:spPr>
            <a:xfrm>
              <a:off x="79814" y="136543"/>
              <a:ext cx="12192000" cy="713837"/>
            </a:xfrm>
            <a:custGeom>
              <a:avLst/>
              <a:gdLst>
                <a:gd name="connsiteX0" fmla="*/ 0 w 12192000"/>
                <a:gd name="connsiteY0" fmla="*/ 0 h 713837"/>
                <a:gd name="connsiteX1" fmla="*/ 12192000 w 12192000"/>
                <a:gd name="connsiteY1" fmla="*/ 0 h 713837"/>
                <a:gd name="connsiteX2" fmla="*/ 12192000 w 12192000"/>
                <a:gd name="connsiteY2" fmla="*/ 713837 h 713837"/>
                <a:gd name="connsiteX3" fmla="*/ 0 w 12192000"/>
                <a:gd name="connsiteY3" fmla="*/ 713837 h 713837"/>
              </a:gdLst>
              <a:ahLst/>
              <a:cxnLst>
                <a:cxn ang="0">
                  <a:pos x="connsiteX0" y="connsiteY0"/>
                </a:cxn>
                <a:cxn ang="0">
                  <a:pos x="connsiteX1" y="connsiteY1"/>
                </a:cxn>
                <a:cxn ang="0">
                  <a:pos x="connsiteX2" y="connsiteY2"/>
                </a:cxn>
                <a:cxn ang="0">
                  <a:pos x="connsiteX3" y="connsiteY3"/>
                </a:cxn>
              </a:cxnLst>
              <a:rect l="l" t="t" r="r" b="b"/>
              <a:pathLst>
                <a:path w="12192000" h="713837">
                  <a:moveTo>
                    <a:pt x="0" y="0"/>
                  </a:moveTo>
                  <a:lnTo>
                    <a:pt x="12192000" y="0"/>
                  </a:lnTo>
                  <a:lnTo>
                    <a:pt x="12192000" y="713837"/>
                  </a:lnTo>
                  <a:lnTo>
                    <a:pt x="0" y="713837"/>
                  </a:lnTo>
                  <a:close/>
                </a:path>
              </a:pathLst>
            </a:custGeom>
            <a:gradFill>
              <a:gsLst>
                <a:gs pos="94000">
                  <a:schemeClr val="accent1">
                    <a:lumMod val="8000"/>
                    <a:lumOff val="92000"/>
                  </a:schemeClr>
                </a:gs>
                <a:gs pos="25000">
                  <a:schemeClr val="accent1">
                    <a:lumMod val="5000"/>
                    <a:lumOff val="95000"/>
                  </a:schemeClr>
                </a:gs>
              </a:gsLst>
              <a:path path="circle">
                <a:fillToRect r="100000" b="100000"/>
              </a:path>
            </a:gradFill>
            <a:ln>
              <a:noFill/>
            </a:ln>
            <a:effectLst>
              <a:outerShdw blurRad="190500" dist="139700" dir="5400000" sx="96000" sy="96000" algn="t" rotWithShape="0">
                <a:schemeClr val="accent1">
                  <a:lumMod val="20000"/>
                  <a:lumOff val="8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mn-cs"/>
              </a:endParaRPr>
            </a:p>
          </p:txBody>
        </p:sp>
        <p:sp>
          <p:nvSpPr>
            <p:cNvPr id="176" name="PA-文本框 24"/>
            <p:cNvSpPr txBox="1"/>
            <p:nvPr>
              <p:custDataLst>
                <p:tags r:id="rId36"/>
              </p:custDataLst>
            </p:nvPr>
          </p:nvSpPr>
          <p:spPr>
            <a:xfrm>
              <a:off x="1600150" y="236296"/>
              <a:ext cx="1960880" cy="521970"/>
            </a:xfrm>
            <a:prstGeom prst="rect">
              <a:avLst/>
            </a:prstGeom>
            <a:noFill/>
          </p:spPr>
          <p:txBody>
            <a:bodyPr wrap="none">
              <a:spAutoFit/>
            </a:bodyPr>
            <a:lstStyle>
              <a:defPPr>
                <a:defRPr lang="zh-CN"/>
              </a:defPPr>
              <a:lvl1pPr>
                <a:defRPr sz="2400" b="1">
                  <a:gradFill>
                    <a:gsLst>
                      <a:gs pos="100000">
                        <a:schemeClr val="accent1">
                          <a:lumMod val="50000"/>
                        </a:schemeClr>
                      </a:gs>
                      <a:gs pos="17000">
                        <a:schemeClr val="accent1">
                          <a:lumMod val="50000"/>
                        </a:schemeClr>
                      </a:gs>
                    </a:gsLst>
                    <a:path path="circle">
                      <a:fillToRect r="100000" b="100000"/>
                    </a:path>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dirty="0">
                  <a:gradFill>
                    <a:gsLst>
                      <a:gs pos="100000">
                        <a:srgbClr val="206252">
                          <a:lumMod val="50000"/>
                        </a:srgbClr>
                      </a:gs>
                      <a:gs pos="17000">
                        <a:srgbClr val="206252">
                          <a:lumMod val="75000"/>
                        </a:srgbClr>
                      </a:gs>
                    </a:gsLst>
                    <a:path path="circle">
                      <a:fillToRect r="100000" b="100000"/>
                    </a:path>
                  </a:gradFill>
                  <a:latin typeface="微软雅黑" panose="020B0503020204020204" charset="-122"/>
                  <a:ea typeface="微软雅黑" panose="020B0503020204020204" charset="-122"/>
                  <a:sym typeface="阿里妈妈数黑体" pitchFamily="2" charset="-122"/>
                </a:rPr>
                <a:t>结论与建议</a:t>
              </a:r>
              <a:endParaRPr lang="zh-CN" altLang="en-US" sz="2800" dirty="0">
                <a:gradFill>
                  <a:gsLst>
                    <a:gs pos="100000">
                      <a:srgbClr val="206252">
                        <a:lumMod val="50000"/>
                      </a:srgbClr>
                    </a:gs>
                    <a:gs pos="17000">
                      <a:srgbClr val="206252">
                        <a:lumMod val="75000"/>
                      </a:srgbClr>
                    </a:gs>
                  </a:gsLst>
                  <a:path path="circle">
                    <a:fillToRect r="100000" b="100000"/>
                  </a:path>
                </a:gradFill>
                <a:latin typeface="微软雅黑" panose="020B0503020204020204" charset="-122"/>
                <a:ea typeface="微软雅黑" panose="020B0503020204020204" charset="-122"/>
                <a:sym typeface="阿里妈妈数黑体" pitchFamily="2" charset="-122"/>
              </a:endParaRPr>
            </a:p>
          </p:txBody>
        </p:sp>
        <p:sp>
          <p:nvSpPr>
            <p:cNvPr id="177" name="PA-任意多边形 6"/>
            <p:cNvSpPr/>
            <p:nvPr>
              <p:custDataLst>
                <p:tags r:id="rId37"/>
              </p:custDataLst>
            </p:nvPr>
          </p:nvSpPr>
          <p:spPr>
            <a:xfrm>
              <a:off x="-52754" y="850261"/>
              <a:ext cx="12262339" cy="52051"/>
            </a:xfrm>
            <a:custGeom>
              <a:avLst/>
              <a:gdLst>
                <a:gd name="connsiteX0" fmla="*/ 0 w 4366736"/>
                <a:gd name="connsiteY0" fmla="*/ 0 h 64293"/>
                <a:gd name="connsiteX1" fmla="*/ 4366737 w 4366736"/>
                <a:gd name="connsiteY1" fmla="*/ 0 h 64293"/>
                <a:gd name="connsiteX2" fmla="*/ 4366737 w 4366736"/>
                <a:gd name="connsiteY2" fmla="*/ 64294 h 64293"/>
                <a:gd name="connsiteX3" fmla="*/ 0 w 4366736"/>
                <a:gd name="connsiteY3" fmla="*/ 64294 h 64293"/>
              </a:gdLst>
              <a:ahLst/>
              <a:cxnLst>
                <a:cxn ang="0">
                  <a:pos x="connsiteX0" y="connsiteY0"/>
                </a:cxn>
                <a:cxn ang="0">
                  <a:pos x="connsiteX1" y="connsiteY1"/>
                </a:cxn>
                <a:cxn ang="0">
                  <a:pos x="connsiteX2" y="connsiteY2"/>
                </a:cxn>
                <a:cxn ang="0">
                  <a:pos x="connsiteX3" y="connsiteY3"/>
                </a:cxn>
              </a:cxnLst>
              <a:rect l="l" t="t" r="r" b="b"/>
              <a:pathLst>
                <a:path w="4366736" h="64293">
                  <a:moveTo>
                    <a:pt x="0" y="0"/>
                  </a:moveTo>
                  <a:lnTo>
                    <a:pt x="4366737" y="0"/>
                  </a:lnTo>
                  <a:lnTo>
                    <a:pt x="4366737" y="64294"/>
                  </a:lnTo>
                  <a:lnTo>
                    <a:pt x="0" y="64294"/>
                  </a:lnTo>
                  <a:close/>
                </a:path>
              </a:pathLst>
            </a:custGeom>
            <a:gradFill flip="none" rotWithShape="1">
              <a:gsLst>
                <a:gs pos="100000">
                  <a:schemeClr val="accent1"/>
                </a:gs>
                <a:gs pos="12000">
                  <a:schemeClr val="accent1">
                    <a:lumMod val="20000"/>
                    <a:lumOff val="80000"/>
                  </a:schemeClr>
                </a:gs>
              </a:gsLst>
              <a:lin ang="0" scaled="0"/>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78" name="PA-任意多边形 899"/>
            <p:cNvSpPr/>
            <p:nvPr>
              <p:custDataLst>
                <p:tags r:id="rId38"/>
              </p:custDataLst>
            </p:nvPr>
          </p:nvSpPr>
          <p:spPr>
            <a:xfrm flipH="1">
              <a:off x="-801446" y="0"/>
              <a:ext cx="2319181" cy="713837"/>
            </a:xfrm>
            <a:custGeom>
              <a:avLst/>
              <a:gdLst>
                <a:gd name="connsiteX0" fmla="*/ 0 w 2319181"/>
                <a:gd name="connsiteY0" fmla="*/ 0 h 713837"/>
                <a:gd name="connsiteX1" fmla="*/ 2319181 w 2319181"/>
                <a:gd name="connsiteY1" fmla="*/ 0 h 713837"/>
                <a:gd name="connsiteX2" fmla="*/ 2319181 w 2319181"/>
                <a:gd name="connsiteY2" fmla="*/ 713837 h 713837"/>
                <a:gd name="connsiteX3" fmla="*/ 604956 w 2319181"/>
                <a:gd name="connsiteY3" fmla="*/ 713837 h 713837"/>
                <a:gd name="connsiteX4" fmla="*/ 0 w 2319181"/>
                <a:gd name="connsiteY4" fmla="*/ 0 h 713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9181" h="713837">
                  <a:moveTo>
                    <a:pt x="0" y="0"/>
                  </a:moveTo>
                  <a:lnTo>
                    <a:pt x="2319181" y="0"/>
                  </a:lnTo>
                  <a:lnTo>
                    <a:pt x="2319181" y="713837"/>
                  </a:lnTo>
                  <a:lnTo>
                    <a:pt x="604956" y="713837"/>
                  </a:lnTo>
                  <a:lnTo>
                    <a:pt x="0" y="0"/>
                  </a:lnTo>
                  <a:close/>
                </a:path>
              </a:pathLst>
            </a:custGeom>
            <a:gradFill flip="none" rotWithShape="1">
              <a:gsLst>
                <a:gs pos="55000">
                  <a:schemeClr val="accent1"/>
                </a:gs>
                <a:gs pos="28000">
                  <a:schemeClr val="accent2"/>
                </a:gs>
              </a:gsLst>
              <a:path path="circle">
                <a:fillToRect r="100000" b="100000"/>
              </a:path>
              <a:tileRect l="-100000" t="-10000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79" name="PA-文本框 26"/>
            <p:cNvSpPr txBox="1"/>
            <p:nvPr>
              <p:custDataLst>
                <p:tags r:id="rId39"/>
              </p:custDataLst>
            </p:nvPr>
          </p:nvSpPr>
          <p:spPr>
            <a:xfrm>
              <a:off x="6507233" y="309946"/>
              <a:ext cx="17830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noProof="0" dirty="0">
                  <a:ln>
                    <a:noFill/>
                  </a:ln>
                  <a:solidFill>
                    <a:srgbClr val="206252">
                      <a:lumMod val="50000"/>
                    </a:srgbClr>
                  </a:solidFill>
                  <a:effectLst/>
                  <a:uLnTx/>
                  <a:uFillTx/>
                  <a:latin typeface="微软雅黑" panose="020B0503020204020204" charset="-122"/>
                  <a:ea typeface="微软雅黑" panose="020B0503020204020204" charset="-122"/>
                  <a:sym typeface="OPPOSans M" panose="00020600040101010101" pitchFamily="18" charset="-122"/>
                </a:rPr>
                <a:t>调查设计与实施</a:t>
              </a:r>
              <a:endParaRPr kumimoji="0" lang="zh-CN" altLang="en-US" sz="180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sp>
          <p:nvSpPr>
            <p:cNvPr id="180" name="PA-文本框 26"/>
            <p:cNvSpPr txBox="1"/>
            <p:nvPr>
              <p:custDataLst>
                <p:tags r:id="rId40"/>
              </p:custDataLst>
            </p:nvPr>
          </p:nvSpPr>
          <p:spPr>
            <a:xfrm>
              <a:off x="8672698" y="313756"/>
              <a:ext cx="3098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206252">
                    <a:lumMod val="50000"/>
                  </a:srgbClr>
                </a:solidFill>
                <a:effectLst/>
                <a:uLnTx/>
                <a:uFillTx/>
                <a:latin typeface="微软雅黑" panose="020B0503020204020204" charset="-122"/>
                <a:ea typeface="微软雅黑" panose="020B0503020204020204" charset="-122"/>
                <a:cs typeface="+mn-cs"/>
                <a:sym typeface="OPPOSans M" panose="00020600040101010101" pitchFamily="18" charset="-122"/>
              </a:endParaRPr>
            </a:p>
          </p:txBody>
        </p:sp>
        <p:cxnSp>
          <p:nvCxnSpPr>
            <p:cNvPr id="181" name="PA-直接连接符 18"/>
            <p:cNvCxnSpPr/>
            <p:nvPr>
              <p:custDataLst>
                <p:tags r:id="rId41"/>
              </p:custDataLst>
            </p:nvPr>
          </p:nvCxnSpPr>
          <p:spPr>
            <a:xfrm flipH="1">
              <a:off x="5253886"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182" name="PA-直接连接符 22"/>
            <p:cNvCxnSpPr/>
            <p:nvPr>
              <p:custDataLst>
                <p:tags r:id="rId42"/>
              </p:custDataLst>
            </p:nvPr>
          </p:nvCxnSpPr>
          <p:spPr>
            <a:xfrm flipH="1">
              <a:off x="6412243" y="36503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183" name="PA-文本框 26"/>
            <p:cNvSpPr txBox="1"/>
            <p:nvPr>
              <p:custDataLst>
                <p:tags r:id="rId43"/>
              </p:custDataLst>
            </p:nvPr>
          </p:nvSpPr>
          <p:spPr>
            <a:xfrm>
              <a:off x="5410470" y="313956"/>
              <a:ext cx="1097280" cy="368300"/>
            </a:xfrm>
            <a:prstGeom prst="rect">
              <a:avLst/>
            </a:prstGeom>
            <a:noFill/>
          </p:spPr>
          <p:txBody>
            <a:bodyPr wrap="none" anchor="ctr">
              <a:spAutoFit/>
            </a:bodyPr>
            <a:lstStyle>
              <a:defPPr>
                <a:defRPr lang="zh-CN"/>
              </a:defPPr>
              <a:lvl1pPr algn="ctr">
                <a:defRPr sz="1600">
                  <a:solidFill>
                    <a:schemeClr val="accent1">
                      <a:lumMod val="50000"/>
                    </a:schemeClr>
                  </a:solidFill>
                </a:defRPr>
              </a:lvl1pPr>
            </a:lstStyle>
            <a:p>
              <a:pPr>
                <a:defRPr/>
              </a:pPr>
              <a:r>
                <a:rPr lang="zh-CN" altLang="en-US" sz="1800" dirty="0">
                  <a:solidFill>
                    <a:srgbClr val="206252">
                      <a:lumMod val="50000"/>
                    </a:srgbClr>
                  </a:solidFill>
                  <a:latin typeface="微软雅黑" panose="020B0503020204020204" charset="-122"/>
                  <a:ea typeface="微软雅黑" panose="020B0503020204020204" charset="-122"/>
                  <a:sym typeface="阿里妈妈数黑体" pitchFamily="2" charset="-122"/>
                </a:rPr>
                <a:t>前期调研</a:t>
              </a:r>
              <a:endParaRPr lang="zh-CN" altLang="en-US" sz="1800" dirty="0">
                <a:solidFill>
                  <a:srgbClr val="206252">
                    <a:lumMod val="50000"/>
                  </a:srgbClr>
                </a:solidFill>
                <a:latin typeface="微软雅黑" panose="020B0503020204020204" charset="-122"/>
                <a:ea typeface="微软雅黑" panose="020B0503020204020204" charset="-122"/>
                <a:sym typeface="阿里妈妈数黑体" pitchFamily="2" charset="-122"/>
              </a:endParaRPr>
            </a:p>
          </p:txBody>
        </p:sp>
        <p:sp>
          <p:nvSpPr>
            <p:cNvPr id="184" name="PA-图形 7"/>
            <p:cNvSpPr/>
            <p:nvPr>
              <p:custDataLst>
                <p:tags r:id="rId44"/>
              </p:custDataLst>
            </p:nvPr>
          </p:nvSpPr>
          <p:spPr>
            <a:xfrm>
              <a:off x="273980" y="148474"/>
              <a:ext cx="555983" cy="416889"/>
            </a:xfrm>
            <a:custGeom>
              <a:avLst/>
              <a:gdLst>
                <a:gd name="connsiteX0" fmla="*/ 315377 w 593790"/>
                <a:gd name="connsiteY0" fmla="*/ 0 h 445238"/>
                <a:gd name="connsiteX1" fmla="*/ 497368 w 593790"/>
                <a:gd name="connsiteY1" fmla="*/ 149415 h 445238"/>
                <a:gd name="connsiteX2" fmla="*/ 592775 w 593790"/>
                <a:gd name="connsiteY2" fmla="*/ 274622 h 445238"/>
                <a:gd name="connsiteX3" fmla="*/ 482341 w 593790"/>
                <a:gd name="connsiteY3" fmla="*/ 371032 h 445238"/>
                <a:gd name="connsiteX4" fmla="*/ 129861 w 593790"/>
                <a:gd name="connsiteY4" fmla="*/ 371032 h 445238"/>
                <a:gd name="connsiteX5" fmla="*/ 1299 w 593790"/>
                <a:gd name="connsiteY5" fmla="*/ 259722 h 445238"/>
                <a:gd name="connsiteX6" fmla="*/ 204068 w 593790"/>
                <a:gd name="connsiteY6" fmla="*/ 259722 h 445238"/>
                <a:gd name="connsiteX7" fmla="*/ 222619 w 593790"/>
                <a:gd name="connsiteY7" fmla="*/ 241171 h 445238"/>
                <a:gd name="connsiteX8" fmla="*/ 204068 w 593790"/>
                <a:gd name="connsiteY8" fmla="*/ 222619 h 445238"/>
                <a:gd name="connsiteX9" fmla="*/ 1299 w 593790"/>
                <a:gd name="connsiteY9" fmla="*/ 222619 h 445238"/>
                <a:gd name="connsiteX10" fmla="*/ 144925 w 593790"/>
                <a:gd name="connsiteY10" fmla="*/ 112163 h 445238"/>
                <a:gd name="connsiteX11" fmla="*/ 315377 w 593790"/>
                <a:gd name="connsiteY11" fmla="*/ 0 h 445238"/>
                <a:gd name="connsiteX12" fmla="*/ 92758 w 593790"/>
                <a:gd name="connsiteY12" fmla="*/ 296826 h 445238"/>
                <a:gd name="connsiteX13" fmla="*/ 74206 w 593790"/>
                <a:gd name="connsiteY13" fmla="*/ 315377 h 445238"/>
                <a:gd name="connsiteX14" fmla="*/ 92758 w 593790"/>
                <a:gd name="connsiteY14" fmla="*/ 333929 h 445238"/>
                <a:gd name="connsiteX15" fmla="*/ 426687 w 593790"/>
                <a:gd name="connsiteY15" fmla="*/ 333929 h 445238"/>
                <a:gd name="connsiteX16" fmla="*/ 445238 w 593790"/>
                <a:gd name="connsiteY16" fmla="*/ 315377 h 445238"/>
                <a:gd name="connsiteX17" fmla="*/ 426687 w 593790"/>
                <a:gd name="connsiteY17" fmla="*/ 296826 h 445238"/>
                <a:gd name="connsiteX18" fmla="*/ 92758 w 593790"/>
                <a:gd name="connsiteY18" fmla="*/ 296826 h 445238"/>
                <a:gd name="connsiteX19" fmla="*/ 0 w 593790"/>
                <a:gd name="connsiteY19" fmla="*/ 426687 h 445238"/>
                <a:gd name="connsiteX20" fmla="*/ 18552 w 593790"/>
                <a:gd name="connsiteY20" fmla="*/ 408135 h 445238"/>
                <a:gd name="connsiteX21" fmla="*/ 352480 w 593790"/>
                <a:gd name="connsiteY21" fmla="*/ 408135 h 445238"/>
                <a:gd name="connsiteX22" fmla="*/ 371032 w 593790"/>
                <a:gd name="connsiteY22" fmla="*/ 426687 h 445238"/>
                <a:gd name="connsiteX23" fmla="*/ 352480 w 593790"/>
                <a:gd name="connsiteY23" fmla="*/ 445238 h 445238"/>
                <a:gd name="connsiteX24" fmla="*/ 18552 w 593790"/>
                <a:gd name="connsiteY24" fmla="*/ 445238 h 445238"/>
                <a:gd name="connsiteX25" fmla="*/ 0 w 593790"/>
                <a:gd name="connsiteY25" fmla="*/ 426687 h 4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3790" h="445238">
                  <a:moveTo>
                    <a:pt x="315377" y="0"/>
                  </a:moveTo>
                  <a:cubicBezTo>
                    <a:pt x="403920" y="4"/>
                    <a:pt x="480123" y="62567"/>
                    <a:pt x="497368" y="149415"/>
                  </a:cubicBezTo>
                  <a:cubicBezTo>
                    <a:pt x="558288" y="157643"/>
                    <a:pt x="601005" y="213701"/>
                    <a:pt x="592775" y="274622"/>
                  </a:cubicBezTo>
                  <a:cubicBezTo>
                    <a:pt x="585310" y="329884"/>
                    <a:pt x="538108" y="371095"/>
                    <a:pt x="482341" y="371032"/>
                  </a:cubicBezTo>
                  <a:lnTo>
                    <a:pt x="129861" y="371032"/>
                  </a:lnTo>
                  <a:cubicBezTo>
                    <a:pt x="65295" y="371047"/>
                    <a:pt x="10522" y="323625"/>
                    <a:pt x="1299" y="259722"/>
                  </a:cubicBezTo>
                  <a:lnTo>
                    <a:pt x="204068" y="259722"/>
                  </a:lnTo>
                  <a:cubicBezTo>
                    <a:pt x="214313" y="259722"/>
                    <a:pt x="222619" y="251416"/>
                    <a:pt x="222619" y="241171"/>
                  </a:cubicBezTo>
                  <a:cubicBezTo>
                    <a:pt x="222619" y="230925"/>
                    <a:pt x="214313" y="222619"/>
                    <a:pt x="204068" y="222619"/>
                  </a:cubicBezTo>
                  <a:lnTo>
                    <a:pt x="1299" y="222619"/>
                  </a:lnTo>
                  <a:cubicBezTo>
                    <a:pt x="11337" y="152966"/>
                    <a:pt x="75029" y="103984"/>
                    <a:pt x="144925" y="112163"/>
                  </a:cubicBezTo>
                  <a:cubicBezTo>
                    <a:pt x="174241" y="44087"/>
                    <a:pt x="241258" y="-12"/>
                    <a:pt x="315377" y="0"/>
                  </a:cubicBezTo>
                  <a:close/>
                  <a:moveTo>
                    <a:pt x="92758" y="296826"/>
                  </a:moveTo>
                  <a:cubicBezTo>
                    <a:pt x="82512" y="296826"/>
                    <a:pt x="74206" y="305133"/>
                    <a:pt x="74206" y="315377"/>
                  </a:cubicBezTo>
                  <a:cubicBezTo>
                    <a:pt x="74206" y="325621"/>
                    <a:pt x="82512" y="333929"/>
                    <a:pt x="92758" y="333929"/>
                  </a:cubicBezTo>
                  <a:lnTo>
                    <a:pt x="426687" y="333929"/>
                  </a:lnTo>
                  <a:cubicBezTo>
                    <a:pt x="436931" y="333929"/>
                    <a:pt x="445238" y="325621"/>
                    <a:pt x="445238" y="315377"/>
                  </a:cubicBezTo>
                  <a:cubicBezTo>
                    <a:pt x="445238" y="305133"/>
                    <a:pt x="436931" y="296826"/>
                    <a:pt x="426687" y="296826"/>
                  </a:cubicBezTo>
                  <a:lnTo>
                    <a:pt x="92758" y="296826"/>
                  </a:lnTo>
                  <a:close/>
                  <a:moveTo>
                    <a:pt x="0" y="426687"/>
                  </a:moveTo>
                  <a:cubicBezTo>
                    <a:pt x="0" y="416442"/>
                    <a:pt x="8306" y="408135"/>
                    <a:pt x="18552" y="408135"/>
                  </a:cubicBezTo>
                  <a:lnTo>
                    <a:pt x="352480" y="408135"/>
                  </a:lnTo>
                  <a:cubicBezTo>
                    <a:pt x="362726" y="408135"/>
                    <a:pt x="371032" y="416442"/>
                    <a:pt x="371032" y="426687"/>
                  </a:cubicBezTo>
                  <a:cubicBezTo>
                    <a:pt x="371032" y="436931"/>
                    <a:pt x="362726" y="445238"/>
                    <a:pt x="352480" y="445238"/>
                  </a:cubicBezTo>
                  <a:lnTo>
                    <a:pt x="18552" y="445238"/>
                  </a:lnTo>
                  <a:cubicBezTo>
                    <a:pt x="8306" y="445238"/>
                    <a:pt x="0" y="436931"/>
                    <a:pt x="0" y="426687"/>
                  </a:cubicBezTo>
                  <a:close/>
                </a:path>
              </a:pathLst>
            </a:custGeom>
            <a:gradFill>
              <a:gsLst>
                <a:gs pos="0">
                  <a:schemeClr val="bg1"/>
                </a:gs>
                <a:gs pos="87000">
                  <a:schemeClr val="accent1">
                    <a:lumMod val="20000"/>
                    <a:lumOff val="80000"/>
                  </a:schemeClr>
                </a:gs>
              </a:gsLst>
              <a:lin ang="2700000" scaled="0"/>
            </a:gradFill>
            <a:ln w="36909" cap="flat">
              <a:noFill/>
              <a:prstDash val="solid"/>
              <a:miter/>
            </a:ln>
            <a:effectLst>
              <a:outerShdw blurRad="50800" dist="38100" dir="5400000" algn="t" rotWithShape="0">
                <a:schemeClr val="accent1">
                  <a:alpha val="30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cxnSp>
        <p:nvCxnSpPr>
          <p:cNvPr id="186" name="PA-直接连接符 23"/>
          <p:cNvCxnSpPr/>
          <p:nvPr>
            <p:custDataLst>
              <p:tags r:id="rId45"/>
            </p:custDataLst>
          </p:nvPr>
        </p:nvCxnSpPr>
        <p:spPr>
          <a:xfrm flipH="1">
            <a:off x="8337045" y="36757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cxnSp>
        <p:nvCxnSpPr>
          <p:cNvPr id="187" name="PA-直接连接符 23"/>
          <p:cNvCxnSpPr/>
          <p:nvPr>
            <p:custDataLst>
              <p:tags r:id="rId46"/>
            </p:custDataLst>
          </p:nvPr>
        </p:nvCxnSpPr>
        <p:spPr>
          <a:xfrm flipH="1">
            <a:off x="9622285" y="335824"/>
            <a:ext cx="219707" cy="265744"/>
          </a:xfrm>
          <a:prstGeom prst="line">
            <a:avLst/>
          </a:prstGeom>
          <a:gradFill flip="none" rotWithShape="1">
            <a:gsLst>
              <a:gs pos="27000">
                <a:schemeClr val="accent1">
                  <a:lumMod val="10000"/>
                  <a:lumOff val="90000"/>
                </a:schemeClr>
              </a:gs>
              <a:gs pos="100000">
                <a:schemeClr val="accent2">
                  <a:lumMod val="17000"/>
                  <a:lumOff val="83000"/>
                </a:schemeClr>
              </a:gs>
            </a:gsLst>
            <a:path path="circle">
              <a:fillToRect r="100000" b="100000"/>
            </a:path>
            <a:tileRect l="-100000" t="-100000"/>
          </a:gradFill>
          <a:ln w="6350" cap="flat" cmpd="sng" algn="ctr">
            <a:gradFill>
              <a:gsLst>
                <a:gs pos="100000">
                  <a:schemeClr val="accent1">
                    <a:lumMod val="40000"/>
                    <a:lumOff val="60000"/>
                  </a:schemeClr>
                </a:gs>
                <a:gs pos="0">
                  <a:schemeClr val="accent1">
                    <a:lumMod val="40000"/>
                    <a:lumOff val="60000"/>
                  </a:schemeClr>
                </a:gs>
                <a:gs pos="49000">
                  <a:schemeClr val="accent2">
                    <a:lumMod val="40000"/>
                    <a:lumOff val="60000"/>
                  </a:schemeClr>
                </a:gs>
              </a:gsLst>
              <a:lin ang="0" scaled="0"/>
            </a:gradFill>
            <a:prstDash val="solid"/>
            <a:miter lim="800000"/>
          </a:ln>
          <a:effectLst/>
        </p:spPr>
      </p:cxnSp>
      <p:sp>
        <p:nvSpPr>
          <p:cNvPr id="188" name="文本框 187"/>
          <p:cNvSpPr txBox="1"/>
          <p:nvPr/>
        </p:nvSpPr>
        <p:spPr>
          <a:xfrm>
            <a:off x="9886315" y="307340"/>
            <a:ext cx="1369695" cy="368300"/>
          </a:xfrm>
          <a:prstGeom prst="rect">
            <a:avLst/>
          </a:prstGeom>
          <a:noFill/>
        </p:spPr>
        <p:txBody>
          <a:bodyPr wrap="square" rtlCol="0">
            <a:spAutoFit/>
          </a:bodyPr>
          <a:lstStyle/>
          <a:p>
            <a:r>
              <a:rPr lang="zh-CN" altLang="en-US" b="1">
                <a:solidFill>
                  <a:srgbClr val="2D8A73"/>
                </a:solidFill>
                <a:latin typeface="微软雅黑" panose="020B0503020204020204" charset="-122"/>
                <a:ea typeface="微软雅黑" panose="020B0503020204020204" charset="-122"/>
              </a:rPr>
              <a:t>结论与建议</a:t>
            </a:r>
            <a:endParaRPr lang="zh-CN" altLang="en-US" b="1">
              <a:solidFill>
                <a:srgbClr val="2D8A73"/>
              </a:solidFill>
              <a:latin typeface="微软雅黑" panose="020B0503020204020204" charset="-122"/>
              <a:ea typeface="微软雅黑" panose="020B0503020204020204" charset="-122"/>
            </a:endParaRPr>
          </a:p>
        </p:txBody>
      </p:sp>
      <p:sp>
        <p:nvSpPr>
          <p:cNvPr id="189" name="文本框 188"/>
          <p:cNvSpPr txBox="1"/>
          <p:nvPr/>
        </p:nvSpPr>
        <p:spPr>
          <a:xfrm>
            <a:off x="8540750" y="311150"/>
            <a:ext cx="121221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产品设计</a:t>
            </a:r>
            <a:endParaRPr lang="zh-CN" altLang="en-US">
              <a:latin typeface="微软雅黑" panose="020B0503020204020204" charset="-122"/>
              <a:ea typeface="微软雅黑" panose="020B0503020204020204" charset="-122"/>
            </a:endParaRPr>
          </a:p>
        </p:txBody>
      </p:sp>
      <p:sp>
        <p:nvSpPr>
          <p:cNvPr id="185" name="矩形 184"/>
          <p:cNvSpPr/>
          <p:nvPr/>
        </p:nvSpPr>
        <p:spPr>
          <a:xfrm>
            <a:off x="3756660" y="298450"/>
            <a:ext cx="2100580" cy="522605"/>
          </a:xfrm>
          <a:prstGeom prst="rect">
            <a:avLst/>
          </a:prstGeom>
          <a:noFill/>
          <a:ln>
            <a:noFill/>
          </a:ln>
        </p:spPr>
        <p:txBody>
          <a:bodyPr wrap="square" rtlCol="0" anchor="t">
            <a:noAutofit/>
          </a:bodyPr>
          <a:lstStyle/>
          <a:p>
            <a:pPr algn="ctr">
              <a:defRPr/>
            </a:pPr>
            <a:r>
              <a:rPr lang="zh-CN" altLang="en-US" dirty="0">
                <a:solidFill>
                  <a:schemeClr val="tx1"/>
                </a:solidFill>
                <a:latin typeface="微软雅黑" panose="020B0503020204020204" charset="-122"/>
                <a:ea typeface="微软雅黑" panose="020B0503020204020204" charset="-122"/>
              </a:rPr>
              <a:t>研究背景</a:t>
            </a:r>
            <a:endParaRPr lang="zh-CN" altLang="en-US" dirty="0">
              <a:solidFill>
                <a:schemeClr val="tx1"/>
              </a:solidFill>
              <a:latin typeface="微软雅黑" panose="020B0503020204020204" charset="-122"/>
              <a:ea typeface="微软雅黑" panose="020B0503020204020204" charset="-122"/>
            </a:endParaRPr>
          </a:p>
        </p:txBody>
      </p:sp>
      <p:sp>
        <p:nvSpPr>
          <p:cNvPr id="3" name="右箭头 2"/>
          <p:cNvSpPr/>
          <p:nvPr/>
        </p:nvSpPr>
        <p:spPr>
          <a:xfrm>
            <a:off x="-24765" y="2326005"/>
            <a:ext cx="2783840" cy="744220"/>
          </a:xfrm>
          <a:prstGeom prst="rightArrow">
            <a:avLst/>
          </a:prstGeom>
          <a:gradFill>
            <a:gsLst>
              <a:gs pos="50000">
                <a:schemeClr val="accent2"/>
              </a:gs>
              <a:gs pos="0">
                <a:schemeClr val="accent2">
                  <a:lumMod val="25000"/>
                  <a:lumOff val="75000"/>
                </a:schemeClr>
              </a:gs>
              <a:gs pos="100000">
                <a:schemeClr val="accent2">
                  <a:lumMod val="85000"/>
                </a:schemeClr>
              </a:gs>
            </a:gsLst>
            <a:lin ang="5400000" scaled="1"/>
          </a:gradFill>
          <a:ln w="12700" cap="flat" cmpd="sng" algn="ctr">
            <a:noFill/>
            <a:prstDash val="solid"/>
            <a:miter lim="800000"/>
          </a:ln>
        </p:spPr>
        <p:txBody>
          <a:bodyPr wrap="square" rtlCol="0" anchor="ctr">
            <a:noAutofit/>
          </a:bodyPr>
          <a:p>
            <a:pPr marL="0" marR="0" indent="0" algn="l" defTabSz="914400" rtl="0" eaLnBrk="1" fontAlgn="auto" latinLnBrk="0" hangingPunct="1">
              <a:lnSpc>
                <a:spcPct val="100000"/>
              </a:lnSpc>
              <a:spcBef>
                <a:spcPts val="0"/>
              </a:spcBef>
              <a:spcAft>
                <a:spcPts val="0"/>
              </a:spcAft>
              <a:buClrTx/>
              <a:buSzTx/>
              <a:buFontTx/>
              <a:buNone/>
            </a:pPr>
            <a:r>
              <a:rPr kumimoji="0" lang="en-US" altLang="zh-CN"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2.</a:t>
            </a:r>
            <a:r>
              <a:rPr kumimoji="0" lang="zh-CN" altLang="en-US"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如何控制风险？</a:t>
            </a:r>
            <a:endParaRPr kumimoji="0" lang="zh-CN" altLang="en-US"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 name="右箭头 6"/>
          <p:cNvSpPr/>
          <p:nvPr/>
        </p:nvSpPr>
        <p:spPr>
          <a:xfrm>
            <a:off x="7620" y="3282950"/>
            <a:ext cx="2707005" cy="744220"/>
          </a:xfrm>
          <a:prstGeom prst="rightArrow">
            <a:avLst/>
          </a:prstGeom>
          <a:gradFill>
            <a:gsLst>
              <a:gs pos="50000">
                <a:schemeClr val="accent2"/>
              </a:gs>
              <a:gs pos="0">
                <a:schemeClr val="accent2">
                  <a:lumMod val="25000"/>
                  <a:lumOff val="75000"/>
                </a:schemeClr>
              </a:gs>
              <a:gs pos="100000">
                <a:schemeClr val="accent2">
                  <a:lumMod val="85000"/>
                </a:schemeClr>
              </a:gs>
            </a:gsLst>
            <a:lin ang="5400000" scaled="1"/>
          </a:gradFill>
          <a:ln w="12700" cap="flat" cmpd="sng" algn="ctr">
            <a:noFill/>
            <a:prstDash val="solid"/>
            <a:miter lim="800000"/>
          </a:ln>
        </p:spPr>
        <p:txBody>
          <a:bodyPr wrap="square" rtlCol="0" anchor="ctr">
            <a:noAutofit/>
          </a:bodyPr>
          <a:p>
            <a:pPr marL="0" marR="0" indent="0" algn="ctr" defTabSz="914400" rtl="0" eaLnBrk="1" fontAlgn="auto" latinLnBrk="0" hangingPunct="1">
              <a:lnSpc>
                <a:spcPct val="100000"/>
              </a:lnSpc>
              <a:spcBef>
                <a:spcPts val="0"/>
              </a:spcBef>
              <a:spcAft>
                <a:spcPts val="0"/>
              </a:spcAft>
              <a:buClrTx/>
              <a:buSzTx/>
              <a:buFontTx/>
              <a:buNone/>
            </a:pPr>
            <a:r>
              <a:rPr kumimoji="0" lang="en-US" altLang="zh-CN"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3.</a:t>
            </a:r>
            <a:r>
              <a:rPr kumimoji="0" lang="zh-CN" altLang="en-US"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如何做产品迭代更新？</a:t>
            </a:r>
            <a:endParaRPr kumimoji="0" lang="zh-CN" altLang="en-US"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9" name="右箭头 8"/>
          <p:cNvSpPr/>
          <p:nvPr/>
        </p:nvSpPr>
        <p:spPr>
          <a:xfrm>
            <a:off x="8890" y="1509395"/>
            <a:ext cx="2910840" cy="744220"/>
          </a:xfrm>
          <a:prstGeom prst="rightArrow">
            <a:avLst/>
          </a:prstGeom>
          <a:gradFill>
            <a:gsLst>
              <a:gs pos="50000">
                <a:schemeClr val="accent2"/>
              </a:gs>
              <a:gs pos="0">
                <a:schemeClr val="accent2">
                  <a:lumMod val="25000"/>
                  <a:lumOff val="75000"/>
                </a:schemeClr>
              </a:gs>
              <a:gs pos="100000">
                <a:schemeClr val="accent2">
                  <a:lumMod val="85000"/>
                </a:schemeClr>
              </a:gs>
            </a:gsLst>
            <a:lin ang="5400000" scaled="1"/>
          </a:gradFill>
          <a:ln w="12700" cap="flat" cmpd="sng" algn="ctr">
            <a:noFill/>
            <a:prstDash val="solid"/>
            <a:miter lim="800000"/>
          </a:ln>
        </p:spPr>
        <p:txBody>
          <a:bodyPr wrap="square" rtlCol="0" anchor="ctr">
            <a:noAutofit/>
          </a:bodyPr>
          <a:p>
            <a:pPr marL="0" marR="0" indent="0" algn="ctr" defTabSz="914400" rtl="0" eaLnBrk="1" fontAlgn="auto" latinLnBrk="0" hangingPunct="1">
              <a:lnSpc>
                <a:spcPct val="100000"/>
              </a:lnSpc>
              <a:spcBef>
                <a:spcPts val="0"/>
              </a:spcBef>
              <a:spcAft>
                <a:spcPts val="0"/>
              </a:spcAft>
              <a:buClrTx/>
              <a:buSzTx/>
              <a:buFontTx/>
              <a:buNone/>
            </a:pPr>
            <a:r>
              <a:rPr kumimoji="0" lang="en-US" altLang="zh-CN"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1.</a:t>
            </a:r>
            <a:r>
              <a:rPr kumimoji="0" lang="zh-CN" altLang="en-US"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如何更好触及退役军人？</a:t>
            </a:r>
            <a:endParaRPr kumimoji="0" lang="zh-CN" altLang="en-US" sz="18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0" name="矩形: 圆角 24"/>
          <p:cNvSpPr/>
          <p:nvPr/>
        </p:nvSpPr>
        <p:spPr>
          <a:xfrm>
            <a:off x="13335" y="955675"/>
            <a:ext cx="2441575" cy="534035"/>
          </a:xfrm>
          <a:prstGeom prst="roundRect">
            <a:avLst>
              <a:gd name="adj" fmla="val 29695"/>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5.2 </a:t>
            </a:r>
            <a:r>
              <a:rPr kumimoji="0" lang="zh-CN" altLang="en-US" sz="2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建议</a:t>
            </a:r>
            <a:endParaRPr kumimoji="0" lang="zh-CN" altLang="en-US" sz="2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28" name="图片 27" descr="箭头"/>
          <p:cNvPicPr>
            <a:picLocks noChangeAspect="1"/>
          </p:cNvPicPr>
          <p:nvPr>
            <p:custDataLst>
              <p:tags r:id="rId47"/>
            </p:custDataLst>
          </p:nvPr>
        </p:nvPicPr>
        <p:blipFill>
          <a:blip r:embed="rId48">
            <a:extLst>
              <a:ext uri="{96DAC541-7B7A-43D3-8B79-37D633B846F1}">
                <asvg:svgBlip xmlns:asvg="http://schemas.microsoft.com/office/drawing/2016/SVG/main" r:embed="rId49"/>
              </a:ext>
            </a:extLst>
          </a:blip>
          <a:stretch>
            <a:fillRect/>
          </a:stretch>
        </p:blipFill>
        <p:spPr>
          <a:xfrm flipH="1">
            <a:off x="168910" y="1035685"/>
            <a:ext cx="369570" cy="369570"/>
          </a:xfrm>
          <a:prstGeom prst="rect">
            <a:avLst/>
          </a:prstGeom>
        </p:spPr>
      </p:pic>
    </p:spTree>
    <p:custDataLst>
      <p:tags r:id="rId50"/>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5">
                                            <p:txEl>
                                              <p:pRg st="1" end="1"/>
                                            </p:txEl>
                                          </p:spTgt>
                                        </p:tgtEl>
                                        <p:attrNameLst>
                                          <p:attrName>style.visibility</p:attrName>
                                        </p:attrNameLst>
                                      </p:cBhvr>
                                      <p:to>
                                        <p:strVal val="visible"/>
                                      </p:to>
                                    </p:set>
                                    <p:animEffect transition="in" filter="blinds(horizontal)">
                                      <p:cBhvr>
                                        <p:cTn id="12" dur="500"/>
                                        <p:tgtEl>
                                          <p:spTgt spid="12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24">
                                            <p:txEl>
                                              <p:pRg st="1" end="1"/>
                                            </p:txEl>
                                          </p:spTgt>
                                        </p:tgtEl>
                                        <p:attrNameLst>
                                          <p:attrName>style.visibility</p:attrName>
                                        </p:attrNameLst>
                                      </p:cBhvr>
                                      <p:to>
                                        <p:strVal val="visible"/>
                                      </p:to>
                                    </p:set>
                                    <p:animEffect transition="in" filter="blinds(horizontal)">
                                      <p:cBhvr>
                                        <p:cTn id="17" dur="500"/>
                                        <p:tgtEl>
                                          <p:spTgt spid="12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25">
                                            <p:txEl>
                                              <p:pRg st="2" end="2"/>
                                            </p:txEl>
                                          </p:spTgt>
                                        </p:tgtEl>
                                        <p:attrNameLst>
                                          <p:attrName>style.visibility</p:attrName>
                                        </p:attrNameLst>
                                      </p:cBhvr>
                                      <p:to>
                                        <p:strVal val="visible"/>
                                      </p:to>
                                    </p:set>
                                    <p:animEffect transition="in" filter="blinds(horizontal)">
                                      <p:cBhvr>
                                        <p:cTn id="27" dur="500"/>
                                        <p:tgtEl>
                                          <p:spTgt spid="125">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blinds(horizontal)">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24">
                                            <p:txEl>
                                              <p:pRg st="3" end="3"/>
                                            </p:txEl>
                                          </p:spTgt>
                                        </p:tgtEl>
                                        <p:attrNameLst>
                                          <p:attrName>style.visibility</p:attrName>
                                        </p:attrNameLst>
                                      </p:cBhvr>
                                      <p:to>
                                        <p:strVal val="visible"/>
                                      </p:to>
                                    </p:set>
                                    <p:animEffect transition="in" filter="blinds(horizontal)">
                                      <p:cBhvr>
                                        <p:cTn id="37" dur="500"/>
                                        <p:tgtEl>
                                          <p:spTgt spid="124">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22">
                                            <p:txEl>
                                              <p:pRg st="3" end="3"/>
                                            </p:txEl>
                                          </p:spTgt>
                                        </p:tgtEl>
                                        <p:attrNameLst>
                                          <p:attrName>style.visibility</p:attrName>
                                        </p:attrNameLst>
                                      </p:cBhvr>
                                      <p:to>
                                        <p:strVal val="visible"/>
                                      </p:to>
                                    </p:set>
                                    <p:animEffect transition="in" filter="blinds(horizontal)">
                                      <p:cBhvr>
                                        <p:cTn id="42" dur="500"/>
                                        <p:tgtEl>
                                          <p:spTgt spid="12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3" grpId="0" animBg="1"/>
      <p:bldP spid="3" grpId="1" animBg="1"/>
      <p:bldP spid="7" grpId="0" animBg="1"/>
      <p:bldP spid="7" grpId="1"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8"/>
          <p:cNvPicPr>
            <a:picLocks noChangeAspect="1"/>
          </p:cNvPicPr>
          <p:nvPr/>
        </p:nvPicPr>
        <p:blipFill>
          <a:blip r:embed="rId1"/>
          <a:stretch>
            <a:fillRect/>
          </a:stretch>
        </p:blipFill>
        <p:spPr>
          <a:xfrm flipH="1">
            <a:off x="-19532" y="0"/>
            <a:ext cx="6139097" cy="6906484"/>
          </a:xfrm>
          <a:prstGeom prst="rect">
            <a:avLst/>
          </a:prstGeom>
        </p:spPr>
      </p:pic>
      <p:pic>
        <p:nvPicPr>
          <p:cNvPr id="22" name="Picture 8"/>
          <p:cNvPicPr>
            <a:picLocks noChangeAspect="1"/>
          </p:cNvPicPr>
          <p:nvPr/>
        </p:nvPicPr>
        <p:blipFill>
          <a:blip r:embed="rId1"/>
          <a:stretch>
            <a:fillRect/>
          </a:stretch>
        </p:blipFill>
        <p:spPr>
          <a:xfrm>
            <a:off x="6085245" y="0"/>
            <a:ext cx="6139097" cy="6906484"/>
          </a:xfrm>
          <a:prstGeom prst="rect">
            <a:avLst/>
          </a:prstGeom>
        </p:spPr>
      </p:pic>
      <p:pic>
        <p:nvPicPr>
          <p:cNvPr id="142" name="PA-图片 13"/>
          <p:cNvPicPr>
            <a:picLocks noChangeAspect="1" noChangeArrowheads="1"/>
          </p:cNvPicPr>
          <p:nvPr>
            <p:custDataLst>
              <p:tags r:id="rId2"/>
            </p:custDataLst>
          </p:nvPr>
        </p:nvPicPr>
        <p:blipFill>
          <a:blip r:embed="rId3">
            <a:duotone>
              <a:schemeClr val="accent3">
                <a:shade val="45000"/>
                <a:satMod val="135000"/>
              </a:schemeClr>
              <a:prstClr val="white"/>
            </a:duotone>
            <a:extLst>
              <a:ext uri="{28A0092B-C50C-407E-A947-70E740481C1C}">
                <a14:useLocalDpi xmlns:a14="http://schemas.microsoft.com/office/drawing/2010/main" val="0"/>
              </a:ext>
            </a:extLst>
          </a:blip>
          <a:srcRect l="2201" t="8724" r="9739" b="11882"/>
          <a:stretch>
            <a:fillRect/>
          </a:stretch>
        </p:blipFill>
        <p:spPr bwMode="auto">
          <a:xfrm flipH="1">
            <a:off x="-19532" y="-21740"/>
            <a:ext cx="12192000" cy="6725558"/>
          </a:xfrm>
          <a:custGeom>
            <a:avLst/>
            <a:gdLst>
              <a:gd name="connsiteX0" fmla="*/ 12192000 w 12192000"/>
              <a:gd name="connsiteY0" fmla="*/ 0 h 6725558"/>
              <a:gd name="connsiteX1" fmla="*/ 0 w 12192000"/>
              <a:gd name="connsiteY1" fmla="*/ 0 h 6725558"/>
              <a:gd name="connsiteX2" fmla="*/ 0 w 12192000"/>
              <a:gd name="connsiteY2" fmla="*/ 6725558 h 6725558"/>
              <a:gd name="connsiteX3" fmla="*/ 12192000 w 12192000"/>
              <a:gd name="connsiteY3" fmla="*/ 6725558 h 6725558"/>
            </a:gdLst>
            <a:ahLst/>
            <a:cxnLst>
              <a:cxn ang="0">
                <a:pos x="connsiteX0" y="connsiteY0"/>
              </a:cxn>
              <a:cxn ang="0">
                <a:pos x="connsiteX1" y="connsiteY1"/>
              </a:cxn>
              <a:cxn ang="0">
                <a:pos x="connsiteX2" y="connsiteY2"/>
              </a:cxn>
              <a:cxn ang="0">
                <a:pos x="connsiteX3" y="connsiteY3"/>
              </a:cxn>
            </a:cxnLst>
            <a:rect l="l" t="t" r="r" b="b"/>
            <a:pathLst>
              <a:path w="12192000" h="6725558">
                <a:moveTo>
                  <a:pt x="12192000" y="0"/>
                </a:moveTo>
                <a:lnTo>
                  <a:pt x="0" y="0"/>
                </a:lnTo>
                <a:lnTo>
                  <a:pt x="0" y="6725558"/>
                </a:lnTo>
                <a:lnTo>
                  <a:pt x="12192000" y="6725558"/>
                </a:lnTo>
                <a:close/>
              </a:path>
            </a:pathLst>
          </a:custGeom>
          <a:noFill/>
          <a:extLst>
            <a:ext uri="{909E8E84-426E-40DD-AFC4-6F175D3DCCD1}">
              <a14:hiddenFill xmlns:a14="http://schemas.microsoft.com/office/drawing/2010/main">
                <a:solidFill>
                  <a:srgbClr val="FFFFFF"/>
                </a:solidFill>
              </a14:hiddenFill>
            </a:ext>
          </a:extLst>
        </p:spPr>
      </p:pic>
      <p:pic>
        <p:nvPicPr>
          <p:cNvPr id="143" name="PA-图片 13"/>
          <p:cNvPicPr>
            <a:picLocks noChangeAspect="1" noChangeArrowheads="1"/>
          </p:cNvPicPr>
          <p:nvPr>
            <p:custDataLst>
              <p:tags r:id="rId4"/>
            </p:custDataLst>
          </p:nvPr>
        </p:nvPicPr>
        <p:blipFill>
          <a:blip r:embed="rId3">
            <a:duotone>
              <a:schemeClr val="accent3">
                <a:shade val="45000"/>
                <a:satMod val="135000"/>
              </a:schemeClr>
              <a:prstClr val="white"/>
            </a:duotone>
            <a:extLst>
              <a:ext uri="{28A0092B-C50C-407E-A947-70E740481C1C}">
                <a14:useLocalDpi xmlns:a14="http://schemas.microsoft.com/office/drawing/2010/main" val="0"/>
              </a:ext>
            </a:extLst>
          </a:blip>
          <a:srcRect l="2201" t="8724" r="9739" b="11882"/>
          <a:stretch>
            <a:fillRect/>
          </a:stretch>
        </p:blipFill>
        <p:spPr bwMode="auto">
          <a:xfrm>
            <a:off x="40570" y="0"/>
            <a:ext cx="12192000" cy="6725558"/>
          </a:xfrm>
          <a:custGeom>
            <a:avLst/>
            <a:gdLst>
              <a:gd name="connsiteX0" fmla="*/ 12192000 w 12192000"/>
              <a:gd name="connsiteY0" fmla="*/ 0 h 6725558"/>
              <a:gd name="connsiteX1" fmla="*/ 0 w 12192000"/>
              <a:gd name="connsiteY1" fmla="*/ 0 h 6725558"/>
              <a:gd name="connsiteX2" fmla="*/ 0 w 12192000"/>
              <a:gd name="connsiteY2" fmla="*/ 6725558 h 6725558"/>
              <a:gd name="connsiteX3" fmla="*/ 12192000 w 12192000"/>
              <a:gd name="connsiteY3" fmla="*/ 6725558 h 6725558"/>
            </a:gdLst>
            <a:ahLst/>
            <a:cxnLst>
              <a:cxn ang="0">
                <a:pos x="connsiteX0" y="connsiteY0"/>
              </a:cxn>
              <a:cxn ang="0">
                <a:pos x="connsiteX1" y="connsiteY1"/>
              </a:cxn>
              <a:cxn ang="0">
                <a:pos x="connsiteX2" y="connsiteY2"/>
              </a:cxn>
              <a:cxn ang="0">
                <a:pos x="connsiteX3" y="connsiteY3"/>
              </a:cxn>
            </a:cxnLst>
            <a:rect l="l" t="t" r="r" b="b"/>
            <a:pathLst>
              <a:path w="12192000" h="6725558">
                <a:moveTo>
                  <a:pt x="12192000" y="0"/>
                </a:moveTo>
                <a:lnTo>
                  <a:pt x="0" y="0"/>
                </a:lnTo>
                <a:lnTo>
                  <a:pt x="0" y="6725558"/>
                </a:lnTo>
                <a:lnTo>
                  <a:pt x="12192000" y="6725558"/>
                </a:lnTo>
                <a:close/>
              </a:path>
            </a:pathLst>
          </a:custGeom>
          <a:noFill/>
          <a:extLst>
            <a:ext uri="{909E8E84-426E-40DD-AFC4-6F175D3DCCD1}">
              <a14:hiddenFill xmlns:a14="http://schemas.microsoft.com/office/drawing/2010/main">
                <a:solidFill>
                  <a:srgbClr val="FFFFFF"/>
                </a:solidFill>
              </a14:hiddenFill>
            </a:ext>
          </a:extLst>
        </p:spPr>
      </p:pic>
      <p:pic>
        <p:nvPicPr>
          <p:cNvPr id="87" name="图片 86"/>
          <p:cNvPicPr>
            <a:picLocks noChangeAspect="1"/>
          </p:cNvPicPr>
          <p:nvPr/>
        </p:nvPicPr>
        <p:blipFill>
          <a:blip r:embed="rId5"/>
          <a:srcRect b="14109"/>
          <a:stretch>
            <a:fillRect/>
          </a:stretch>
        </p:blipFill>
        <p:spPr>
          <a:xfrm>
            <a:off x="1625463" y="1923655"/>
            <a:ext cx="8680420" cy="4963106"/>
          </a:xfrm>
          <a:custGeom>
            <a:avLst/>
            <a:gdLst>
              <a:gd name="connsiteX0" fmla="*/ 0 w 9400723"/>
              <a:gd name="connsiteY0" fmla="*/ 0 h 5374945"/>
              <a:gd name="connsiteX1" fmla="*/ 9400723 w 9400723"/>
              <a:gd name="connsiteY1" fmla="*/ 0 h 5374945"/>
              <a:gd name="connsiteX2" fmla="*/ 9400723 w 9400723"/>
              <a:gd name="connsiteY2" fmla="*/ 5374945 h 5374945"/>
              <a:gd name="connsiteX3" fmla="*/ 0 w 9400723"/>
              <a:gd name="connsiteY3" fmla="*/ 5374945 h 5374945"/>
            </a:gdLst>
            <a:ahLst/>
            <a:cxnLst>
              <a:cxn ang="0">
                <a:pos x="connsiteX0" y="connsiteY0"/>
              </a:cxn>
              <a:cxn ang="0">
                <a:pos x="connsiteX1" y="connsiteY1"/>
              </a:cxn>
              <a:cxn ang="0">
                <a:pos x="connsiteX2" y="connsiteY2"/>
              </a:cxn>
              <a:cxn ang="0">
                <a:pos x="connsiteX3" y="connsiteY3"/>
              </a:cxn>
            </a:cxnLst>
            <a:rect l="l" t="t" r="r" b="b"/>
            <a:pathLst>
              <a:path w="9400723" h="5374945">
                <a:moveTo>
                  <a:pt x="0" y="0"/>
                </a:moveTo>
                <a:lnTo>
                  <a:pt x="9400723" y="0"/>
                </a:lnTo>
                <a:lnTo>
                  <a:pt x="9400723" y="5374945"/>
                </a:lnTo>
                <a:lnTo>
                  <a:pt x="0" y="5374945"/>
                </a:lnTo>
                <a:close/>
              </a:path>
            </a:pathLst>
          </a:custGeom>
        </p:spPr>
      </p:pic>
      <p:pic>
        <p:nvPicPr>
          <p:cNvPr id="85" name="Picture 153"/>
          <p:cNvPicPr>
            <a:picLocks noChangeAspect="1"/>
          </p:cNvPicPr>
          <p:nvPr/>
        </p:nvPicPr>
        <p:blipFill>
          <a:blip r:embed="rId6"/>
          <a:stretch>
            <a:fillRect/>
          </a:stretch>
        </p:blipFill>
        <p:spPr>
          <a:xfrm>
            <a:off x="2283975" y="3563079"/>
            <a:ext cx="9936302" cy="3323692"/>
          </a:xfrm>
          <a:prstGeom prst="rect">
            <a:avLst/>
          </a:prstGeom>
        </p:spPr>
      </p:pic>
      <p:pic>
        <p:nvPicPr>
          <p:cNvPr id="86" name="Picture 153"/>
          <p:cNvPicPr>
            <a:picLocks noChangeAspect="1"/>
          </p:cNvPicPr>
          <p:nvPr/>
        </p:nvPicPr>
        <p:blipFill>
          <a:blip r:embed="rId6"/>
          <a:stretch>
            <a:fillRect/>
          </a:stretch>
        </p:blipFill>
        <p:spPr>
          <a:xfrm flipH="1">
            <a:off x="-67414" y="3578681"/>
            <a:ext cx="9936302" cy="3323692"/>
          </a:xfrm>
          <a:prstGeom prst="rect">
            <a:avLst/>
          </a:prstGeom>
        </p:spPr>
      </p:pic>
      <p:pic>
        <p:nvPicPr>
          <p:cNvPr id="6" name="图片 5"/>
          <p:cNvPicPr/>
          <p:nvPr/>
        </p:nvPicPr>
        <p:blipFill>
          <a:blip r:embed="rId7">
            <a:extLst>
              <a:ext uri="{28A0092B-C50C-407E-A947-70E740481C1C}">
                <a14:useLocalDpi xmlns:a14="http://schemas.microsoft.com/office/drawing/2010/main" val="0"/>
              </a:ext>
            </a:extLst>
          </a:blip>
          <a:stretch>
            <a:fillRect/>
          </a:stretch>
        </p:blipFill>
        <p:spPr>
          <a:xfrm rot="1124933" flipH="1" flipV="1">
            <a:off x="-2533934" y="598960"/>
            <a:ext cx="6606451" cy="1811074"/>
          </a:xfrm>
          <a:prstGeom prst="rect">
            <a:avLst/>
          </a:prstGeom>
        </p:spPr>
      </p:pic>
      <p:pic>
        <p:nvPicPr>
          <p:cNvPr id="9" name="图片 8"/>
          <p:cNvPicPr/>
          <p:nvPr/>
        </p:nvPicPr>
        <p:blipFill>
          <a:blip r:embed="rId7">
            <a:extLst>
              <a:ext uri="{28A0092B-C50C-407E-A947-70E740481C1C}">
                <a14:useLocalDpi xmlns:a14="http://schemas.microsoft.com/office/drawing/2010/main" val="0"/>
              </a:ext>
            </a:extLst>
          </a:blip>
          <a:stretch>
            <a:fillRect/>
          </a:stretch>
        </p:blipFill>
        <p:spPr>
          <a:xfrm rot="20475067" flipV="1">
            <a:off x="8012721" y="626284"/>
            <a:ext cx="6606451" cy="1811074"/>
          </a:xfrm>
          <a:prstGeom prst="rect">
            <a:avLst/>
          </a:prstGeom>
        </p:spPr>
      </p:pic>
      <p:pic>
        <p:nvPicPr>
          <p:cNvPr id="2" name="Picture 4"/>
          <p:cNvPicPr>
            <a:picLocks noChangeAspect="1"/>
          </p:cNvPicPr>
          <p:nvPr/>
        </p:nvPicPr>
        <p:blipFill>
          <a:blip r:embed="rId8"/>
          <a:stretch>
            <a:fillRect/>
          </a:stretch>
        </p:blipFill>
        <p:spPr>
          <a:xfrm>
            <a:off x="250004" y="38979"/>
            <a:ext cx="9870443" cy="2442935"/>
          </a:xfrm>
          <a:prstGeom prst="rect">
            <a:avLst/>
          </a:prstGeom>
        </p:spPr>
      </p:pic>
      <p:grpSp>
        <p:nvGrpSpPr>
          <p:cNvPr id="92" name="组合 91"/>
          <p:cNvGrpSpPr/>
          <p:nvPr/>
        </p:nvGrpSpPr>
        <p:grpSpPr>
          <a:xfrm>
            <a:off x="1977000" y="416341"/>
            <a:ext cx="9195217" cy="4932640"/>
            <a:chOff x="1819916" y="51376"/>
            <a:chExt cx="9195217" cy="4932640"/>
          </a:xfrm>
        </p:grpSpPr>
        <p:grpSp>
          <p:nvGrpSpPr>
            <p:cNvPr id="8" name="组合 7"/>
            <p:cNvGrpSpPr/>
            <p:nvPr/>
          </p:nvGrpSpPr>
          <p:grpSpPr>
            <a:xfrm>
              <a:off x="2265616" y="51376"/>
              <a:ext cx="8734369" cy="3802350"/>
              <a:chOff x="2705034" y="519568"/>
              <a:chExt cx="8040675" cy="3802350"/>
            </a:xfrm>
          </p:grpSpPr>
          <p:grpSp>
            <p:nvGrpSpPr>
              <p:cNvPr id="72" name="组合 71"/>
              <p:cNvGrpSpPr/>
              <p:nvPr/>
            </p:nvGrpSpPr>
            <p:grpSpPr>
              <a:xfrm>
                <a:off x="3053969" y="519568"/>
                <a:ext cx="7691740" cy="3068955"/>
                <a:chOff x="-6134294" y="8824695"/>
                <a:chExt cx="10427062" cy="3068955"/>
              </a:xfrm>
            </p:grpSpPr>
            <p:sp>
              <p:nvSpPr>
                <p:cNvPr id="80" name="文本框 79"/>
                <p:cNvSpPr txBox="1"/>
                <p:nvPr/>
              </p:nvSpPr>
              <p:spPr>
                <a:xfrm>
                  <a:off x="-6134294" y="9694010"/>
                  <a:ext cx="10427062" cy="219964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700" b="0" i="0" u="none" strike="noStrike" kern="1200" cap="none" spc="300" normalizeH="0" baseline="0" noProof="0" dirty="0">
                      <a:ln w="41275">
                        <a:noFill/>
                      </a:ln>
                      <a:gradFill>
                        <a:gsLst>
                          <a:gs pos="85000">
                            <a:srgbClr val="44C1A3">
                              <a:lumMod val="60000"/>
                              <a:lumOff val="40000"/>
                            </a:srgbClr>
                          </a:gs>
                          <a:gs pos="23000">
                            <a:prstClr val="white"/>
                          </a:gs>
                        </a:gsLst>
                        <a:lin ang="5400000" scaled="1"/>
                      </a:gradFill>
                      <a:effectLst/>
                      <a:uLnTx/>
                      <a:uFillTx/>
                      <a:latin typeface="演示新手书" panose="00000500000000000000" pitchFamily="2" charset="-122"/>
                      <a:ea typeface="演示新手书" panose="00000500000000000000" pitchFamily="2" charset="-122"/>
                      <a:cs typeface="OPPOSans B" panose="00020600040101010101" pitchFamily="18" charset="-122"/>
                    </a:rPr>
                    <a:t>Thank you</a:t>
                  </a:r>
                  <a:endParaRPr kumimoji="0" lang="en-US" altLang="zh-CN" sz="13700" b="0" i="0" u="none" strike="noStrike" kern="1200" cap="none" spc="300" normalizeH="0" baseline="0" noProof="0" dirty="0">
                    <a:ln w="41275">
                      <a:noFill/>
                    </a:ln>
                    <a:gradFill>
                      <a:gsLst>
                        <a:gs pos="85000">
                          <a:srgbClr val="44C1A3">
                            <a:lumMod val="60000"/>
                            <a:lumOff val="40000"/>
                          </a:srgbClr>
                        </a:gs>
                        <a:gs pos="23000">
                          <a:prstClr val="white"/>
                        </a:gs>
                      </a:gsLst>
                      <a:lin ang="5400000" scaled="1"/>
                    </a:gradFill>
                    <a:effectLst/>
                    <a:uLnTx/>
                    <a:uFillTx/>
                    <a:latin typeface="演示新手书" panose="00000500000000000000" pitchFamily="2" charset="-122"/>
                    <a:ea typeface="演示新手书" panose="00000500000000000000" pitchFamily="2" charset="-122"/>
                    <a:cs typeface="OPPOSans B" panose="00020600040101010101" pitchFamily="18" charset="-122"/>
                  </a:endParaRPr>
                </a:p>
              </p:txBody>
            </p:sp>
            <p:sp>
              <p:nvSpPr>
                <p:cNvPr id="82" name="文本框 81"/>
                <p:cNvSpPr txBox="1"/>
                <p:nvPr/>
              </p:nvSpPr>
              <p:spPr>
                <a:xfrm>
                  <a:off x="-2322127" y="8824695"/>
                  <a:ext cx="386716" cy="219964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700" b="0" i="0" u="none" strike="noStrike" kern="1200" cap="none" spc="300" normalizeH="0" baseline="0" noProof="0" dirty="0">
                    <a:ln w="41275">
                      <a:noFill/>
                    </a:ln>
                    <a:gradFill>
                      <a:gsLst>
                        <a:gs pos="85000">
                          <a:srgbClr val="44C1A3">
                            <a:lumMod val="60000"/>
                            <a:lumOff val="40000"/>
                          </a:srgbClr>
                        </a:gs>
                        <a:gs pos="23000">
                          <a:prstClr val="white"/>
                        </a:gs>
                      </a:gsLst>
                      <a:lin ang="5400000" scaled="1"/>
                    </a:gradFill>
                    <a:effectLst/>
                    <a:uLnTx/>
                    <a:uFillTx/>
                    <a:latin typeface="演示新手书" panose="00000500000000000000" pitchFamily="2" charset="-122"/>
                    <a:ea typeface="演示新手书" panose="00000500000000000000" pitchFamily="2" charset="-122"/>
                    <a:cs typeface="OPPOSans B" panose="00020600040101010101" pitchFamily="18" charset="-122"/>
                  </a:endParaRPr>
                </a:p>
              </p:txBody>
            </p:sp>
            <p:sp>
              <p:nvSpPr>
                <p:cNvPr id="83" name="文本框 82"/>
                <p:cNvSpPr txBox="1"/>
                <p:nvPr/>
              </p:nvSpPr>
              <p:spPr>
                <a:xfrm>
                  <a:off x="-703676" y="8824695"/>
                  <a:ext cx="386716" cy="219964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700" b="0" i="0" u="none" strike="noStrike" kern="1200" cap="none" spc="300" normalizeH="0" baseline="0" noProof="0" dirty="0">
                    <a:ln w="41275">
                      <a:noFill/>
                    </a:ln>
                    <a:gradFill>
                      <a:gsLst>
                        <a:gs pos="85000">
                          <a:srgbClr val="44C1A3">
                            <a:lumMod val="60000"/>
                            <a:lumOff val="40000"/>
                          </a:srgbClr>
                        </a:gs>
                        <a:gs pos="23000">
                          <a:prstClr val="white"/>
                        </a:gs>
                      </a:gsLst>
                      <a:lin ang="5400000" scaled="1"/>
                    </a:gradFill>
                    <a:effectLst/>
                    <a:uLnTx/>
                    <a:uFillTx/>
                    <a:latin typeface="演示新手书" panose="00000500000000000000" pitchFamily="2" charset="-122"/>
                    <a:ea typeface="演示新手书" panose="00000500000000000000" pitchFamily="2" charset="-122"/>
                    <a:cs typeface="OPPOSans B" panose="00020600040101010101" pitchFamily="18" charset="-122"/>
                  </a:endParaRPr>
                </a:p>
              </p:txBody>
            </p:sp>
            <p:sp>
              <p:nvSpPr>
                <p:cNvPr id="84" name="文本框 83"/>
                <p:cNvSpPr txBox="1"/>
                <p:nvPr/>
              </p:nvSpPr>
              <p:spPr>
                <a:xfrm>
                  <a:off x="494901" y="8900966"/>
                  <a:ext cx="386716" cy="219964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700" b="0" i="0" u="none" strike="noStrike" kern="1200" cap="none" spc="300" normalizeH="0" baseline="0" noProof="0" dirty="0">
                    <a:ln w="41275">
                      <a:noFill/>
                    </a:ln>
                    <a:gradFill>
                      <a:gsLst>
                        <a:gs pos="85000">
                          <a:srgbClr val="44C1A3">
                            <a:lumMod val="60000"/>
                            <a:lumOff val="40000"/>
                          </a:srgbClr>
                        </a:gs>
                        <a:gs pos="23000">
                          <a:prstClr val="white"/>
                        </a:gs>
                      </a:gsLst>
                      <a:lin ang="5400000" scaled="1"/>
                    </a:gradFill>
                    <a:effectLst/>
                    <a:uLnTx/>
                    <a:uFillTx/>
                    <a:latin typeface="演示新手书" panose="00000500000000000000" pitchFamily="2" charset="-122"/>
                    <a:ea typeface="演示新手书" panose="00000500000000000000" pitchFamily="2" charset="-122"/>
                    <a:cs typeface="OPPOSans B" panose="00020600040101010101" pitchFamily="18" charset="-122"/>
                  </a:endParaRPr>
                </a:p>
              </p:txBody>
            </p:sp>
          </p:grpSp>
          <p:sp>
            <p:nvSpPr>
              <p:cNvPr id="73" name="文本框 72"/>
              <p:cNvSpPr txBox="1"/>
              <p:nvPr/>
            </p:nvSpPr>
            <p:spPr>
              <a:xfrm>
                <a:off x="2705034" y="1883261"/>
                <a:ext cx="285269" cy="219964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700" b="0" i="0" u="none" strike="noStrike" kern="1200" cap="none" spc="300" normalizeH="0" baseline="0" noProof="0" dirty="0">
                  <a:ln w="41275">
                    <a:noFill/>
                  </a:ln>
                  <a:gradFill>
                    <a:gsLst>
                      <a:gs pos="85000">
                        <a:srgbClr val="44C1A3">
                          <a:lumMod val="60000"/>
                          <a:lumOff val="40000"/>
                        </a:srgbClr>
                      </a:gs>
                      <a:gs pos="23000">
                        <a:prstClr val="white"/>
                      </a:gs>
                    </a:gsLst>
                    <a:lin ang="5400000" scaled="1"/>
                  </a:gradFill>
                  <a:effectLst/>
                  <a:uLnTx/>
                  <a:uFillTx/>
                  <a:latin typeface="演示新手书" panose="00000500000000000000" pitchFamily="2" charset="-122"/>
                  <a:ea typeface="演示新手书" panose="00000500000000000000" pitchFamily="2" charset="-122"/>
                  <a:cs typeface="OPPOSans B" panose="00020600040101010101" pitchFamily="18" charset="-122"/>
                </a:endParaRPr>
              </a:p>
            </p:txBody>
          </p:sp>
          <p:sp>
            <p:nvSpPr>
              <p:cNvPr id="74" name="文本框 73"/>
              <p:cNvSpPr txBox="1"/>
              <p:nvPr/>
            </p:nvSpPr>
            <p:spPr>
              <a:xfrm>
                <a:off x="3818844" y="1929901"/>
                <a:ext cx="285269" cy="219964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700" b="0" i="0" u="none" strike="noStrike" kern="1200" cap="none" spc="300" normalizeH="0" baseline="0" noProof="0" dirty="0">
                  <a:ln w="41275">
                    <a:noFill/>
                  </a:ln>
                  <a:gradFill>
                    <a:gsLst>
                      <a:gs pos="85000">
                        <a:srgbClr val="44C1A3">
                          <a:lumMod val="60000"/>
                          <a:lumOff val="40000"/>
                        </a:srgbClr>
                      </a:gs>
                      <a:gs pos="23000">
                        <a:prstClr val="white"/>
                      </a:gs>
                    </a:gsLst>
                    <a:lin ang="5400000" scaled="1"/>
                  </a:gradFill>
                  <a:effectLst/>
                  <a:uLnTx/>
                  <a:uFillTx/>
                  <a:latin typeface="演示新手书" panose="00000500000000000000" pitchFamily="2" charset="-122"/>
                  <a:ea typeface="演示新手书" panose="00000500000000000000" pitchFamily="2" charset="-122"/>
                  <a:cs typeface="OPPOSans B" panose="00020600040101010101" pitchFamily="18" charset="-122"/>
                </a:endParaRPr>
              </a:p>
            </p:txBody>
          </p:sp>
          <p:grpSp>
            <p:nvGrpSpPr>
              <p:cNvPr id="75" name="组合 74"/>
              <p:cNvGrpSpPr/>
              <p:nvPr/>
            </p:nvGrpSpPr>
            <p:grpSpPr>
              <a:xfrm>
                <a:off x="5038002" y="1966529"/>
                <a:ext cx="3900378" cy="2355389"/>
                <a:chOff x="5124765" y="1941795"/>
                <a:chExt cx="4536070" cy="2355389"/>
              </a:xfrm>
            </p:grpSpPr>
            <p:sp>
              <p:nvSpPr>
                <p:cNvPr id="76" name="文本框 75"/>
                <p:cNvSpPr txBox="1"/>
                <p:nvPr/>
              </p:nvSpPr>
              <p:spPr>
                <a:xfrm>
                  <a:off x="5124765" y="2011676"/>
                  <a:ext cx="331763" cy="219964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700" b="0" i="0" u="none" strike="noStrike" kern="1200" cap="none" spc="300" normalizeH="0" baseline="0" noProof="0" dirty="0">
                    <a:ln w="41275">
                      <a:noFill/>
                    </a:ln>
                    <a:gradFill>
                      <a:gsLst>
                        <a:gs pos="85000">
                          <a:srgbClr val="44C1A3">
                            <a:lumMod val="60000"/>
                            <a:lumOff val="40000"/>
                          </a:srgbClr>
                        </a:gs>
                        <a:gs pos="23000">
                          <a:prstClr val="white"/>
                        </a:gs>
                      </a:gsLst>
                      <a:lin ang="5400000" scaled="1"/>
                    </a:gradFill>
                    <a:effectLst/>
                    <a:uLnTx/>
                    <a:uFillTx/>
                    <a:latin typeface="演示新手书" panose="00000500000000000000" pitchFamily="2" charset="-122"/>
                    <a:ea typeface="演示新手书" panose="00000500000000000000" pitchFamily="2" charset="-122"/>
                    <a:cs typeface="OPPOSans B" panose="00020600040101010101" pitchFamily="18" charset="-122"/>
                  </a:endParaRPr>
                </a:p>
              </p:txBody>
            </p:sp>
            <p:sp>
              <p:nvSpPr>
                <p:cNvPr id="77" name="文本框 76"/>
                <p:cNvSpPr txBox="1"/>
                <p:nvPr/>
              </p:nvSpPr>
              <p:spPr>
                <a:xfrm>
                  <a:off x="6494834" y="1941795"/>
                  <a:ext cx="331763" cy="232283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500" b="0" i="0" u="none" strike="noStrike" kern="1200" cap="none" spc="300" normalizeH="0" baseline="0" noProof="0" dirty="0">
                    <a:ln w="41275">
                      <a:noFill/>
                    </a:ln>
                    <a:gradFill>
                      <a:gsLst>
                        <a:gs pos="85000">
                          <a:srgbClr val="44C1A3">
                            <a:lumMod val="60000"/>
                            <a:lumOff val="40000"/>
                          </a:srgbClr>
                        </a:gs>
                        <a:gs pos="23000">
                          <a:prstClr val="white"/>
                        </a:gs>
                      </a:gsLst>
                      <a:lin ang="5400000" scaled="1"/>
                    </a:gradFill>
                    <a:effectLst/>
                    <a:uLnTx/>
                    <a:uFillTx/>
                    <a:latin typeface="演示新手书" panose="00000500000000000000" pitchFamily="2" charset="-122"/>
                    <a:ea typeface="演示新手书" panose="00000500000000000000" pitchFamily="2" charset="-122"/>
                    <a:cs typeface="OPPOSans B" panose="00020600040101010101" pitchFamily="18" charset="-122"/>
                  </a:endParaRPr>
                </a:p>
              </p:txBody>
            </p:sp>
            <p:sp>
              <p:nvSpPr>
                <p:cNvPr id="78" name="文本框 77"/>
                <p:cNvSpPr txBox="1"/>
                <p:nvPr/>
              </p:nvSpPr>
              <p:spPr>
                <a:xfrm>
                  <a:off x="7877547" y="2097544"/>
                  <a:ext cx="331763" cy="219964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700" b="0" i="0" u="none" strike="noStrike" kern="1200" cap="none" spc="300" normalizeH="0" baseline="0" noProof="0" dirty="0">
                    <a:ln w="41275">
                      <a:noFill/>
                    </a:ln>
                    <a:gradFill>
                      <a:gsLst>
                        <a:gs pos="85000">
                          <a:srgbClr val="44C1A3">
                            <a:lumMod val="60000"/>
                            <a:lumOff val="40000"/>
                          </a:srgbClr>
                        </a:gs>
                        <a:gs pos="23000">
                          <a:prstClr val="white"/>
                        </a:gs>
                      </a:gsLst>
                      <a:lin ang="5400000" scaled="1"/>
                    </a:gradFill>
                    <a:effectLst/>
                    <a:uLnTx/>
                    <a:uFillTx/>
                    <a:latin typeface="演示新手书" panose="00000500000000000000" pitchFamily="2" charset="-122"/>
                    <a:ea typeface="演示新手书" panose="00000500000000000000" pitchFamily="2" charset="-122"/>
                    <a:cs typeface="OPPOSans B" panose="00020600040101010101" pitchFamily="18" charset="-122"/>
                  </a:endParaRPr>
                </a:p>
              </p:txBody>
            </p:sp>
            <p:sp>
              <p:nvSpPr>
                <p:cNvPr id="79" name="文本框 78"/>
                <p:cNvSpPr txBox="1"/>
                <p:nvPr/>
              </p:nvSpPr>
              <p:spPr>
                <a:xfrm>
                  <a:off x="9329072" y="2201466"/>
                  <a:ext cx="331763" cy="184531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1400" b="0" i="0" u="none" strike="noStrike" kern="1200" cap="none" spc="300" normalizeH="0" baseline="0" noProof="0" dirty="0">
                    <a:ln w="41275">
                      <a:noFill/>
                    </a:ln>
                    <a:gradFill>
                      <a:gsLst>
                        <a:gs pos="85000">
                          <a:srgbClr val="44C1A3">
                            <a:lumMod val="60000"/>
                            <a:lumOff val="40000"/>
                          </a:srgbClr>
                        </a:gs>
                        <a:gs pos="23000">
                          <a:prstClr val="white"/>
                        </a:gs>
                      </a:gsLst>
                      <a:lin ang="5400000" scaled="1"/>
                    </a:gradFill>
                    <a:effectLst/>
                    <a:uLnTx/>
                    <a:uFillTx/>
                    <a:latin typeface="演示新手书" panose="00000500000000000000" pitchFamily="2" charset="-122"/>
                    <a:ea typeface="演示新手书" panose="00000500000000000000" pitchFamily="2" charset="-122"/>
                    <a:cs typeface="OPPOSans B" panose="00020600040101010101" pitchFamily="18" charset="-122"/>
                  </a:endParaRPr>
                </a:p>
              </p:txBody>
            </p:sp>
          </p:grpSp>
        </p:grpSp>
        <p:pic>
          <p:nvPicPr>
            <p:cNvPr id="10" name="图片 9"/>
            <p:cNvPicPr>
              <a:picLocks noChangeAspect="1"/>
            </p:cNvPicPr>
            <p:nvPr/>
          </p:nvPicPr>
          <p:blipFill>
            <a:blip r:embed="rId9">
              <a:extLst>
                <a:ext uri="{BEBA8EAE-BF5A-486C-A8C5-ECC9F3942E4B}">
                  <a14:imgProps xmlns:a14="http://schemas.microsoft.com/office/drawing/2010/main">
                    <a14:imgLayer r:embed="rId10">
                      <a14:imgEffect>
                        <a14:brightnessContrast bright="100000"/>
                      </a14:imgEffect>
                    </a14:imgLayer>
                  </a14:imgProps>
                </a:ext>
              </a:extLst>
            </a:blip>
            <a:srcRect t="24405" b="17763"/>
            <a:stretch>
              <a:fillRect/>
            </a:stretch>
          </p:blipFill>
          <p:spPr>
            <a:xfrm rot="5400000">
              <a:off x="3104241" y="-263884"/>
              <a:ext cx="1007909" cy="2256000"/>
            </a:xfrm>
            <a:custGeom>
              <a:avLst/>
              <a:gdLst>
                <a:gd name="connsiteX0" fmla="*/ 0 w 5444200"/>
                <a:gd name="connsiteY0" fmla="*/ 0 h 3152023"/>
                <a:gd name="connsiteX1" fmla="*/ 5444200 w 5444200"/>
                <a:gd name="connsiteY1" fmla="*/ 0 h 3152023"/>
                <a:gd name="connsiteX2" fmla="*/ 5444200 w 5444200"/>
                <a:gd name="connsiteY2" fmla="*/ 3152023 h 3152023"/>
                <a:gd name="connsiteX3" fmla="*/ 0 w 5444200"/>
                <a:gd name="connsiteY3" fmla="*/ 3152023 h 3152023"/>
              </a:gdLst>
              <a:ahLst/>
              <a:cxnLst>
                <a:cxn ang="0">
                  <a:pos x="connsiteX0" y="connsiteY0"/>
                </a:cxn>
                <a:cxn ang="0">
                  <a:pos x="connsiteX1" y="connsiteY1"/>
                </a:cxn>
                <a:cxn ang="0">
                  <a:pos x="connsiteX2" y="connsiteY2"/>
                </a:cxn>
                <a:cxn ang="0">
                  <a:pos x="connsiteX3" y="connsiteY3"/>
                </a:cxn>
              </a:cxnLst>
              <a:rect l="l" t="t" r="r" b="b"/>
              <a:pathLst>
                <a:path w="5444200" h="3152023">
                  <a:moveTo>
                    <a:pt x="0" y="0"/>
                  </a:moveTo>
                  <a:lnTo>
                    <a:pt x="5444200" y="0"/>
                  </a:lnTo>
                  <a:lnTo>
                    <a:pt x="5444200" y="3152023"/>
                  </a:lnTo>
                  <a:lnTo>
                    <a:pt x="0" y="3152023"/>
                  </a:lnTo>
                  <a:close/>
                </a:path>
              </a:pathLst>
            </a:custGeom>
            <a:effectLst/>
          </p:spPr>
        </p:pic>
        <p:pic>
          <p:nvPicPr>
            <p:cNvPr id="25" name="图片 24"/>
            <p:cNvPicPr>
              <a:picLocks noChangeAspect="1"/>
            </p:cNvPicPr>
            <p:nvPr/>
          </p:nvPicPr>
          <p:blipFill>
            <a:blip r:embed="rId9">
              <a:extLst>
                <a:ext uri="{BEBA8EAE-BF5A-486C-A8C5-ECC9F3942E4B}">
                  <a14:imgProps xmlns:a14="http://schemas.microsoft.com/office/drawing/2010/main">
                    <a14:imgLayer r:embed="rId10">
                      <a14:imgEffect>
                        <a14:brightnessContrast bright="100000"/>
                      </a14:imgEffect>
                    </a14:imgLayer>
                  </a14:imgProps>
                </a:ext>
              </a:extLst>
            </a:blip>
            <a:srcRect t="24405" b="17763"/>
            <a:stretch>
              <a:fillRect/>
            </a:stretch>
          </p:blipFill>
          <p:spPr>
            <a:xfrm rot="5400000">
              <a:off x="5110649" y="249549"/>
              <a:ext cx="643231" cy="1439742"/>
            </a:xfrm>
            <a:custGeom>
              <a:avLst/>
              <a:gdLst>
                <a:gd name="connsiteX0" fmla="*/ 0 w 5444200"/>
                <a:gd name="connsiteY0" fmla="*/ 0 h 3152023"/>
                <a:gd name="connsiteX1" fmla="*/ 5444200 w 5444200"/>
                <a:gd name="connsiteY1" fmla="*/ 0 h 3152023"/>
                <a:gd name="connsiteX2" fmla="*/ 5444200 w 5444200"/>
                <a:gd name="connsiteY2" fmla="*/ 3152023 h 3152023"/>
                <a:gd name="connsiteX3" fmla="*/ 0 w 5444200"/>
                <a:gd name="connsiteY3" fmla="*/ 3152023 h 3152023"/>
              </a:gdLst>
              <a:ahLst/>
              <a:cxnLst>
                <a:cxn ang="0">
                  <a:pos x="connsiteX0" y="connsiteY0"/>
                </a:cxn>
                <a:cxn ang="0">
                  <a:pos x="connsiteX1" y="connsiteY1"/>
                </a:cxn>
                <a:cxn ang="0">
                  <a:pos x="connsiteX2" y="connsiteY2"/>
                </a:cxn>
                <a:cxn ang="0">
                  <a:pos x="connsiteX3" y="connsiteY3"/>
                </a:cxn>
              </a:cxnLst>
              <a:rect l="l" t="t" r="r" b="b"/>
              <a:pathLst>
                <a:path w="5444200" h="3152023">
                  <a:moveTo>
                    <a:pt x="0" y="0"/>
                  </a:moveTo>
                  <a:lnTo>
                    <a:pt x="5444200" y="0"/>
                  </a:lnTo>
                  <a:lnTo>
                    <a:pt x="5444200" y="3152023"/>
                  </a:lnTo>
                  <a:lnTo>
                    <a:pt x="0" y="3152023"/>
                  </a:lnTo>
                  <a:close/>
                </a:path>
              </a:pathLst>
            </a:custGeom>
            <a:effectLst/>
          </p:spPr>
        </p:pic>
        <p:pic>
          <p:nvPicPr>
            <p:cNvPr id="32" name="图片 31"/>
            <p:cNvPicPr>
              <a:picLocks noChangeAspect="1"/>
            </p:cNvPicPr>
            <p:nvPr/>
          </p:nvPicPr>
          <p:blipFill>
            <a:blip r:embed="rId9">
              <a:extLst>
                <a:ext uri="{BEBA8EAE-BF5A-486C-A8C5-ECC9F3942E4B}">
                  <a14:imgProps xmlns:a14="http://schemas.microsoft.com/office/drawing/2010/main">
                    <a14:imgLayer r:embed="rId10">
                      <a14:imgEffect>
                        <a14:brightnessContrast bright="100000"/>
                      </a14:imgEffect>
                    </a14:imgLayer>
                  </a14:imgProps>
                </a:ext>
              </a:extLst>
            </a:blip>
            <a:srcRect t="24405" b="17763"/>
            <a:stretch>
              <a:fillRect/>
            </a:stretch>
          </p:blipFill>
          <p:spPr>
            <a:xfrm rot="5400000">
              <a:off x="8508120" y="256366"/>
              <a:ext cx="728096" cy="1629695"/>
            </a:xfrm>
            <a:custGeom>
              <a:avLst/>
              <a:gdLst>
                <a:gd name="connsiteX0" fmla="*/ 0 w 5444200"/>
                <a:gd name="connsiteY0" fmla="*/ 0 h 3152023"/>
                <a:gd name="connsiteX1" fmla="*/ 5444200 w 5444200"/>
                <a:gd name="connsiteY1" fmla="*/ 0 h 3152023"/>
                <a:gd name="connsiteX2" fmla="*/ 5444200 w 5444200"/>
                <a:gd name="connsiteY2" fmla="*/ 3152023 h 3152023"/>
                <a:gd name="connsiteX3" fmla="*/ 0 w 5444200"/>
                <a:gd name="connsiteY3" fmla="*/ 3152023 h 3152023"/>
              </a:gdLst>
              <a:ahLst/>
              <a:cxnLst>
                <a:cxn ang="0">
                  <a:pos x="connsiteX0" y="connsiteY0"/>
                </a:cxn>
                <a:cxn ang="0">
                  <a:pos x="connsiteX1" y="connsiteY1"/>
                </a:cxn>
                <a:cxn ang="0">
                  <a:pos x="connsiteX2" y="connsiteY2"/>
                </a:cxn>
                <a:cxn ang="0">
                  <a:pos x="connsiteX3" y="connsiteY3"/>
                </a:cxn>
              </a:cxnLst>
              <a:rect l="l" t="t" r="r" b="b"/>
              <a:pathLst>
                <a:path w="5444200" h="3152023">
                  <a:moveTo>
                    <a:pt x="0" y="0"/>
                  </a:moveTo>
                  <a:lnTo>
                    <a:pt x="5444200" y="0"/>
                  </a:lnTo>
                  <a:lnTo>
                    <a:pt x="5444200" y="3152023"/>
                  </a:lnTo>
                  <a:lnTo>
                    <a:pt x="0" y="3152023"/>
                  </a:lnTo>
                  <a:close/>
                </a:path>
              </a:pathLst>
            </a:custGeom>
            <a:effectLst/>
          </p:spPr>
        </p:pic>
        <p:pic>
          <p:nvPicPr>
            <p:cNvPr id="34" name="图片 33"/>
            <p:cNvPicPr>
              <a:picLocks noChangeAspect="1"/>
            </p:cNvPicPr>
            <p:nvPr/>
          </p:nvPicPr>
          <p:blipFill>
            <a:blip r:embed="rId9">
              <a:extLst>
                <a:ext uri="{BEBA8EAE-BF5A-486C-A8C5-ECC9F3942E4B}">
                  <a14:imgProps xmlns:a14="http://schemas.microsoft.com/office/drawing/2010/main">
                    <a14:imgLayer r:embed="rId10">
                      <a14:imgEffect>
                        <a14:brightnessContrast bright="100000"/>
                      </a14:imgEffect>
                    </a14:imgLayer>
                  </a14:imgProps>
                </a:ext>
              </a:extLst>
            </a:blip>
            <a:srcRect t="24405" b="17763"/>
            <a:stretch>
              <a:fillRect/>
            </a:stretch>
          </p:blipFill>
          <p:spPr>
            <a:xfrm rot="5400000">
              <a:off x="3095517" y="1259147"/>
              <a:ext cx="728096" cy="1629695"/>
            </a:xfrm>
            <a:custGeom>
              <a:avLst/>
              <a:gdLst>
                <a:gd name="connsiteX0" fmla="*/ 0 w 5444200"/>
                <a:gd name="connsiteY0" fmla="*/ 0 h 3152023"/>
                <a:gd name="connsiteX1" fmla="*/ 5444200 w 5444200"/>
                <a:gd name="connsiteY1" fmla="*/ 0 h 3152023"/>
                <a:gd name="connsiteX2" fmla="*/ 5444200 w 5444200"/>
                <a:gd name="connsiteY2" fmla="*/ 3152023 h 3152023"/>
                <a:gd name="connsiteX3" fmla="*/ 0 w 5444200"/>
                <a:gd name="connsiteY3" fmla="*/ 3152023 h 3152023"/>
              </a:gdLst>
              <a:ahLst/>
              <a:cxnLst>
                <a:cxn ang="0">
                  <a:pos x="connsiteX0" y="connsiteY0"/>
                </a:cxn>
                <a:cxn ang="0">
                  <a:pos x="connsiteX1" y="connsiteY1"/>
                </a:cxn>
                <a:cxn ang="0">
                  <a:pos x="connsiteX2" y="connsiteY2"/>
                </a:cxn>
                <a:cxn ang="0">
                  <a:pos x="connsiteX3" y="connsiteY3"/>
                </a:cxn>
              </a:cxnLst>
              <a:rect l="l" t="t" r="r" b="b"/>
              <a:pathLst>
                <a:path w="5444200" h="3152023">
                  <a:moveTo>
                    <a:pt x="0" y="0"/>
                  </a:moveTo>
                  <a:lnTo>
                    <a:pt x="5444200" y="0"/>
                  </a:lnTo>
                  <a:lnTo>
                    <a:pt x="5444200" y="3152023"/>
                  </a:lnTo>
                  <a:lnTo>
                    <a:pt x="0" y="3152023"/>
                  </a:lnTo>
                  <a:close/>
                </a:path>
              </a:pathLst>
            </a:custGeom>
            <a:effectLst/>
          </p:spPr>
        </p:pic>
        <p:pic>
          <p:nvPicPr>
            <p:cNvPr id="35" name="图片 34"/>
            <p:cNvPicPr>
              <a:picLocks noChangeAspect="1"/>
            </p:cNvPicPr>
            <p:nvPr/>
          </p:nvPicPr>
          <p:blipFill>
            <a:blip r:embed="rId9">
              <a:extLst>
                <a:ext uri="{BEBA8EAE-BF5A-486C-A8C5-ECC9F3942E4B}">
                  <a14:imgProps xmlns:a14="http://schemas.microsoft.com/office/drawing/2010/main">
                    <a14:imgLayer r:embed="rId10">
                      <a14:imgEffect>
                        <a14:brightnessContrast bright="100000"/>
                      </a14:imgEffect>
                    </a14:imgLayer>
                  </a14:imgProps>
                </a:ext>
              </a:extLst>
            </a:blip>
            <a:srcRect t="24405" b="17763"/>
            <a:stretch>
              <a:fillRect/>
            </a:stretch>
          </p:blipFill>
          <p:spPr>
            <a:xfrm rot="5400000">
              <a:off x="4221334" y="1489480"/>
              <a:ext cx="728096" cy="1629695"/>
            </a:xfrm>
            <a:custGeom>
              <a:avLst/>
              <a:gdLst>
                <a:gd name="connsiteX0" fmla="*/ 0 w 5444200"/>
                <a:gd name="connsiteY0" fmla="*/ 0 h 3152023"/>
                <a:gd name="connsiteX1" fmla="*/ 5444200 w 5444200"/>
                <a:gd name="connsiteY1" fmla="*/ 0 h 3152023"/>
                <a:gd name="connsiteX2" fmla="*/ 5444200 w 5444200"/>
                <a:gd name="connsiteY2" fmla="*/ 3152023 h 3152023"/>
                <a:gd name="connsiteX3" fmla="*/ 0 w 5444200"/>
                <a:gd name="connsiteY3" fmla="*/ 3152023 h 3152023"/>
              </a:gdLst>
              <a:ahLst/>
              <a:cxnLst>
                <a:cxn ang="0">
                  <a:pos x="connsiteX0" y="connsiteY0"/>
                </a:cxn>
                <a:cxn ang="0">
                  <a:pos x="connsiteX1" y="connsiteY1"/>
                </a:cxn>
                <a:cxn ang="0">
                  <a:pos x="connsiteX2" y="connsiteY2"/>
                </a:cxn>
                <a:cxn ang="0">
                  <a:pos x="connsiteX3" y="connsiteY3"/>
                </a:cxn>
              </a:cxnLst>
              <a:rect l="l" t="t" r="r" b="b"/>
              <a:pathLst>
                <a:path w="5444200" h="3152023">
                  <a:moveTo>
                    <a:pt x="0" y="0"/>
                  </a:moveTo>
                  <a:lnTo>
                    <a:pt x="5444200" y="0"/>
                  </a:lnTo>
                  <a:lnTo>
                    <a:pt x="5444200" y="3152023"/>
                  </a:lnTo>
                  <a:lnTo>
                    <a:pt x="0" y="3152023"/>
                  </a:lnTo>
                  <a:close/>
                </a:path>
              </a:pathLst>
            </a:custGeom>
            <a:effectLst/>
          </p:spPr>
        </p:pic>
        <p:pic>
          <p:nvPicPr>
            <p:cNvPr id="36" name="图片 35"/>
            <p:cNvPicPr>
              <a:picLocks noChangeAspect="1"/>
            </p:cNvPicPr>
            <p:nvPr/>
          </p:nvPicPr>
          <p:blipFill>
            <a:blip r:embed="rId9">
              <a:extLst>
                <a:ext uri="{BEBA8EAE-BF5A-486C-A8C5-ECC9F3942E4B}">
                  <a14:imgProps xmlns:a14="http://schemas.microsoft.com/office/drawing/2010/main">
                    <a14:imgLayer r:embed="rId10">
                      <a14:imgEffect>
                        <a14:brightnessContrast bright="100000"/>
                      </a14:imgEffect>
                    </a14:imgLayer>
                  </a14:imgProps>
                </a:ext>
              </a:extLst>
            </a:blip>
            <a:srcRect t="24405" b="17763"/>
            <a:stretch>
              <a:fillRect/>
            </a:stretch>
          </p:blipFill>
          <p:spPr>
            <a:xfrm rot="5400000">
              <a:off x="8003761" y="1711719"/>
              <a:ext cx="728096" cy="1629695"/>
            </a:xfrm>
            <a:custGeom>
              <a:avLst/>
              <a:gdLst>
                <a:gd name="connsiteX0" fmla="*/ 0 w 5444200"/>
                <a:gd name="connsiteY0" fmla="*/ 0 h 3152023"/>
                <a:gd name="connsiteX1" fmla="*/ 5444200 w 5444200"/>
                <a:gd name="connsiteY1" fmla="*/ 0 h 3152023"/>
                <a:gd name="connsiteX2" fmla="*/ 5444200 w 5444200"/>
                <a:gd name="connsiteY2" fmla="*/ 3152023 h 3152023"/>
                <a:gd name="connsiteX3" fmla="*/ 0 w 5444200"/>
                <a:gd name="connsiteY3" fmla="*/ 3152023 h 3152023"/>
              </a:gdLst>
              <a:ahLst/>
              <a:cxnLst>
                <a:cxn ang="0">
                  <a:pos x="connsiteX0" y="connsiteY0"/>
                </a:cxn>
                <a:cxn ang="0">
                  <a:pos x="connsiteX1" y="connsiteY1"/>
                </a:cxn>
                <a:cxn ang="0">
                  <a:pos x="connsiteX2" y="connsiteY2"/>
                </a:cxn>
                <a:cxn ang="0">
                  <a:pos x="connsiteX3" y="connsiteY3"/>
                </a:cxn>
              </a:cxnLst>
              <a:rect l="l" t="t" r="r" b="b"/>
              <a:pathLst>
                <a:path w="5444200" h="3152023">
                  <a:moveTo>
                    <a:pt x="0" y="0"/>
                  </a:moveTo>
                  <a:lnTo>
                    <a:pt x="5444200" y="0"/>
                  </a:lnTo>
                  <a:lnTo>
                    <a:pt x="5444200" y="3152023"/>
                  </a:lnTo>
                  <a:lnTo>
                    <a:pt x="0" y="3152023"/>
                  </a:lnTo>
                  <a:close/>
                </a:path>
              </a:pathLst>
            </a:custGeom>
            <a:effectLst/>
          </p:spPr>
        </p:pic>
        <p:pic>
          <p:nvPicPr>
            <p:cNvPr id="38" name="图片 37"/>
            <p:cNvPicPr>
              <a:picLocks noChangeAspect="1"/>
            </p:cNvPicPr>
            <p:nvPr/>
          </p:nvPicPr>
          <p:blipFill>
            <a:blip r:embed="rId9">
              <a:extLst>
                <a:ext uri="{BEBA8EAE-BF5A-486C-A8C5-ECC9F3942E4B}">
                  <a14:imgProps xmlns:a14="http://schemas.microsoft.com/office/drawing/2010/main">
                    <a14:imgLayer r:embed="rId10">
                      <a14:imgEffect>
                        <a14:brightnessContrast bright="100000"/>
                      </a14:imgEffect>
                    </a14:imgLayer>
                  </a14:imgProps>
                </a:ext>
              </a:extLst>
            </a:blip>
            <a:srcRect t="24405" b="17763"/>
            <a:stretch>
              <a:fillRect/>
            </a:stretch>
          </p:blipFill>
          <p:spPr>
            <a:xfrm rot="5400000">
              <a:off x="9373754" y="1884497"/>
              <a:ext cx="728096" cy="1629695"/>
            </a:xfrm>
            <a:custGeom>
              <a:avLst/>
              <a:gdLst>
                <a:gd name="connsiteX0" fmla="*/ 0 w 5444200"/>
                <a:gd name="connsiteY0" fmla="*/ 0 h 3152023"/>
                <a:gd name="connsiteX1" fmla="*/ 5444200 w 5444200"/>
                <a:gd name="connsiteY1" fmla="*/ 0 h 3152023"/>
                <a:gd name="connsiteX2" fmla="*/ 5444200 w 5444200"/>
                <a:gd name="connsiteY2" fmla="*/ 3152023 h 3152023"/>
                <a:gd name="connsiteX3" fmla="*/ 0 w 5444200"/>
                <a:gd name="connsiteY3" fmla="*/ 3152023 h 3152023"/>
              </a:gdLst>
              <a:ahLst/>
              <a:cxnLst>
                <a:cxn ang="0">
                  <a:pos x="connsiteX0" y="connsiteY0"/>
                </a:cxn>
                <a:cxn ang="0">
                  <a:pos x="connsiteX1" y="connsiteY1"/>
                </a:cxn>
                <a:cxn ang="0">
                  <a:pos x="connsiteX2" y="connsiteY2"/>
                </a:cxn>
                <a:cxn ang="0">
                  <a:pos x="connsiteX3" y="connsiteY3"/>
                </a:cxn>
              </a:cxnLst>
              <a:rect l="l" t="t" r="r" b="b"/>
              <a:pathLst>
                <a:path w="5444200" h="3152023">
                  <a:moveTo>
                    <a:pt x="0" y="0"/>
                  </a:moveTo>
                  <a:lnTo>
                    <a:pt x="5444200" y="0"/>
                  </a:lnTo>
                  <a:lnTo>
                    <a:pt x="5444200" y="3152023"/>
                  </a:lnTo>
                  <a:lnTo>
                    <a:pt x="0" y="3152023"/>
                  </a:lnTo>
                  <a:close/>
                </a:path>
              </a:pathLst>
            </a:custGeom>
            <a:effectLst/>
          </p:spPr>
        </p:pic>
        <p:pic>
          <p:nvPicPr>
            <p:cNvPr id="40" name="图片 39"/>
            <p:cNvPicPr>
              <a:picLocks noChangeAspect="1"/>
            </p:cNvPicPr>
            <p:nvPr/>
          </p:nvPicPr>
          <p:blipFill>
            <a:blip r:embed="rId9">
              <a:extLst>
                <a:ext uri="{BEBA8EAE-BF5A-486C-A8C5-ECC9F3942E4B}">
                  <a14:imgProps xmlns:a14="http://schemas.microsoft.com/office/drawing/2010/main">
                    <a14:imgLayer r:embed="rId10">
                      <a14:imgEffect>
                        <a14:brightnessContrast bright="100000"/>
                      </a14:imgEffect>
                    </a14:imgLayer>
                  </a14:imgProps>
                </a:ext>
              </a:extLst>
            </a:blip>
            <a:srcRect t="24405" b="17763"/>
            <a:stretch>
              <a:fillRect/>
            </a:stretch>
          </p:blipFill>
          <p:spPr>
            <a:xfrm rot="5400000">
              <a:off x="6736821" y="2076182"/>
              <a:ext cx="463485" cy="1037418"/>
            </a:xfrm>
            <a:custGeom>
              <a:avLst/>
              <a:gdLst>
                <a:gd name="connsiteX0" fmla="*/ 0 w 5444200"/>
                <a:gd name="connsiteY0" fmla="*/ 0 h 3152023"/>
                <a:gd name="connsiteX1" fmla="*/ 5444200 w 5444200"/>
                <a:gd name="connsiteY1" fmla="*/ 0 h 3152023"/>
                <a:gd name="connsiteX2" fmla="*/ 5444200 w 5444200"/>
                <a:gd name="connsiteY2" fmla="*/ 3152023 h 3152023"/>
                <a:gd name="connsiteX3" fmla="*/ 0 w 5444200"/>
                <a:gd name="connsiteY3" fmla="*/ 3152023 h 3152023"/>
              </a:gdLst>
              <a:ahLst/>
              <a:cxnLst>
                <a:cxn ang="0">
                  <a:pos x="connsiteX0" y="connsiteY0"/>
                </a:cxn>
                <a:cxn ang="0">
                  <a:pos x="connsiteX1" y="connsiteY1"/>
                </a:cxn>
                <a:cxn ang="0">
                  <a:pos x="connsiteX2" y="connsiteY2"/>
                </a:cxn>
                <a:cxn ang="0">
                  <a:pos x="connsiteX3" y="connsiteY3"/>
                </a:cxn>
              </a:cxnLst>
              <a:rect l="l" t="t" r="r" b="b"/>
              <a:pathLst>
                <a:path w="5444200" h="3152023">
                  <a:moveTo>
                    <a:pt x="0" y="0"/>
                  </a:moveTo>
                  <a:lnTo>
                    <a:pt x="5444200" y="0"/>
                  </a:lnTo>
                  <a:lnTo>
                    <a:pt x="5444200" y="3152023"/>
                  </a:lnTo>
                  <a:lnTo>
                    <a:pt x="0" y="3152023"/>
                  </a:lnTo>
                  <a:close/>
                </a:path>
              </a:pathLst>
            </a:custGeom>
            <a:effectLst/>
          </p:spPr>
        </p:pic>
        <p:grpSp>
          <p:nvGrpSpPr>
            <p:cNvPr id="90" name="组合 89"/>
            <p:cNvGrpSpPr/>
            <p:nvPr/>
          </p:nvGrpSpPr>
          <p:grpSpPr>
            <a:xfrm>
              <a:off x="1819916" y="3597707"/>
              <a:ext cx="9195217" cy="1386309"/>
              <a:chOff x="1819916" y="4017056"/>
              <a:chExt cx="9195217" cy="1386309"/>
            </a:xfrm>
          </p:grpSpPr>
          <p:grpSp>
            <p:nvGrpSpPr>
              <p:cNvPr id="45" name="组合 44"/>
              <p:cNvGrpSpPr/>
              <p:nvPr/>
            </p:nvGrpSpPr>
            <p:grpSpPr>
              <a:xfrm>
                <a:off x="3615199" y="5038725"/>
                <a:ext cx="1742817" cy="364640"/>
                <a:chOff x="3615199" y="5038725"/>
                <a:chExt cx="1742817" cy="364640"/>
              </a:xfrm>
            </p:grpSpPr>
            <p:sp>
              <p:nvSpPr>
                <p:cNvPr id="70" name="文本框 69"/>
                <p:cNvSpPr txBox="1"/>
                <p:nvPr/>
              </p:nvSpPr>
              <p:spPr>
                <a:xfrm>
                  <a:off x="3615199" y="5057290"/>
                  <a:ext cx="327660" cy="346075"/>
                </a:xfrm>
                <a:prstGeom prst="rect">
                  <a:avLst/>
                </a:prstGeom>
                <a:noFill/>
                <a:effectLst/>
              </p:spPr>
              <p:txBody>
                <a:bodyPr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600" b="0" i="0" u="none" strike="noStrike" kern="1200" cap="none" spc="300" normalizeH="0" baseline="0" noProof="0" dirty="0">
                    <a:ln>
                      <a:noFill/>
                    </a:ln>
                    <a:solidFill>
                      <a:prstClr val="black"/>
                    </a:solidFill>
                    <a:effectLst/>
                    <a:uLnTx/>
                    <a:uFillTx/>
                    <a:latin typeface="OPPOSans M" panose="00020600040101010101" pitchFamily="18" charset="-122"/>
                    <a:ea typeface="OPPOSans M" panose="00020600040101010101" pitchFamily="18" charset="-122"/>
                    <a:cs typeface="+mn-cs"/>
                    <a:sym typeface="OPPOSans M" panose="00020600040101010101" pitchFamily="18" charset="-122"/>
                  </a:endParaRPr>
                </a:p>
              </p:txBody>
            </p:sp>
            <p:sp>
              <p:nvSpPr>
                <p:cNvPr id="67" name="文本框 66"/>
                <p:cNvSpPr txBox="1"/>
                <p:nvPr/>
              </p:nvSpPr>
              <p:spPr>
                <a:xfrm>
                  <a:off x="4685276" y="5038725"/>
                  <a:ext cx="672740" cy="346075"/>
                </a:xfrm>
                <a:prstGeom prst="rect">
                  <a:avLst/>
                </a:prstGeom>
                <a:noFill/>
                <a:effectLst/>
              </p:spPr>
              <p:txBody>
                <a:bodyPr wrap="square" lIns="100584" tIns="50292" rIns="100584" bIns="50292"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white"/>
                    </a:solidFill>
                    <a:effectLst/>
                    <a:uLnTx/>
                    <a:uFillTx/>
                    <a:latin typeface="OPPOSans M" panose="00020600040101010101" pitchFamily="18" charset="-122"/>
                    <a:ea typeface="OPPOSans M" panose="00020600040101010101" pitchFamily="18" charset="-122"/>
                    <a:cs typeface="OPPOSans B" panose="00020600040101010101" pitchFamily="18" charset="-122"/>
                    <a:sym typeface="OPPOSans M" panose="00020600040101010101" pitchFamily="18" charset="-122"/>
                  </a:endParaRPr>
                </a:p>
              </p:txBody>
            </p:sp>
          </p:grpSp>
          <p:sp>
            <p:nvSpPr>
              <p:cNvPr id="47" name="矩形 46"/>
              <p:cNvSpPr/>
              <p:nvPr/>
            </p:nvSpPr>
            <p:spPr>
              <a:xfrm>
                <a:off x="2424631" y="4017056"/>
                <a:ext cx="7377518" cy="665748"/>
              </a:xfrm>
              <a:prstGeom prst="rect">
                <a:avLst/>
              </a:prstGeom>
              <a:gradFill flip="none" rotWithShape="1">
                <a:gsLst>
                  <a:gs pos="86782">
                    <a:schemeClr val="accent5">
                      <a:lumMod val="40000"/>
                      <a:lumOff val="60000"/>
                      <a:alpha val="0"/>
                    </a:schemeClr>
                  </a:gs>
                  <a:gs pos="0">
                    <a:schemeClr val="accent5">
                      <a:lumMod val="40000"/>
                      <a:lumOff val="60000"/>
                      <a:alpha val="0"/>
                    </a:schemeClr>
                  </a:gs>
                  <a:gs pos="51000">
                    <a:schemeClr val="accent1">
                      <a:lumMod val="75000"/>
                      <a:alpha val="42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8" name="文本框 47"/>
              <p:cNvSpPr txBox="1"/>
              <p:nvPr>
                <p:custDataLst>
                  <p:tags r:id="rId11"/>
                </p:custDataLst>
              </p:nvPr>
            </p:nvSpPr>
            <p:spPr>
              <a:xfrm>
                <a:off x="3370586" y="4062141"/>
                <a:ext cx="6777990" cy="532130"/>
              </a:xfrm>
              <a:prstGeom prst="rect">
                <a:avLst/>
              </a:prstGeom>
              <a:noFill/>
              <a:ln>
                <a:noFill/>
              </a:ln>
              <a:effectLst/>
            </p:spPr>
            <p:txBody>
              <a:bodyPr wrap="square" lIns="102445" tIns="51223" rIns="102445" bIns="51223" rtlCol="0">
                <a:spAutoFit/>
                <a:scene3d>
                  <a:camera prst="orthographicFront"/>
                  <a:lightRig rig="threePt" dir="t"/>
                </a:scene3d>
                <a:sp3d>
                  <a:bevelT w="0" h="0"/>
                  <a:bevelB w="0" h="0"/>
                </a:sp3d>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a:noFill/>
                    </a:ln>
                    <a:gradFill>
                      <a:gsLst>
                        <a:gs pos="33000">
                          <a:prstClr val="white"/>
                        </a:gs>
                        <a:gs pos="92000">
                          <a:srgbClr val="99CB38">
                            <a:lumMod val="20000"/>
                            <a:lumOff val="80000"/>
                          </a:srgbClr>
                        </a:gs>
                      </a:gsLst>
                      <a:lin ang="5400000" scaled="0"/>
                    </a:gradFill>
                    <a:effectLst>
                      <a:outerShdw blurRad="213128" sx="102000" sy="102000" algn="ctr" rotWithShape="0">
                        <a:prstClr val="black">
                          <a:alpha val="40000"/>
                        </a:prstClr>
                      </a:outerShdw>
                    </a:effectLst>
                    <a:uLnTx/>
                    <a:uFillTx/>
                    <a:latin typeface="阿里妈妈数黑体" pitchFamily="2" charset="-122"/>
                    <a:ea typeface="阿里妈妈数黑体" pitchFamily="2" charset="-122"/>
                    <a:cs typeface="+mn-cs"/>
                    <a:sym typeface="阿里妈妈数黑体" pitchFamily="2" charset="-122"/>
                  </a:rPr>
                  <a:t>努力为退役军人构建社商融合的医保</a:t>
                </a:r>
                <a:r>
                  <a:rPr kumimoji="0" lang="zh-CN" altLang="en-US" sz="2800" b="1" i="0" u="none" strike="noStrike" kern="0" cap="none" spc="0" normalizeH="0" baseline="0" noProof="0" dirty="0">
                    <a:ln>
                      <a:noFill/>
                    </a:ln>
                    <a:gradFill>
                      <a:gsLst>
                        <a:gs pos="33000">
                          <a:prstClr val="white"/>
                        </a:gs>
                        <a:gs pos="92000">
                          <a:srgbClr val="99CB38">
                            <a:lumMod val="20000"/>
                            <a:lumOff val="80000"/>
                          </a:srgbClr>
                        </a:gs>
                      </a:gsLst>
                      <a:lin ang="5400000" scaled="0"/>
                    </a:gradFill>
                    <a:effectLst>
                      <a:outerShdw blurRad="213128" sx="102000" sy="102000" algn="ctr" rotWithShape="0">
                        <a:prstClr val="black">
                          <a:alpha val="40000"/>
                        </a:prstClr>
                      </a:outerShdw>
                    </a:effectLst>
                    <a:uLnTx/>
                    <a:uFillTx/>
                    <a:latin typeface="阿里妈妈数黑体" pitchFamily="2" charset="-122"/>
                    <a:ea typeface="阿里妈妈数黑体" pitchFamily="2" charset="-122"/>
                    <a:cs typeface="+mn-cs"/>
                    <a:sym typeface="阿里妈妈数黑体" pitchFamily="2" charset="-122"/>
                  </a:rPr>
                  <a:t>体系！</a:t>
                </a:r>
                <a:endParaRPr kumimoji="0" lang="zh-CN" altLang="en-US" sz="2800" b="1" i="0" u="none" strike="noStrike" kern="0" cap="none" spc="0" normalizeH="0" baseline="0" noProof="0" dirty="0">
                  <a:ln>
                    <a:noFill/>
                  </a:ln>
                  <a:gradFill>
                    <a:gsLst>
                      <a:gs pos="33000">
                        <a:prstClr val="white"/>
                      </a:gs>
                      <a:gs pos="92000">
                        <a:srgbClr val="99CB38">
                          <a:lumMod val="20000"/>
                          <a:lumOff val="80000"/>
                        </a:srgbClr>
                      </a:gs>
                    </a:gsLst>
                    <a:lin ang="5400000" scaled="0"/>
                  </a:gradFill>
                  <a:effectLst>
                    <a:outerShdw blurRad="213128" sx="102000" sy="102000" algn="ctr" rotWithShape="0">
                      <a:prstClr val="black">
                        <a:alpha val="40000"/>
                      </a:prstClr>
                    </a:outerShdw>
                  </a:effectLst>
                  <a:uLnTx/>
                  <a:uFillTx/>
                  <a:latin typeface="阿里妈妈数黑体" pitchFamily="2" charset="-122"/>
                  <a:ea typeface="阿里妈妈数黑体" pitchFamily="2" charset="-122"/>
                  <a:cs typeface="+mn-cs"/>
                  <a:sym typeface="阿里妈妈数黑体" pitchFamily="2" charset="-122"/>
                </a:endParaRPr>
              </a:p>
            </p:txBody>
          </p:sp>
          <p:cxnSp>
            <p:nvCxnSpPr>
              <p:cNvPr id="49" name="直接连接符 48"/>
              <p:cNvCxnSpPr/>
              <p:nvPr/>
            </p:nvCxnSpPr>
            <p:spPr>
              <a:xfrm>
                <a:off x="1819916" y="4036728"/>
                <a:ext cx="9195217" cy="0"/>
              </a:xfrm>
              <a:prstGeom prst="line">
                <a:avLst/>
              </a:prstGeom>
              <a:ln w="22225">
                <a:gradFill flip="none" rotWithShape="1">
                  <a:gsLst>
                    <a:gs pos="0">
                      <a:schemeClr val="accent1">
                        <a:lumMod val="5000"/>
                        <a:lumOff val="95000"/>
                        <a:alpha val="0"/>
                      </a:schemeClr>
                    </a:gs>
                    <a:gs pos="47000">
                      <a:schemeClr val="accent1">
                        <a:lumMod val="45000"/>
                        <a:lumOff val="55000"/>
                      </a:schemeClr>
                    </a:gs>
                    <a:gs pos="100000">
                      <a:schemeClr val="bg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1819916" y="4682804"/>
                <a:ext cx="9195217" cy="0"/>
              </a:xfrm>
              <a:prstGeom prst="line">
                <a:avLst/>
              </a:prstGeom>
              <a:ln w="25400">
                <a:gradFill flip="none" rotWithShape="1">
                  <a:gsLst>
                    <a:gs pos="0">
                      <a:schemeClr val="accent1">
                        <a:lumMod val="5000"/>
                        <a:lumOff val="95000"/>
                        <a:alpha val="0"/>
                      </a:schemeClr>
                    </a:gs>
                    <a:gs pos="47000">
                      <a:schemeClr val="accent1">
                        <a:lumMod val="45000"/>
                        <a:lumOff val="55000"/>
                      </a:schemeClr>
                    </a:gs>
                    <a:gs pos="100000">
                      <a:schemeClr val="bg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55" name="任意形状 268"/>
              <p:cNvSpPr/>
              <p:nvPr/>
            </p:nvSpPr>
            <p:spPr>
              <a:xfrm rot="5400000" flipH="1">
                <a:off x="2969397" y="4165403"/>
                <a:ext cx="450349" cy="262613"/>
              </a:xfrm>
              <a:custGeom>
                <a:avLst/>
                <a:gdLst>
                  <a:gd name="connsiteX0" fmla="*/ 732665 w 1457604"/>
                  <a:gd name="connsiteY0" fmla="*/ 0 h 715059"/>
                  <a:gd name="connsiteX1" fmla="*/ 728802 w 1457604"/>
                  <a:gd name="connsiteY1" fmla="*/ 3771 h 715059"/>
                  <a:gd name="connsiteX2" fmla="*/ 724939 w 1457604"/>
                  <a:gd name="connsiteY2" fmla="*/ 0 h 715059"/>
                  <a:gd name="connsiteX3" fmla="*/ 724921 w 1457604"/>
                  <a:gd name="connsiteY3" fmla="*/ 7558 h 715059"/>
                  <a:gd name="connsiteX4" fmla="*/ 0 w 1457604"/>
                  <a:gd name="connsiteY4" fmla="*/ 715059 h 715059"/>
                  <a:gd name="connsiteX5" fmla="*/ 728802 w 1457604"/>
                  <a:gd name="connsiteY5" fmla="*/ 483764 h 715059"/>
                  <a:gd name="connsiteX6" fmla="*/ 1457604 w 1457604"/>
                  <a:gd name="connsiteY6" fmla="*/ 715059 h 715059"/>
                  <a:gd name="connsiteX7" fmla="*/ 732683 w 1457604"/>
                  <a:gd name="connsiteY7" fmla="*/ 7558 h 715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57604" h="715059">
                    <a:moveTo>
                      <a:pt x="732665" y="0"/>
                    </a:moveTo>
                    <a:lnTo>
                      <a:pt x="728802" y="3771"/>
                    </a:lnTo>
                    <a:lnTo>
                      <a:pt x="724939" y="0"/>
                    </a:lnTo>
                    <a:lnTo>
                      <a:pt x="724921" y="7558"/>
                    </a:lnTo>
                    <a:lnTo>
                      <a:pt x="0" y="715059"/>
                    </a:lnTo>
                    <a:lnTo>
                      <a:pt x="728802" y="483764"/>
                    </a:lnTo>
                    <a:lnTo>
                      <a:pt x="1457604" y="715059"/>
                    </a:lnTo>
                    <a:lnTo>
                      <a:pt x="732683" y="7558"/>
                    </a:lnTo>
                    <a:close/>
                  </a:path>
                </a:pathLst>
              </a:custGeom>
              <a:gradFill flip="none" rotWithShape="1">
                <a:gsLst>
                  <a:gs pos="89000">
                    <a:schemeClr val="accent4">
                      <a:lumMod val="60000"/>
                      <a:lumOff val="40000"/>
                    </a:schemeClr>
                  </a:gs>
                  <a:gs pos="0">
                    <a:schemeClr val="accent4">
                      <a:lumMod val="20000"/>
                      <a:lumOff val="80000"/>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3" name="任意形状 268"/>
              <p:cNvSpPr/>
              <p:nvPr/>
            </p:nvSpPr>
            <p:spPr>
              <a:xfrm rot="16200000">
                <a:off x="9977039" y="4159688"/>
                <a:ext cx="450349" cy="262613"/>
              </a:xfrm>
              <a:custGeom>
                <a:avLst/>
                <a:gdLst>
                  <a:gd name="connsiteX0" fmla="*/ 732665 w 1457604"/>
                  <a:gd name="connsiteY0" fmla="*/ 0 h 715059"/>
                  <a:gd name="connsiteX1" fmla="*/ 728802 w 1457604"/>
                  <a:gd name="connsiteY1" fmla="*/ 3771 h 715059"/>
                  <a:gd name="connsiteX2" fmla="*/ 724939 w 1457604"/>
                  <a:gd name="connsiteY2" fmla="*/ 0 h 715059"/>
                  <a:gd name="connsiteX3" fmla="*/ 724921 w 1457604"/>
                  <a:gd name="connsiteY3" fmla="*/ 7558 h 715059"/>
                  <a:gd name="connsiteX4" fmla="*/ 0 w 1457604"/>
                  <a:gd name="connsiteY4" fmla="*/ 715059 h 715059"/>
                  <a:gd name="connsiteX5" fmla="*/ 728802 w 1457604"/>
                  <a:gd name="connsiteY5" fmla="*/ 483764 h 715059"/>
                  <a:gd name="connsiteX6" fmla="*/ 1457604 w 1457604"/>
                  <a:gd name="connsiteY6" fmla="*/ 715059 h 715059"/>
                  <a:gd name="connsiteX7" fmla="*/ 732683 w 1457604"/>
                  <a:gd name="connsiteY7" fmla="*/ 7558 h 715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57604" h="715059">
                    <a:moveTo>
                      <a:pt x="732665" y="0"/>
                    </a:moveTo>
                    <a:lnTo>
                      <a:pt x="728802" y="3771"/>
                    </a:lnTo>
                    <a:lnTo>
                      <a:pt x="724939" y="0"/>
                    </a:lnTo>
                    <a:lnTo>
                      <a:pt x="724921" y="7558"/>
                    </a:lnTo>
                    <a:lnTo>
                      <a:pt x="0" y="715059"/>
                    </a:lnTo>
                    <a:lnTo>
                      <a:pt x="728802" y="483764"/>
                    </a:lnTo>
                    <a:lnTo>
                      <a:pt x="1457604" y="715059"/>
                    </a:lnTo>
                    <a:lnTo>
                      <a:pt x="732683" y="7558"/>
                    </a:lnTo>
                    <a:close/>
                  </a:path>
                </a:pathLst>
              </a:custGeom>
              <a:gradFill flip="none" rotWithShape="1">
                <a:gsLst>
                  <a:gs pos="89000">
                    <a:schemeClr val="accent4">
                      <a:lumMod val="60000"/>
                      <a:lumOff val="40000"/>
                    </a:schemeClr>
                  </a:gs>
                  <a:gs pos="0">
                    <a:schemeClr val="accent4">
                      <a:lumMod val="20000"/>
                      <a:lumOff val="80000"/>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grpSp>
    </p:spTree>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
</file>

<file path=ppt/tags/tag1.xml><?xml version="1.0" encoding="utf-8"?>
<p:tagLst xmlns:p="http://schemas.openxmlformats.org/presentationml/2006/main">
  <p:tag name="PA" val="v5.2.11"/>
</p:tagLst>
</file>

<file path=ppt/tags/tag2.xml><?xml version="1.0" encoding="utf-8"?>
<p:tagLst xmlns:p="http://schemas.openxmlformats.org/presentationml/2006/main">
  <p:tag name="PA" val="v5.2.11"/>
</p:tagLst>
</file>

<file path=ppt/tags/tag3.xml><?xml version="1.0" encoding="utf-8"?>
<p:tagLst xmlns:p="http://schemas.openxmlformats.org/presentationml/2006/main">
  <p:tag name="TEXTZ '" val="0"/>
  <p:tag name="TEXTSHADOWSIZE" val="102"/>
</p:tagLst>
</file>

<file path=ppt/tags/tag4.xml><?xml version="1.0" encoding="utf-8"?>
<p:tagLst xmlns:p="http://schemas.openxmlformats.org/presentationml/2006/main">
  <p:tag name="ISLIDE.ICON" val="#90858;#90858;#380063;"/>
</p:tagLst>
</file>

<file path=ppt/tags/tag5.xml><?xml version="1.0" encoding="utf-8"?>
<p:tagLst xmlns:p="http://schemas.openxmlformats.org/presentationml/2006/main">
  <p:tag name="PA" val="v5.2.11"/>
</p:tagLst>
</file>

<file path=ppt/tags/tag6.xml><?xml version="1.0" encoding="utf-8"?>
<p:tagLst xmlns:p="http://schemas.openxmlformats.org/presentationml/2006/main">
  <p:tag name="PA" val="v5.2.11"/>
</p:tagLst>
</file>

<file path=ppt/tags/tag7.xml><?xml version="1.0" encoding="utf-8"?>
<p:tagLst xmlns:p="http://schemas.openxmlformats.org/presentationml/2006/main">
  <p:tag name="PA" val="v5.2.11"/>
</p:tagLst>
</file>

<file path=ppt/tags/tag8.xml><?xml version="1.0" encoding="utf-8"?>
<p:tagLst xmlns:p="http://schemas.openxmlformats.org/presentationml/2006/main">
  <p:tag name="PA" val="v5.2.11"/>
</p:tagLst>
</file>

<file path=ppt/tags/tag9.xml><?xml version="1.0" encoding="utf-8"?>
<p:tagLst xmlns:p="http://schemas.openxmlformats.org/presentationml/2006/main">
  <p:tag name="PA" val="v5.2.11"/>
</p:tagLst>
</file>

<file path=ppt/tags/tag10.xml><?xml version="1.0" encoding="utf-8"?>
<p:tagLst xmlns:p="http://schemas.openxmlformats.org/presentationml/2006/main">
  <p:tag name="PA" val="v5.2.11"/>
</p:tagLst>
</file>

<file path=ppt/tags/tag11.xml><?xml version="1.0" encoding="utf-8"?>
<p:tagLst xmlns:p="http://schemas.openxmlformats.org/presentationml/2006/main">
  <p:tag name="PA" val="v5.2.11"/>
</p:tagLst>
</file>

<file path=ppt/tags/tag12.xml><?xml version="1.0" encoding="utf-8"?>
<p:tagLst xmlns:p="http://schemas.openxmlformats.org/presentationml/2006/main">
  <p:tag name="PA" val="v5.2.11"/>
</p:tagLst>
</file>

<file path=ppt/tags/tag13.xml><?xml version="1.0" encoding="utf-8"?>
<p:tagLst xmlns:p="http://schemas.openxmlformats.org/presentationml/2006/main">
  <p:tag name="PA" val="v5.2.11"/>
</p:tagLst>
</file>

<file path=ppt/tags/tag14.xml><?xml version="1.0" encoding="utf-8"?>
<p:tagLst xmlns:p="http://schemas.openxmlformats.org/presentationml/2006/main">
  <p:tag name="PA" val="v5.2.11"/>
</p:tagLst>
</file>

<file path=ppt/tags/tag15.xml><?xml version="1.0" encoding="utf-8"?>
<p:tagLst xmlns:p="http://schemas.openxmlformats.org/presentationml/2006/main">
  <p:tag name="PA" val="v5.2.11"/>
</p:tagLst>
</file>

<file path=ppt/tags/tag16.xml><?xml version="1.0" encoding="utf-8"?>
<p:tagLst xmlns:p="http://schemas.openxmlformats.org/presentationml/2006/main">
  <p:tag name="PA" val="v5.2.11"/>
</p:tagLst>
</file>

<file path=ppt/tags/tag17.xml><?xml version="1.0" encoding="utf-8"?>
<p:tagLst xmlns:p="http://schemas.openxmlformats.org/presentationml/2006/main">
  <p:tag name="PA" val="v5.2.11"/>
</p:tagLst>
</file>

<file path=ppt/tags/tag18.xml><?xml version="1.0" encoding="utf-8"?>
<p:tagLst xmlns:p="http://schemas.openxmlformats.org/presentationml/2006/main">
  <p:tag name="PA" val="v5.2.11"/>
</p:tagLst>
</file>

<file path=ppt/tags/tag19.xml><?xml version="1.0" encoding="utf-8"?>
<p:tagLst xmlns:p="http://schemas.openxmlformats.org/presentationml/2006/main">
  <p:tag name="PICID" val="{e4c4ca7b-25d2-4118-88ec-a1b23607633a}"/>
</p:tagLst>
</file>

<file path=ppt/tags/tag20.xml><?xml version="1.0" encoding="utf-8"?>
<p:tagLst xmlns:p="http://schemas.openxmlformats.org/presentationml/2006/main">
  <p:tag name="PICID" val="{e4c4ca7b-25d2-4118-88ec-a1b23607633a}"/>
</p:tagLst>
</file>

<file path=ppt/tags/tag21.xml><?xml version="1.0" encoding="utf-8"?>
<p:tagLst xmlns:p="http://schemas.openxmlformats.org/presentationml/2006/main">
  <p:tag name="PA" val="v5.2.4"/>
</p:tagLst>
</file>

<file path=ppt/tags/tag22.xml><?xml version="1.0" encoding="utf-8"?>
<p:tagLst xmlns:p="http://schemas.openxmlformats.org/presentationml/2006/main">
  <p:tag name="PA" val="v5.2.11"/>
</p:tagLst>
</file>

<file path=ppt/tags/tag23.xml><?xml version="1.0" encoding="utf-8"?>
<p:tagLst xmlns:p="http://schemas.openxmlformats.org/presentationml/2006/main">
  <p:tag name="PA" val="v5.2.11"/>
</p:tagLst>
</file>

<file path=ppt/tags/tag24.xml><?xml version="1.0" encoding="utf-8"?>
<p:tagLst xmlns:p="http://schemas.openxmlformats.org/presentationml/2006/main">
  <p:tag name="PA" val="v5.2.11"/>
</p:tagLst>
</file>

<file path=ppt/tags/tag25.xml><?xml version="1.0" encoding="utf-8"?>
<p:tagLst xmlns:p="http://schemas.openxmlformats.org/presentationml/2006/main">
  <p:tag name="PA" val="v5.2.11"/>
</p:tagLst>
</file>

<file path=ppt/tags/tag26.xml><?xml version="1.0" encoding="utf-8"?>
<p:tagLst xmlns:p="http://schemas.openxmlformats.org/presentationml/2006/main">
  <p:tag name="PA" val="v5.2.11"/>
</p:tagLst>
</file>

<file path=ppt/tags/tag27.xml><?xml version="1.0" encoding="utf-8"?>
<p:tagLst xmlns:p="http://schemas.openxmlformats.org/presentationml/2006/main">
  <p:tag name="PA" val="v5.2.11"/>
</p:tagLst>
</file>

<file path=ppt/tags/tag28.xml><?xml version="1.0" encoding="utf-8"?>
<p:tagLst xmlns:p="http://schemas.openxmlformats.org/presentationml/2006/main">
  <p:tag name="PA" val="v5.2.11"/>
</p:tagLst>
</file>

<file path=ppt/tags/tag29.xml><?xml version="1.0" encoding="utf-8"?>
<p:tagLst xmlns:p="http://schemas.openxmlformats.org/presentationml/2006/main">
  <p:tag name="PA" val="v5.2.11"/>
</p:tagLst>
</file>

<file path=ppt/tags/tag30.xml><?xml version="1.0" encoding="utf-8"?>
<p:tagLst xmlns:p="http://schemas.openxmlformats.org/presentationml/2006/main">
  <p:tag name="PA" val="v5.2.11"/>
</p:tagLst>
</file>

<file path=ppt/tags/tag31.xml><?xml version="1.0" encoding="utf-8"?>
<p:tagLst xmlns:p="http://schemas.openxmlformats.org/presentationml/2006/main">
  <p:tag name="PA" val="v5.2.11"/>
</p:tagLst>
</file>

<file path=ppt/tags/tag32.xml><?xml version="1.0" encoding="utf-8"?>
<p:tagLst xmlns:p="http://schemas.openxmlformats.org/presentationml/2006/main">
  <p:tag name="PA" val="v5.2.11"/>
</p:tagLst>
</file>

<file path=ppt/tags/tag33.xml><?xml version="1.0" encoding="utf-8"?>
<p:tagLst xmlns:p="http://schemas.openxmlformats.org/presentationml/2006/main">
  <p:tag name="PA" val="v5.2.11"/>
</p:tagLst>
</file>

<file path=ppt/tags/tag34.xml><?xml version="1.0" encoding="utf-8"?>
<p:tagLst xmlns:p="http://schemas.openxmlformats.org/presentationml/2006/main">
  <p:tag name="PA" val="v5.2.11"/>
</p:tagLst>
</file>

<file path=ppt/tags/tag35.xml><?xml version="1.0" encoding="utf-8"?>
<p:tagLst xmlns:p="http://schemas.openxmlformats.org/presentationml/2006/main">
  <p:tag name="PA" val="v5.2.11"/>
</p:tagLst>
</file>

<file path=ppt/tags/tag36.xml><?xml version="1.0" encoding="utf-8"?>
<p:tagLst xmlns:p="http://schemas.openxmlformats.org/presentationml/2006/main">
  <p:tag name="PA" val="v5.2.11"/>
</p:tagLst>
</file>

<file path=ppt/tags/tag37.xml><?xml version="1.0" encoding="utf-8"?>
<p:tagLst xmlns:p="http://schemas.openxmlformats.org/presentationml/2006/main">
  <p:tag name="PA" val="v5.2.11"/>
</p:tagLst>
</file>

<file path=ppt/tags/tag38.xml><?xml version="1.0" encoding="utf-8"?>
<p:tagLst xmlns:p="http://schemas.openxmlformats.org/presentationml/2006/main">
  <p:tag name="PA" val="v5.2.11"/>
</p:tagLst>
</file>

<file path=ppt/tags/tag39.xml><?xml version="1.0" encoding="utf-8"?>
<p:tagLst xmlns:p="http://schemas.openxmlformats.org/presentationml/2006/main">
  <p:tag name="PA" val="v5.2.11"/>
</p:tagLst>
</file>

<file path=ppt/tags/tag40.xml><?xml version="1.0" encoding="utf-8"?>
<p:tagLst xmlns:p="http://schemas.openxmlformats.org/presentationml/2006/main">
  <p:tag name="PA" val="v5.2.11"/>
</p:tagLst>
</file>

<file path=ppt/tags/tag41.xml><?xml version="1.0" encoding="utf-8"?>
<p:tagLst xmlns:p="http://schemas.openxmlformats.org/presentationml/2006/main">
  <p:tag name="PA" val="v5.2.11"/>
</p:tagLst>
</file>

<file path=ppt/tags/tag42.xml><?xml version="1.0" encoding="utf-8"?>
<p:tagLst xmlns:p="http://schemas.openxmlformats.org/presentationml/2006/main">
  <p:tag name="PA" val="v5.2.11"/>
</p:tagLst>
</file>

<file path=ppt/tags/tag43.xml><?xml version="1.0" encoding="utf-8"?>
<p:tagLst xmlns:p="http://schemas.openxmlformats.org/presentationml/2006/main">
  <p:tag name="PA" val="v5.2.11"/>
</p:tagLst>
</file>

<file path=ppt/tags/tag44.xml><?xml version="1.0" encoding="utf-8"?>
<p:tagLst xmlns:p="http://schemas.openxmlformats.org/presentationml/2006/main">
  <p:tag name="PA" val="v5.2.11"/>
</p:tagLst>
</file>

<file path=ppt/tags/tag45.xml><?xml version="1.0" encoding="utf-8"?>
<p:tagLst xmlns:p="http://schemas.openxmlformats.org/presentationml/2006/main">
  <p:tag name="PA" val="v5.2.11"/>
</p:tagLst>
</file>

<file path=ppt/tags/tag46.xml><?xml version="1.0" encoding="utf-8"?>
<p:tagLst xmlns:p="http://schemas.openxmlformats.org/presentationml/2006/main">
  <p:tag name="PA" val="v5.2.11"/>
</p:tagLst>
</file>

<file path=ppt/tags/tag47.xml><?xml version="1.0" encoding="utf-8"?>
<p:tagLst xmlns:p="http://schemas.openxmlformats.org/presentationml/2006/main">
  <p:tag name="PA" val="v5.2.11"/>
</p:tagLst>
</file>

<file path=ppt/tags/tag48.xml><?xml version="1.0" encoding="utf-8"?>
<p:tagLst xmlns:p="http://schemas.openxmlformats.org/presentationml/2006/main">
  <p:tag name="PA" val="v5.2.11"/>
</p:tagLst>
</file>

<file path=ppt/tags/tag49.xml><?xml version="1.0" encoding="utf-8"?>
<p:tagLst xmlns:p="http://schemas.openxmlformats.org/presentationml/2006/main">
  <p:tag name="PA" val="v5.2.11"/>
</p:tagLst>
</file>

<file path=ppt/tags/tag50.xml><?xml version="1.0" encoding="utf-8"?>
<p:tagLst xmlns:p="http://schemas.openxmlformats.org/presentationml/2006/main">
  <p:tag name="PICID" val="{e4c4ca7b-25d2-4118-88ec-a1b23607633a}"/>
</p:tagLst>
</file>

<file path=ppt/tags/tag5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234376_1*l_i*1_1"/>
  <p:tag name="KSO_WM_TEMPLATE_CATEGORY" val="diagram"/>
  <p:tag name="KSO_WM_TEMPLATE_INDEX" val="20234376"/>
  <p:tag name="KSO_WM_UNIT_LAYERLEVEL" val="1_1"/>
  <p:tag name="KSO_WM_TAG_VERSION" val="3.0"/>
  <p:tag name="KSO_WM_DIAGRAM_MAX_ITEMCNT" val="2"/>
  <p:tag name="KSO_WM_DIAGRAM_MIN_ITEMCNT" val="2"/>
  <p:tag name="KSO_WM_DIAGRAM_VIRTUALLY_FRAME" val="{&quot;height&quot;:369.4400357160412,&quot;left&quot;:24.59858267716536,&quot;top&quot;:145.4099642839588,&quot;width&quot;:980.9765354330709}"/>
  <p:tag name="KSO_WM_DIAGRAM_COLOR_MATCH_VALUE" val="{&quot;shape&quot;:{&quot;fill&quot;:{&quot;solid&quot;:{&quot;brightness&quot;:0.5,&quot;colorType&quot;:1,&quot;foreColorIndex&quot;:13,&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13"/>
  <p:tag name="KSO_WM_UNIT_FILL_FORE_SCHEMECOLOR_INDEX_BRIGHTNESS" val="0.5"/>
  <p:tag name="KSO_WM_UNIT_LINE_FORE_SCHEMECOLOR_INDEX" val="-2"/>
  <p:tag name="KSO_WM_DIAGRAM_USE_COLOR_VALUE" val="{&quot;color_scheme&quot;:1,&quot;color_type&quot;:1,&quot;theme_color_indexes&quot;:[5,6,5,6,5,6]}"/>
</p:tagLst>
</file>

<file path=ppt/tags/tag5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i"/>
  <p:tag name="KSO_WM_UNIT_INDEX" val="1_6"/>
  <p:tag name="KSO_WM_UNIT_ID" val="diagram20234376_1*l_i*1_6"/>
  <p:tag name="KSO_WM_TEMPLATE_CATEGORY" val="diagram"/>
  <p:tag name="KSO_WM_TEMPLATE_INDEX" val="20234376"/>
  <p:tag name="KSO_WM_UNIT_LAYERLEVEL" val="1_1"/>
  <p:tag name="KSO_WM_TAG_VERSION" val="3.0"/>
  <p:tag name="KSO_WM_DIAGRAM_MAX_ITEMCNT" val="2"/>
  <p:tag name="KSO_WM_DIAGRAM_MIN_ITEMCNT" val="2"/>
  <p:tag name="KSO_WM_DIAGRAM_VIRTUALLY_FRAME" val="{&quot;height&quot;:369.4400357160412,&quot;left&quot;:24.59858267716536,&quot;top&quot;:145.4099642839588,&quot;width&quot;:980.9765354330709}"/>
  <p:tag name="KSO_WM_DIAGRAM_COLOR_MATCH_VALUE" val="{&quot;shape&quot;:{&quot;fill&quot;:{&quot;solid&quot;:{&quot;brightness&quot;:0.44999998807907104,&quot;colorType&quot;:1,&quot;foreColorIndex&quot;:5,&quot;transparency&quot;:0},&quot;type&quot;:1},&quot;glow&quot;:{&quot;colorType&quot;:0},&quot;line&quot;:{&quot;solidLine&quot;:{&quot;brightness&quot;:0,&quot;colorType&quot;:1,&quot;foreColorIndex&quot;:16,&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45"/>
  <p:tag name="KSO_WM_UNIT_LINE_FORE_SCHEMECOLOR_INDEX" val="16"/>
  <p:tag name="KSO_WM_DIAGRAM_USE_COLOR_VALUE" val="{&quot;color_scheme&quot;:1,&quot;color_type&quot;:1,&quot;theme_color_indexes&quot;:[5,6,5,6,5,6]}"/>
</p:tagLst>
</file>

<file path=ppt/tags/tag5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i"/>
  <p:tag name="KSO_WM_UNIT_INDEX" val="1_7"/>
  <p:tag name="KSO_WM_UNIT_ID" val="diagram20234376_1*l_i*1_7"/>
  <p:tag name="KSO_WM_TEMPLATE_CATEGORY" val="diagram"/>
  <p:tag name="KSO_WM_TEMPLATE_INDEX" val="20234376"/>
  <p:tag name="KSO_WM_UNIT_LAYERLEVEL" val="1_1"/>
  <p:tag name="KSO_WM_TAG_VERSION" val="3.0"/>
  <p:tag name="KSO_WM_DIAGRAM_MAX_ITEMCNT" val="2"/>
  <p:tag name="KSO_WM_DIAGRAM_MIN_ITEMCNT" val="2"/>
  <p:tag name="KSO_WM_DIAGRAM_VIRTUALLY_FRAME" val="{&quot;height&quot;:369.4400357160412,&quot;left&quot;:24.59858267716536,&quot;top&quot;:145.4099642839588,&quot;width&quot;:980.9765354330709}"/>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16,&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16"/>
  <p:tag name="KSO_WM_DIAGRAM_USE_COLOR_VALUE" val="{&quot;color_scheme&quot;:1,&quot;color_type&quot;:1,&quot;theme_color_indexes&quot;:[5,6,5,6,5,6]}"/>
</p:tagLst>
</file>

<file path=ppt/tags/tag5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i"/>
  <p:tag name="KSO_WM_UNIT_INDEX" val="1_8"/>
  <p:tag name="KSO_WM_UNIT_ID" val="diagram20234376_1*l_i*1_8"/>
  <p:tag name="KSO_WM_TEMPLATE_CATEGORY" val="diagram"/>
  <p:tag name="KSO_WM_TEMPLATE_INDEX" val="20234376"/>
  <p:tag name="KSO_WM_UNIT_LAYERLEVEL" val="1_1"/>
  <p:tag name="KSO_WM_TAG_VERSION" val="3.0"/>
  <p:tag name="KSO_WM_DIAGRAM_MAX_ITEMCNT" val="2"/>
  <p:tag name="KSO_WM_DIAGRAM_MIN_ITEMCNT" val="2"/>
  <p:tag name="KSO_WM_DIAGRAM_VIRTUALLY_FRAME" val="{&quot;height&quot;:369.4400357160412,&quot;left&quot;:24.59858267716536,&quot;top&quot;:145.4099642839588,&quot;width&quot;:980.9765354330709}"/>
  <p:tag name="KSO_WM_DIAGRAM_COLOR_MATCH_VALUE" val="{&quot;shape&quot;:{&quot;fill&quot;:{&quot;solid&quot;:{&quot;brightness&quot;:0,&quot;colorType&quot;:2,&quot;rgb&quot;:&quot;#f2f2f2&quot;,&quot;transparency&quot;:0},&quot;type&quot;:1},&quot;glow&quot;:{&quot;colorType&quot;:0},&quot;line&quot;:{&quot;solidLine&quot;:{&quot;brightness&quot;:0,&quot;colorType&quot;:1,&quot;foreColorIndex&quot;:16,&quot;transparency&quot;:0.5},&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6"/>
  <p:tag name="KSO_WM_UNIT_FILL_FORE_SCHEMECOLOR_INDEX_BRIGHTNESS" val="0"/>
  <p:tag name="KSO_WM_BEAUTIFY_FLAG" val="#wm#"/>
  <p:tag name="KSO_WM_UNIT_LINE_FORE_SCHEMECOLOR_INDEX" val="16"/>
  <p:tag name="KSO_WM_DIAGRAM_USE_COLOR_VALUE" val="{&quot;color_scheme&quot;:1,&quot;color_type&quot;:1,&quot;theme_color_indexes&quot;:[5,6,5,6,5,6]}"/>
</p:tagLst>
</file>

<file path=ppt/tags/tag55.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i"/>
  <p:tag name="KSO_WM_UNIT_INDEX" val="1_9"/>
  <p:tag name="KSO_WM_UNIT_ID" val="diagram20234376_1*l_i*1_9"/>
  <p:tag name="KSO_WM_TEMPLATE_CATEGORY" val="diagram"/>
  <p:tag name="KSO_WM_TEMPLATE_INDEX" val="20234376"/>
  <p:tag name="KSO_WM_UNIT_LAYERLEVEL" val="1_1"/>
  <p:tag name="KSO_WM_TAG_VERSION" val="3.0"/>
  <p:tag name="KSO_WM_DIAGRAM_MAX_ITEMCNT" val="2"/>
  <p:tag name="KSO_WM_DIAGRAM_MIN_ITEMCNT" val="2"/>
  <p:tag name="KSO_WM_DIAGRAM_VIRTUALLY_FRAME" val="{&quot;height&quot;:369.4400357160412,&quot;left&quot;:24.59858267716536,&quot;top&quot;:145.4099642839588,&quot;width&quot;:980.9765354330709}"/>
  <p:tag name="KSO_WM_DIAGRAM_COLOR_MATCH_VALUE" val="{&quot;shape&quot;:{&quot;fill&quot;:{&quot;solid&quot;:{&quot;brightness&quot;:0.44999998807907104,&quot;colorType&quot;:1,&quot;foreColorIndex&quot;:5,&quot;transparency&quot;:0},&quot;type&quot;:1},&quot;glow&quot;:{&quot;colorType&quot;:0},&quot;line&quot;:{&quot;solidLine&quot;:{&quot;brightness&quot;:0,&quot;colorType&quot;:1,&quot;foreColorIndex&quot;:16,&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45"/>
  <p:tag name="KSO_WM_UNIT_LINE_FORE_SCHEMECOLOR_INDEX" val="16"/>
  <p:tag name="KSO_WM_DIAGRAM_USE_COLOR_VALUE" val="{&quot;color_scheme&quot;:1,&quot;color_type&quot;:1,&quot;theme_color_indexes&quot;:[5,6,5,6,5,6]}"/>
</p:tagLst>
</file>

<file path=ppt/tags/tag5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i"/>
  <p:tag name="KSO_WM_UNIT_INDEX" val="1_12"/>
  <p:tag name="KSO_WM_UNIT_ID" val="diagram20234376_1*l_i*1_12"/>
  <p:tag name="KSO_WM_TEMPLATE_CATEGORY" val="diagram"/>
  <p:tag name="KSO_WM_TEMPLATE_INDEX" val="20234376"/>
  <p:tag name="KSO_WM_UNIT_LAYERLEVEL" val="1_1"/>
  <p:tag name="KSO_WM_TAG_VERSION" val="3.0"/>
  <p:tag name="KSO_WM_DIAGRAM_MAX_ITEMCNT" val="2"/>
  <p:tag name="KSO_WM_DIAGRAM_MIN_ITEMCNT" val="2"/>
  <p:tag name="KSO_WM_DIAGRAM_VIRTUALLY_FRAME" val="{&quot;height&quot;:369.4400357160412,&quot;left&quot;:24.59858267716536,&quot;top&quot;:145.4099642839588,&quot;width&quot;:980.9765354330709}"/>
  <p:tag name="KSO_WM_DIAGRAM_COLOR_MATCH_VALUE" val="{&quot;shape&quot;:{&quot;fill&quot;:{&quot;solid&quot;:{&quot;brightness&quot;:0.44999998807907104,&quot;colorType&quot;:1,&quot;foreColorIndex&quot;:5,&quot;transparency&quot;:0},&quot;type&quot;:1},&quot;glow&quot;:{&quot;colorType&quot;:0},&quot;line&quot;:{&quot;solidLine&quot;:{&quot;brightness&quot;:0,&quot;colorType&quot;:1,&quot;foreColorIndex&quot;:16,&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45"/>
  <p:tag name="KSO_WM_UNIT_LINE_FORE_SCHEMECOLOR_INDEX" val="16"/>
  <p:tag name="KSO_WM_DIAGRAM_USE_COLOR_VALUE" val="{&quot;color_scheme&quot;:1,&quot;color_type&quot;:1,&quot;theme_color_indexes&quot;:[5,6,5,6,5,6]}"/>
</p:tagLst>
</file>

<file path=ppt/tags/tag5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4376_1*l_h_i*1_1_1"/>
  <p:tag name="KSO_WM_TEMPLATE_CATEGORY" val="diagram"/>
  <p:tag name="KSO_WM_TEMPLATE_INDEX" val="20234376"/>
  <p:tag name="KSO_WM_UNIT_LAYERLEVEL" val="1_1_1"/>
  <p:tag name="KSO_WM_TAG_VERSION" val="3.0"/>
  <p:tag name="KSO_WM_DIAGRAM_MAX_ITEMCNT" val="2"/>
  <p:tag name="KSO_WM_DIAGRAM_MIN_ITEMCNT" val="2"/>
  <p:tag name="KSO_WM_DIAGRAM_VIRTUALLY_FRAME" val="{&quot;height&quot;:369.4400357160412,&quot;left&quot;:24.59858267716536,&quot;top&quot;:145.4099642839588,&quot;width&quot;:980.9765354330709}"/>
  <p:tag name="KSO_WM_DIAGRAM_COLOR_MATCH_VALUE" val="{&quot;shape&quot;:{&quot;fill&quot;:{&quot;type&quot;:0},&quot;glow&quot;:{&quot;colorType&quot;:0},&quot;line&quot;:{&quot;solidLine&quot;:{&quot;brightness&quot;:0,&quot;colorType&quot;:1,&quot;foreColorIndex&quot;:5,&quot;transparency&quot;:0.5400000214576721},&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DIAGRAM_USE_COLOR_VALUE" val="{&quot;color_scheme&quot;:1,&quot;color_type&quot;:1,&quot;theme_color_indexes&quot;:[5,6,5,6,5,6]}"/>
</p:tagLst>
</file>

<file path=ppt/tags/tag5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4376_1*l_h_i*1_2_1"/>
  <p:tag name="KSO_WM_TEMPLATE_CATEGORY" val="diagram"/>
  <p:tag name="KSO_WM_TEMPLATE_INDEX" val="20234376"/>
  <p:tag name="KSO_WM_UNIT_LAYERLEVEL" val="1_1_1"/>
  <p:tag name="KSO_WM_TAG_VERSION" val="3.0"/>
  <p:tag name="KSO_WM_DIAGRAM_MAX_ITEMCNT" val="2"/>
  <p:tag name="KSO_WM_DIAGRAM_MIN_ITEMCNT" val="2"/>
  <p:tag name="KSO_WM_DIAGRAM_VIRTUALLY_FRAME" val="{&quot;height&quot;:369.4400357160412,&quot;left&quot;:24.59858267716536,&quot;top&quot;:145.4099642839588,&quot;width&quot;:980.9765354330709}"/>
  <p:tag name="KSO_WM_DIAGRAM_COLOR_MATCH_VALUE" val="{&quot;shape&quot;:{&quot;fill&quot;:{&quot;type&quot;:0},&quot;glow&quot;:{&quot;colorType&quot;:0},&quot;line&quot;:{&quot;solidLine&quot;:{&quot;brightness&quot;:0,&quot;colorType&quot;:1,&quot;foreColorIndex&quot;:5,&quot;transparency&quot;:0.5400000214576721},&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DIAGRAM_USE_COLOR_VALUE" val="{&quot;color_scheme&quot;:1,&quot;color_type&quot;:1,&quot;theme_color_indexes&quot;:[5,6,5,6,5,6]}"/>
</p:tagLst>
</file>

<file path=ppt/tags/tag59.xml><?xml version="1.0" encoding="utf-8"?>
<p:tagLst xmlns:p="http://schemas.openxmlformats.org/presentationml/2006/main">
  <p:tag name="KSO_WM_DIAGRAM_VIRTUALLY_FRAME" val="{&quot;height&quot;:369.4400357160412,&quot;left&quot;:24.59858267716536,&quot;top&quot;:145.4099642839588,&quot;width&quot;:980.9765354330709}"/>
</p:tagLst>
</file>

<file path=ppt/tags/tag6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i"/>
  <p:tag name="KSO_WM_UNIT_INDEX" val="1_2"/>
  <p:tag name="KSO_WM_UNIT_ID" val="diagram20234376_1*l_i*1_2"/>
  <p:tag name="KSO_WM_TEMPLATE_CATEGORY" val="diagram"/>
  <p:tag name="KSO_WM_TEMPLATE_INDEX" val="20234376"/>
  <p:tag name="KSO_WM_UNIT_LAYERLEVEL" val="1_1"/>
  <p:tag name="KSO_WM_TAG_VERSION" val="3.0"/>
  <p:tag name="KSO_WM_DIAGRAM_MAX_ITEMCNT" val="2"/>
  <p:tag name="KSO_WM_DIAGRAM_MIN_ITEMCNT" val="2"/>
  <p:tag name="KSO_WM_DIAGRAM_VIRTUALLY_FRAME" val="{&quot;height&quot;:369.4400357160412,&quot;left&quot;:24.59858267716536,&quot;top&quot;:145.4099642839588,&quot;width&quot;:980.9765354330709}"/>
  <p:tag name="KSO_WM_DIAGRAM_COLOR_MATCH_VALUE" val="{&quot;shape&quot;:{&quot;fill&quot;:{&quot;solid&quot;:{&quot;brightness&quot;:0.44999998807907104,&quot;colorType&quot;:1,&quot;foreColorIndex&quot;:5,&quot;transparency&quot;:0},&quot;type&quot;:1},&quot;glow&quot;:{&quot;colorType&quot;:0},&quot;line&quot;:{&quot;solidLine&quot;:{&quot;brightness&quot;:0,&quot;colorType&quot;:1,&quot;foreColorIndex&quot;:16,&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45"/>
  <p:tag name="KSO_WM_UNIT_LINE_FORE_SCHEMECOLOR_INDEX" val="16"/>
  <p:tag name="KSO_WM_DIAGRAM_USE_COLOR_VALUE" val="{&quot;color_scheme&quot;:1,&quot;color_type&quot;:1,&quot;theme_color_indexes&quot;:[5,6,5,6,5,6]}"/>
</p:tagLst>
</file>

<file path=ppt/tags/tag6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i"/>
  <p:tag name="KSO_WM_UNIT_INDEX" val="1_3"/>
  <p:tag name="KSO_WM_UNIT_ID" val="diagram20234376_1*l_i*1_3"/>
  <p:tag name="KSO_WM_TEMPLATE_CATEGORY" val="diagram"/>
  <p:tag name="KSO_WM_TEMPLATE_INDEX" val="20234376"/>
  <p:tag name="KSO_WM_UNIT_LAYERLEVEL" val="1_1"/>
  <p:tag name="KSO_WM_TAG_VERSION" val="3.0"/>
  <p:tag name="KSO_WM_DIAGRAM_MAX_ITEMCNT" val="2"/>
  <p:tag name="KSO_WM_DIAGRAM_MIN_ITEMCNT" val="2"/>
  <p:tag name="KSO_WM_DIAGRAM_VIRTUALLY_FRAME" val="{&quot;height&quot;:369.4400357160412,&quot;left&quot;:24.59858267716536,&quot;top&quot;:145.4099642839588,&quot;width&quot;:980.9765354330709}"/>
  <p:tag name="KSO_WM_DIAGRAM_COLOR_MATCH_VALUE" val="{&quot;shape&quot;:{&quot;fill&quot;:{&quot;solid&quot;:{&quot;brightness&quot;:0,&quot;colorType&quot;:2,&quot;rgb&quot;:&quot;#eaeaea&quot;,&quot;transparency&quot;:0},&quot;type&quot;:1},&quot;glow&quot;:{&quot;colorType&quot;:0},&quot;line&quot;:{&quot;solidLine&quot;:{&quot;brightness&quot;:0,&quot;colorType&quot;:1,&quot;foreColorIndex&quot;:16,&quot;transparency&quot;:0.5},&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6"/>
  <p:tag name="KSO_WM_UNIT_FILL_FORE_SCHEMECOLOR_INDEX_BRIGHTNESS" val="0"/>
  <p:tag name="KSO_WM_BEAUTIFY_FLAG" val="#wm#"/>
  <p:tag name="KSO_WM_UNIT_LINE_FORE_SCHEMECOLOR_INDEX" val="16"/>
  <p:tag name="KSO_WM_DIAGRAM_USE_COLOR_VALUE" val="{&quot;color_scheme&quot;:1,&quot;color_type&quot;:1,&quot;theme_color_indexes&quot;:[5,6,5,6,5,6]}"/>
</p:tagLst>
</file>

<file path=ppt/tags/tag6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i"/>
  <p:tag name="KSO_WM_UNIT_INDEX" val="1_4"/>
  <p:tag name="KSO_WM_UNIT_ID" val="diagram20234376_1*l_i*1_4"/>
  <p:tag name="KSO_WM_TEMPLATE_CATEGORY" val="diagram"/>
  <p:tag name="KSO_WM_TEMPLATE_INDEX" val="20234376"/>
  <p:tag name="KSO_WM_UNIT_LAYERLEVEL" val="1_1"/>
  <p:tag name="KSO_WM_TAG_VERSION" val="3.0"/>
  <p:tag name="KSO_WM_DIAGRAM_MAX_ITEMCNT" val="2"/>
  <p:tag name="KSO_WM_DIAGRAM_MIN_ITEMCNT" val="2"/>
  <p:tag name="KSO_WM_DIAGRAM_VIRTUALLY_FRAME" val="{&quot;height&quot;:369.4400357160412,&quot;left&quot;:24.59858267716536,&quot;top&quot;:145.4099642839588,&quot;width&quot;:980.9765354330709}"/>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16,&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16"/>
  <p:tag name="KSO_WM_DIAGRAM_USE_COLOR_VALUE" val="{&quot;color_scheme&quot;:1,&quot;color_type&quot;:1,&quot;theme_color_indexes&quot;:[5,6,5,6,5,6]}"/>
</p:tagLst>
</file>

<file path=ppt/tags/tag6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i"/>
  <p:tag name="KSO_WM_UNIT_INDEX" val="1_5"/>
  <p:tag name="KSO_WM_UNIT_ID" val="diagram20234376_1*l_i*1_5"/>
  <p:tag name="KSO_WM_TEMPLATE_CATEGORY" val="diagram"/>
  <p:tag name="KSO_WM_TEMPLATE_INDEX" val="20234376"/>
  <p:tag name="KSO_WM_UNIT_LAYERLEVEL" val="1_1"/>
  <p:tag name="KSO_WM_TAG_VERSION" val="3.0"/>
  <p:tag name="KSO_WM_DIAGRAM_MAX_ITEMCNT" val="2"/>
  <p:tag name="KSO_WM_DIAGRAM_MIN_ITEMCNT" val="2"/>
  <p:tag name="KSO_WM_DIAGRAM_VIRTUALLY_FRAME" val="{&quot;height&quot;:369.4400357160412,&quot;left&quot;:24.59858267716536,&quot;top&quot;:145.4099642839588,&quot;width&quot;:980.9765354330709}"/>
  <p:tag name="KSO_WM_DIAGRAM_COLOR_MATCH_VALUE" val="{&quot;shape&quot;:{&quot;fill&quot;:{&quot;solid&quot;:{&quot;brightness&quot;:0.44999998807907104,&quot;colorType&quot;:1,&quot;foreColorIndex&quot;:5,&quot;transparency&quot;:0},&quot;type&quot;:1},&quot;glow&quot;:{&quot;colorType&quot;:0},&quot;line&quot;:{&quot;solidLine&quot;:{&quot;brightness&quot;:0,&quot;colorType&quot;:1,&quot;foreColorIndex&quot;:16,&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45"/>
  <p:tag name="KSO_WM_UNIT_LINE_FORE_SCHEMECOLOR_INDEX" val="16"/>
  <p:tag name="KSO_WM_DIAGRAM_USE_COLOR_VALUE" val="{&quot;color_scheme&quot;:1,&quot;color_type&quot;:1,&quot;theme_color_indexes&quot;:[5,6,5,6,5,6]}"/>
</p:tagLst>
</file>

<file path=ppt/tags/tag6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i"/>
  <p:tag name="KSO_WM_UNIT_INDEX" val="1_10"/>
  <p:tag name="KSO_WM_UNIT_ID" val="diagram20234376_1*l_i*1_10"/>
  <p:tag name="KSO_WM_TEMPLATE_CATEGORY" val="diagram"/>
  <p:tag name="KSO_WM_TEMPLATE_INDEX" val="20234376"/>
  <p:tag name="KSO_WM_UNIT_LAYERLEVEL" val="1_1"/>
  <p:tag name="KSO_WM_TAG_VERSION" val="3.0"/>
  <p:tag name="KSO_WM_DIAGRAM_MAX_ITEMCNT" val="2"/>
  <p:tag name="KSO_WM_DIAGRAM_MIN_ITEMCNT" val="2"/>
  <p:tag name="KSO_WM_DIAGRAM_VIRTUALLY_FRAME" val="{&quot;height&quot;:369.4400357160412,&quot;left&quot;:24.59858267716536,&quot;top&quot;:145.4099642839588,&quot;width&quot;:980.9765354330709}"/>
  <p:tag name="KSO_WM_DIAGRAM_COLOR_MATCH_VALUE" val="{&quot;shape&quot;:{&quot;fill&quot;:{&quot;solid&quot;:{&quot;brightness&quot;:0.44999998807907104,&quot;colorType&quot;:1,&quot;foreColorIndex&quot;:5,&quot;transparency&quot;:0},&quot;type&quot;:1},&quot;glow&quot;:{&quot;colorType&quot;:0},&quot;line&quot;:{&quot;solidLine&quot;:{&quot;brightness&quot;:0,&quot;colorType&quot;:1,&quot;foreColorIndex&quot;:16,&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45"/>
  <p:tag name="KSO_WM_UNIT_LINE_FORE_SCHEMECOLOR_INDEX" val="16"/>
  <p:tag name="KSO_WM_DIAGRAM_USE_COLOR_VALUE" val="{&quot;color_scheme&quot;:1,&quot;color_type&quot;:1,&quot;theme_color_indexes&quot;:[5,6,5,6,5,6]}"/>
</p:tagLst>
</file>

<file path=ppt/tags/tag65.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i"/>
  <p:tag name="KSO_WM_UNIT_INDEX" val="1_11"/>
  <p:tag name="KSO_WM_UNIT_ID" val="diagram20234376_1*l_i*1_11"/>
  <p:tag name="KSO_WM_TEMPLATE_CATEGORY" val="diagram"/>
  <p:tag name="KSO_WM_TEMPLATE_INDEX" val="20234376"/>
  <p:tag name="KSO_WM_UNIT_LAYERLEVEL" val="1_1"/>
  <p:tag name="KSO_WM_TAG_VERSION" val="3.0"/>
  <p:tag name="KSO_WM_DIAGRAM_MAX_ITEMCNT" val="2"/>
  <p:tag name="KSO_WM_DIAGRAM_MIN_ITEMCNT" val="2"/>
  <p:tag name="KSO_WM_DIAGRAM_VIRTUALLY_FRAME" val="{&quot;height&quot;:369.4400357160412,&quot;left&quot;:24.59858267716536,&quot;top&quot;:145.4099642839588,&quot;width&quot;:980.9765354330709}"/>
  <p:tag name="KSO_WM_DIAGRAM_COLOR_MATCH_VALUE" val="{&quot;shape&quot;:{&quot;fill&quot;:{&quot;solid&quot;:{&quot;brightness&quot;:0.44999998807907104,&quot;colorType&quot;:1,&quot;foreColorIndex&quot;:5,&quot;transparency&quot;:0},&quot;type&quot;:1},&quot;glow&quot;:{&quot;colorType&quot;:0},&quot;line&quot;:{&quot;solidLine&quot;:{&quot;brightness&quot;:0,&quot;colorType&quot;:1,&quot;foreColorIndex&quot;:16,&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45"/>
  <p:tag name="KSO_WM_UNIT_LINE_FORE_SCHEMECOLOR_INDEX" val="16"/>
  <p:tag name="KSO_WM_DIAGRAM_USE_COLOR_VALUE" val="{&quot;color_scheme&quot;:1,&quot;color_type&quot;:1,&quot;theme_color_indexes&quot;:[5,6,5,6,5,6]}"/>
</p:tagLst>
</file>

<file path=ppt/tags/tag6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i"/>
  <p:tag name="KSO_WM_UNIT_INDEX" val="1_13"/>
  <p:tag name="KSO_WM_UNIT_ID" val="diagram20234376_1*l_i*1_13"/>
  <p:tag name="KSO_WM_TEMPLATE_CATEGORY" val="diagram"/>
  <p:tag name="KSO_WM_TEMPLATE_INDEX" val="20234376"/>
  <p:tag name="KSO_WM_UNIT_LAYERLEVEL" val="1_1"/>
  <p:tag name="KSO_WM_TAG_VERSION" val="3.0"/>
  <p:tag name="KSO_WM_DIAGRAM_MAX_ITEMCNT" val="2"/>
  <p:tag name="KSO_WM_DIAGRAM_MIN_ITEMCNT" val="2"/>
  <p:tag name="KSO_WM_DIAGRAM_VIRTUALLY_FRAME" val="{&quot;height&quot;:369.4400357160412,&quot;left&quot;:24.59858267716536,&quot;top&quot;:145.4099642839588,&quot;width&quot;:980.9765354330709}"/>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16,&quot;transparency&quot;:0.5},&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6"/>
  <p:tag name="KSO_WM_UNIT_FILL_FORE_SCHEMECOLOR_INDEX_BRIGHTNESS" val="0"/>
  <p:tag name="KSO_WM_BEAUTIFY_FLAG" val="#wm#"/>
  <p:tag name="KSO_WM_UNIT_LINE_FORE_SCHEMECOLOR_INDEX" val="16"/>
  <p:tag name="KSO_WM_DIAGRAM_USE_COLOR_VALUE" val="{&quot;color_scheme&quot;:1,&quot;color_type&quot;:1,&quot;theme_color_indexes&quot;:[5,6,5,6,5,6]}"/>
</p:tagLst>
</file>

<file path=ppt/tags/tag6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i"/>
  <p:tag name="KSO_WM_UNIT_INDEX" val="1_6"/>
  <p:tag name="KSO_WM_UNIT_ID" val="diagram20234376_1*l_i*1_6"/>
  <p:tag name="KSO_WM_TEMPLATE_CATEGORY" val="diagram"/>
  <p:tag name="KSO_WM_TEMPLATE_INDEX" val="20234376"/>
  <p:tag name="KSO_WM_UNIT_LAYERLEVEL" val="1_1"/>
  <p:tag name="KSO_WM_TAG_VERSION" val="3.0"/>
  <p:tag name="KSO_WM_DIAGRAM_MAX_ITEMCNT" val="2"/>
  <p:tag name="KSO_WM_DIAGRAM_MIN_ITEMCNT" val="2"/>
  <p:tag name="KSO_WM_DIAGRAM_VIRTUALLY_FRAME" val="{&quot;height&quot;:369.4400357160412,&quot;left&quot;:24.59858267716536,&quot;top&quot;:145.4099642839588,&quot;width&quot;:980.9765354330709}"/>
  <p:tag name="KSO_WM_DIAGRAM_COLOR_MATCH_VALUE" val="{&quot;shape&quot;:{&quot;fill&quot;:{&quot;solid&quot;:{&quot;brightness&quot;:0.44999998807907104,&quot;colorType&quot;:1,&quot;foreColorIndex&quot;:5,&quot;transparency&quot;:0},&quot;type&quot;:1},&quot;glow&quot;:{&quot;colorType&quot;:0},&quot;line&quot;:{&quot;solidLine&quot;:{&quot;brightness&quot;:0,&quot;colorType&quot;:1,&quot;foreColorIndex&quot;:16,&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45"/>
  <p:tag name="KSO_WM_UNIT_LINE_FORE_SCHEMECOLOR_INDEX" val="16"/>
  <p:tag name="KSO_WM_DIAGRAM_USE_COLOR_VALUE" val="{&quot;color_scheme&quot;:1,&quot;color_type&quot;:1,&quot;theme_color_indexes&quot;:[5,6,5,6,5,6]}"/>
</p:tagLst>
</file>

<file path=ppt/tags/tag6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i"/>
  <p:tag name="KSO_WM_UNIT_INDEX" val="1_7"/>
  <p:tag name="KSO_WM_UNIT_ID" val="diagram20234376_1*l_i*1_7"/>
  <p:tag name="KSO_WM_TEMPLATE_CATEGORY" val="diagram"/>
  <p:tag name="KSO_WM_TEMPLATE_INDEX" val="20234376"/>
  <p:tag name="KSO_WM_UNIT_LAYERLEVEL" val="1_1"/>
  <p:tag name="KSO_WM_TAG_VERSION" val="3.0"/>
  <p:tag name="KSO_WM_DIAGRAM_MAX_ITEMCNT" val="2"/>
  <p:tag name="KSO_WM_DIAGRAM_MIN_ITEMCNT" val="2"/>
  <p:tag name="KSO_WM_DIAGRAM_VIRTUALLY_FRAME" val="{&quot;height&quot;:369.4400357160412,&quot;left&quot;:24.59858267716536,&quot;top&quot;:145.4099642839588,&quot;width&quot;:980.9765354330709}"/>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16,&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16"/>
  <p:tag name="KSO_WM_DIAGRAM_USE_COLOR_VALUE" val="{&quot;color_scheme&quot;:1,&quot;color_type&quot;:1,&quot;theme_color_indexes&quot;:[5,6,5,6,5,6]}"/>
</p:tagLst>
</file>

<file path=ppt/tags/tag6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i"/>
  <p:tag name="KSO_WM_UNIT_INDEX" val="1_8"/>
  <p:tag name="KSO_WM_UNIT_ID" val="diagram20234376_1*l_i*1_8"/>
  <p:tag name="KSO_WM_TEMPLATE_CATEGORY" val="diagram"/>
  <p:tag name="KSO_WM_TEMPLATE_INDEX" val="20234376"/>
  <p:tag name="KSO_WM_UNIT_LAYERLEVEL" val="1_1"/>
  <p:tag name="KSO_WM_TAG_VERSION" val="3.0"/>
  <p:tag name="KSO_WM_DIAGRAM_MAX_ITEMCNT" val="2"/>
  <p:tag name="KSO_WM_DIAGRAM_MIN_ITEMCNT" val="2"/>
  <p:tag name="KSO_WM_DIAGRAM_VIRTUALLY_FRAME" val="{&quot;height&quot;:369.4400357160412,&quot;left&quot;:24.59858267716536,&quot;top&quot;:145.4099642839588,&quot;width&quot;:980.9765354330709}"/>
  <p:tag name="KSO_WM_DIAGRAM_COLOR_MATCH_VALUE" val="{&quot;shape&quot;:{&quot;fill&quot;:{&quot;solid&quot;:{&quot;brightness&quot;:0,&quot;colorType&quot;:2,&quot;rgb&quot;:&quot;#f2f2f2&quot;,&quot;transparency&quot;:0},&quot;type&quot;:1},&quot;glow&quot;:{&quot;colorType&quot;:0},&quot;line&quot;:{&quot;solidLine&quot;:{&quot;brightness&quot;:0,&quot;colorType&quot;:1,&quot;foreColorIndex&quot;:16,&quot;transparency&quot;:0.5},&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6"/>
  <p:tag name="KSO_WM_UNIT_FILL_FORE_SCHEMECOLOR_INDEX_BRIGHTNESS" val="0"/>
  <p:tag name="KSO_WM_BEAUTIFY_FLAG" val="#wm#"/>
  <p:tag name="KSO_WM_UNIT_LINE_FORE_SCHEMECOLOR_INDEX" val="16"/>
  <p:tag name="KSO_WM_DIAGRAM_USE_COLOR_VALUE" val="{&quot;color_scheme&quot;:1,&quot;color_type&quot;:1,&quot;theme_color_indexes&quot;:[5,6,5,6,5,6]}"/>
</p:tagLst>
</file>

<file path=ppt/tags/tag7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i"/>
  <p:tag name="KSO_WM_UNIT_INDEX" val="1_9"/>
  <p:tag name="KSO_WM_UNIT_ID" val="diagram20234376_1*l_i*1_9"/>
  <p:tag name="KSO_WM_TEMPLATE_CATEGORY" val="diagram"/>
  <p:tag name="KSO_WM_TEMPLATE_INDEX" val="20234376"/>
  <p:tag name="KSO_WM_UNIT_LAYERLEVEL" val="1_1"/>
  <p:tag name="KSO_WM_TAG_VERSION" val="3.0"/>
  <p:tag name="KSO_WM_DIAGRAM_MAX_ITEMCNT" val="2"/>
  <p:tag name="KSO_WM_DIAGRAM_MIN_ITEMCNT" val="2"/>
  <p:tag name="KSO_WM_DIAGRAM_VIRTUALLY_FRAME" val="{&quot;height&quot;:369.4400357160412,&quot;left&quot;:24.59858267716536,&quot;top&quot;:145.4099642839588,&quot;width&quot;:980.9765354330709}"/>
  <p:tag name="KSO_WM_DIAGRAM_COLOR_MATCH_VALUE" val="{&quot;shape&quot;:{&quot;fill&quot;:{&quot;solid&quot;:{&quot;brightness&quot;:0.44999998807907104,&quot;colorType&quot;:1,&quot;foreColorIndex&quot;:5,&quot;transparency&quot;:0},&quot;type&quot;:1},&quot;glow&quot;:{&quot;colorType&quot;:0},&quot;line&quot;:{&quot;solidLine&quot;:{&quot;brightness&quot;:0,&quot;colorType&quot;:1,&quot;foreColorIndex&quot;:16,&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45"/>
  <p:tag name="KSO_WM_UNIT_LINE_FORE_SCHEMECOLOR_INDEX" val="16"/>
  <p:tag name="KSO_WM_DIAGRAM_USE_COLOR_VALUE" val="{&quot;color_scheme&quot;:1,&quot;color_type&quot;:1,&quot;theme_color_indexes&quot;:[5,6,5,6,5,6]}"/>
</p:tagLst>
</file>

<file path=ppt/tags/tag7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i"/>
  <p:tag name="KSO_WM_UNIT_INDEX" val="1_12"/>
  <p:tag name="KSO_WM_UNIT_ID" val="diagram20234376_1*l_i*1_12"/>
  <p:tag name="KSO_WM_TEMPLATE_CATEGORY" val="diagram"/>
  <p:tag name="KSO_WM_TEMPLATE_INDEX" val="20234376"/>
  <p:tag name="KSO_WM_UNIT_LAYERLEVEL" val="1_1"/>
  <p:tag name="KSO_WM_TAG_VERSION" val="3.0"/>
  <p:tag name="KSO_WM_DIAGRAM_MAX_ITEMCNT" val="2"/>
  <p:tag name="KSO_WM_DIAGRAM_MIN_ITEMCNT" val="2"/>
  <p:tag name="KSO_WM_DIAGRAM_VIRTUALLY_FRAME" val="{&quot;height&quot;:369.4400357160412,&quot;left&quot;:24.59858267716536,&quot;top&quot;:145.4099642839588,&quot;width&quot;:980.9765354330709}"/>
  <p:tag name="KSO_WM_DIAGRAM_COLOR_MATCH_VALUE" val="{&quot;shape&quot;:{&quot;fill&quot;:{&quot;solid&quot;:{&quot;brightness&quot;:0.44999998807907104,&quot;colorType&quot;:1,&quot;foreColorIndex&quot;:5,&quot;transparency&quot;:0},&quot;type&quot;:1},&quot;glow&quot;:{&quot;colorType&quot;:0},&quot;line&quot;:{&quot;solidLine&quot;:{&quot;brightness&quot;:0,&quot;colorType&quot;:1,&quot;foreColorIndex&quot;:16,&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45"/>
  <p:tag name="KSO_WM_UNIT_LINE_FORE_SCHEMECOLOR_INDEX" val="16"/>
  <p:tag name="KSO_WM_DIAGRAM_USE_COLOR_VALUE" val="{&quot;color_scheme&quot;:1,&quot;color_type&quot;:1,&quot;theme_color_indexes&quot;:[5,6,5,6,5,6]}"/>
</p:tagLst>
</file>

<file path=ppt/tags/tag72.xml><?xml version="1.0" encoding="utf-8"?>
<p:tagLst xmlns:p="http://schemas.openxmlformats.org/presentationml/2006/main">
  <p:tag name="PA" val="v5.2.11"/>
</p:tagLst>
</file>

<file path=ppt/tags/tag73.xml><?xml version="1.0" encoding="utf-8"?>
<p:tagLst xmlns:p="http://schemas.openxmlformats.org/presentationml/2006/main">
  <p:tag name="PA" val="v5.2.11"/>
</p:tagLst>
</file>

<file path=ppt/tags/tag74.xml><?xml version="1.0" encoding="utf-8"?>
<p:tagLst xmlns:p="http://schemas.openxmlformats.org/presentationml/2006/main">
  <p:tag name="PA" val="v5.2.11"/>
</p:tagLst>
</file>

<file path=ppt/tags/tag75.xml><?xml version="1.0" encoding="utf-8"?>
<p:tagLst xmlns:p="http://schemas.openxmlformats.org/presentationml/2006/main">
  <p:tag name="PA" val="v5.2.11"/>
</p:tagLst>
</file>

<file path=ppt/tags/tag76.xml><?xml version="1.0" encoding="utf-8"?>
<p:tagLst xmlns:p="http://schemas.openxmlformats.org/presentationml/2006/main">
  <p:tag name="PA" val="v5.2.11"/>
</p:tagLst>
</file>

<file path=ppt/tags/tag77.xml><?xml version="1.0" encoding="utf-8"?>
<p:tagLst xmlns:p="http://schemas.openxmlformats.org/presentationml/2006/main">
  <p:tag name="PA" val="v5.2.11"/>
</p:tagLst>
</file>

<file path=ppt/tags/tag78.xml><?xml version="1.0" encoding="utf-8"?>
<p:tagLst xmlns:p="http://schemas.openxmlformats.org/presentationml/2006/main">
  <p:tag name="PA" val="v5.2.11"/>
</p:tagLst>
</file>

<file path=ppt/tags/tag79.xml><?xml version="1.0" encoding="utf-8"?>
<p:tagLst xmlns:p="http://schemas.openxmlformats.org/presentationml/2006/main">
  <p:tag name="PA" val="v5.2.11"/>
</p:tagLst>
</file>

<file path=ppt/tags/tag80.xml><?xml version="1.0" encoding="utf-8"?>
<p:tagLst xmlns:p="http://schemas.openxmlformats.org/presentationml/2006/main">
  <p:tag name="PA" val="v5.2.11"/>
</p:tagLst>
</file>

<file path=ppt/tags/tag81.xml><?xml version="1.0" encoding="utf-8"?>
<p:tagLst xmlns:p="http://schemas.openxmlformats.org/presentationml/2006/main">
  <p:tag name="PA" val="v5.2.11"/>
</p:tagLst>
</file>

<file path=ppt/tags/tag82.xml><?xml version="1.0" encoding="utf-8"?>
<p:tagLst xmlns:p="http://schemas.openxmlformats.org/presentationml/2006/main">
  <p:tag name="PA" val="v5.2.11"/>
</p:tagLst>
</file>

<file path=ppt/tags/tag83.xml><?xml version="1.0" encoding="utf-8"?>
<p:tagLst xmlns:p="http://schemas.openxmlformats.org/presentationml/2006/main">
  <p:tag name="PA" val="v5.2.11"/>
</p:tagLst>
</file>

<file path=ppt/tags/tag84.xml><?xml version="1.0" encoding="utf-8"?>
<p:tagLst xmlns:p="http://schemas.openxmlformats.org/presentationml/2006/main">
  <p:tag name="PA" val="v5.2.11"/>
</p:tagLst>
</file>

<file path=ppt/tags/tag85.xml><?xml version="1.0" encoding="utf-8"?>
<p:tagLst xmlns:p="http://schemas.openxmlformats.org/presentationml/2006/main">
  <p:tag name="PA" val="v5.2.11"/>
</p:tagLst>
</file>

<file path=ppt/tags/tag86.xml><?xml version="1.0" encoding="utf-8"?>
<p:tagLst xmlns:p="http://schemas.openxmlformats.org/presentationml/2006/main">
  <p:tag name="PA" val="v5.2.11"/>
</p:tagLst>
</file>

<file path=ppt/tags/tag87.xml><?xml version="1.0" encoding="utf-8"?>
<p:tagLst xmlns:p="http://schemas.openxmlformats.org/presentationml/2006/main">
  <p:tag name="PA" val="v5.2.11"/>
</p:tagLst>
</file>

<file path=ppt/tags/tag88.xml><?xml version="1.0" encoding="utf-8"?>
<p:tagLst xmlns:p="http://schemas.openxmlformats.org/presentationml/2006/main">
  <p:tag name="PA" val="v5.2.11"/>
</p:tagLst>
</file>

<file path=ppt/tags/tag89.xml><?xml version="1.0" encoding="utf-8"?>
<p:tagLst xmlns:p="http://schemas.openxmlformats.org/presentationml/2006/main">
  <p:tag name="PA" val="v5.2.11"/>
</p:tagLst>
</file>

<file path=ppt/tags/tag90.xml><?xml version="1.0" encoding="utf-8"?>
<p:tagLst xmlns:p="http://schemas.openxmlformats.org/presentationml/2006/main">
  <p:tag name="PA" val="v5.2.11"/>
</p:tagLst>
</file>

<file path=ppt/tags/tag91.xml><?xml version="1.0" encoding="utf-8"?>
<p:tagLst xmlns:p="http://schemas.openxmlformats.org/presentationml/2006/main">
  <p:tag name="PA" val="v5.2.11"/>
</p:tagLst>
</file>

<file path=ppt/tags/tag92.xml><?xml version="1.0" encoding="utf-8"?>
<p:tagLst xmlns:p="http://schemas.openxmlformats.org/presentationml/2006/main">
  <p:tag name="PA" val="v5.2.11"/>
</p:tagLst>
</file>

<file path=ppt/tags/tag93.xml><?xml version="1.0" encoding="utf-8"?>
<p:tagLst xmlns:p="http://schemas.openxmlformats.org/presentationml/2006/main">
  <p:tag name="PA" val="v5.2.11"/>
</p:tagLst>
</file>

<file path=ppt/tags/tag94.xml><?xml version="1.0" encoding="utf-8"?>
<p:tagLst xmlns:p="http://schemas.openxmlformats.org/presentationml/2006/main">
  <p:tag name="PA" val="v5.2.11"/>
</p:tagLst>
</file>

<file path=ppt/tags/tag95.xml><?xml version="1.0" encoding="utf-8"?>
<p:tagLst xmlns:p="http://schemas.openxmlformats.org/presentationml/2006/main">
  <p:tag name="PA" val="v5.2.11"/>
</p:tagLst>
</file>

<file path=ppt/tags/tag96.xml><?xml version="1.0" encoding="utf-8"?>
<p:tagLst xmlns:p="http://schemas.openxmlformats.org/presentationml/2006/main">
  <p:tag name="PA" val="v5.2.11"/>
</p:tagLst>
</file>

<file path=ppt/tags/tag97.xml><?xml version="1.0" encoding="utf-8"?>
<p:tagLst xmlns:p="http://schemas.openxmlformats.org/presentationml/2006/main">
  <p:tag name="PA" val="v5.2.11"/>
</p:tagLst>
</file>

<file path=ppt/tags/tag98.xml><?xml version="1.0" encoding="utf-8"?>
<p:tagLst xmlns:p="http://schemas.openxmlformats.org/presentationml/2006/main">
  <p:tag name="PA" val="v5.2.11"/>
</p:tagLst>
</file>

<file path=ppt/tags/tag99.xml><?xml version="1.0" encoding="utf-8"?>
<p:tagLst xmlns:p="http://schemas.openxmlformats.org/presentationml/2006/main">
  <p:tag name="PA" val="v5.2.11"/>
</p:tagLst>
</file>

<file path=ppt/tags/tag100.xml><?xml version="1.0" encoding="utf-8"?>
<p:tagLst xmlns:p="http://schemas.openxmlformats.org/presentationml/2006/main">
  <p:tag name="PA" val="v5.2.11"/>
</p:tagLst>
</file>

<file path=ppt/tags/tag101.xml><?xml version="1.0" encoding="utf-8"?>
<p:tagLst xmlns:p="http://schemas.openxmlformats.org/presentationml/2006/main">
  <p:tag name="PA" val="v5.2.11"/>
</p:tagLst>
</file>

<file path=ppt/tags/tag102.xml><?xml version="1.0" encoding="utf-8"?>
<p:tagLst xmlns:p="http://schemas.openxmlformats.org/presentationml/2006/main">
  <p:tag name="PA" val="v5.2.11"/>
</p:tagLst>
</file>

<file path=ppt/tags/tag103.xml><?xml version="1.0" encoding="utf-8"?>
<p:tagLst xmlns:p="http://schemas.openxmlformats.org/presentationml/2006/main">
  <p:tag name="PA" val="v5.2.11"/>
</p:tagLst>
</file>

<file path=ppt/tags/tag104.xml><?xml version="1.0" encoding="utf-8"?>
<p:tagLst xmlns:p="http://schemas.openxmlformats.org/presentationml/2006/main">
  <p:tag name="PA" val="v5.2.11"/>
</p:tagLst>
</file>

<file path=ppt/tags/tag105.xml><?xml version="1.0" encoding="utf-8"?>
<p:tagLst xmlns:p="http://schemas.openxmlformats.org/presentationml/2006/main">
  <p:tag name="PA" val="v5.2.11"/>
</p:tagLst>
</file>

<file path=ppt/tags/tag106.xml><?xml version="1.0" encoding="utf-8"?>
<p:tagLst xmlns:p="http://schemas.openxmlformats.org/presentationml/2006/main">
  <p:tag name="PA" val="v5.2.11"/>
</p:tagLst>
</file>

<file path=ppt/tags/tag107.xml><?xml version="1.0" encoding="utf-8"?>
<p:tagLst xmlns:p="http://schemas.openxmlformats.org/presentationml/2006/main">
  <p:tag name="PA" val="v5.2.11"/>
</p:tagLst>
</file>

<file path=ppt/tags/tag108.xml><?xml version="1.0" encoding="utf-8"?>
<p:tagLst xmlns:p="http://schemas.openxmlformats.org/presentationml/2006/main">
  <p:tag name="PA" val="v5.2.11"/>
</p:tagLst>
</file>

<file path=ppt/tags/tag109.xml><?xml version="1.0" encoding="utf-8"?>
<p:tagLst xmlns:p="http://schemas.openxmlformats.org/presentationml/2006/main">
  <p:tag name="PA" val="v5.2.11"/>
</p:tagLst>
</file>

<file path=ppt/tags/tag110.xml><?xml version="1.0" encoding="utf-8"?>
<p:tagLst xmlns:p="http://schemas.openxmlformats.org/presentationml/2006/main">
  <p:tag name="PA" val="v5.2.11"/>
</p:tagLst>
</file>

<file path=ppt/tags/tag111.xml><?xml version="1.0" encoding="utf-8"?>
<p:tagLst xmlns:p="http://schemas.openxmlformats.org/presentationml/2006/main">
  <p:tag name="PA" val="v5.2.11"/>
</p:tagLst>
</file>

<file path=ppt/tags/tag112.xml><?xml version="1.0" encoding="utf-8"?>
<p:tagLst xmlns:p="http://schemas.openxmlformats.org/presentationml/2006/main">
  <p:tag name="PA" val="v5.2.11"/>
</p:tagLst>
</file>

<file path=ppt/tags/tag113.xml><?xml version="1.0" encoding="utf-8"?>
<p:tagLst xmlns:p="http://schemas.openxmlformats.org/presentationml/2006/main">
  <p:tag name="PA" val="v5.2.11"/>
</p:tagLst>
</file>

<file path=ppt/tags/tag114.xml><?xml version="1.0" encoding="utf-8"?>
<p:tagLst xmlns:p="http://schemas.openxmlformats.org/presentationml/2006/main">
  <p:tag name="PA" val="v5.2.11"/>
</p:tagLst>
</file>

<file path=ppt/tags/tag115.xml><?xml version="1.0" encoding="utf-8"?>
<p:tagLst xmlns:p="http://schemas.openxmlformats.org/presentationml/2006/main">
  <p:tag name="PA" val="v5.2.11"/>
</p:tagLst>
</file>

<file path=ppt/tags/tag116.xml><?xml version="1.0" encoding="utf-8"?>
<p:tagLst xmlns:p="http://schemas.openxmlformats.org/presentationml/2006/main">
  <p:tag name="PICID" val="{e4c4ca7b-25d2-4118-88ec-a1b23607633a}"/>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67_2*n_h_i*1_1_3"/>
  <p:tag name="KSO_WM_TEMPLATE_CATEGORY" val="diagram"/>
  <p:tag name="KSO_WM_TEMPLATE_INDEX" val="20233167"/>
  <p:tag name="KSO_WM_UNIT_LAYERLEVEL" val="1_1_1"/>
  <p:tag name="KSO_WM_TAG_VERSION" val="3.0"/>
  <p:tag name="KSO_WM_UNIT_ISCONTENTSTITLE" val="0"/>
  <p:tag name="KSO_WM_UNIT_ISNUMDGMTITLE" val="0"/>
  <p:tag name="KSO_WM_UNIT_NOCLEAR" val="0"/>
  <p:tag name="KSO_WM_DIAGRAM_GROUP_CODE" val="n1-1"/>
  <p:tag name="KSO_WM_UNIT_TYPE" val="n_h_i"/>
  <p:tag name="KSO_WM_UNIT_INDEX" val="1_1_3"/>
  <p:tag name="KSO_WM_DIAGRAM_VERSION" val="3"/>
  <p:tag name="KSO_WM_DIAGRAM_COLOR_TRICK" val="1"/>
  <p:tag name="KSO_WM_DIAGRAM_COLOR_TEXT_CAN_REMOVE" val="n"/>
  <p:tag name="KSO_WM_DIAGRAM_MAX_ITEMCNT" val="4"/>
  <p:tag name="KSO_WM_DIAGRAM_MIN_ITEMCNT" val="2"/>
  <p:tag name="KSO_WM_DIAGRAM_VIRTUALLY_FRAME" val="{&quot;height&quot;:458.05,&quot;left&quot;:53.725006103515625,&quot;top&quot;:91.75,&quot;width&quot;:935.6000332665632}"/>
  <p:tag name="KSO_WM_DIAGRAM_COLOR_MATCH_VALUE" val="{&quot;shape&quot;:{&quot;fill&quot;:{&quot;solid&quot;:{&quot;brightness&quot;:0.6000000238418579,&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13"/>
  <p:tag name="KSO_WM_UNIT_FILL_FORE_SCHEMECOLOR_INDEX_BRIGHTNESS" val="0.6"/>
  <p:tag name="KSO_WM_DIAGRAM_USE_COLOR_VALUE" val="{&quot;color_scheme&quot;:1,&quot;color_type&quot;:1,&quot;theme_color_indexes&quot;:[5,6,5,6,5,6]}"/>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67_2*n_h_h_i*1_2_3_2"/>
  <p:tag name="KSO_WM_TEMPLATE_CATEGORY" val="diagram"/>
  <p:tag name="KSO_WM_TEMPLATE_INDEX" val="20233167"/>
  <p:tag name="KSO_WM_UNIT_LAYERLEVEL" val="1_1_1_1"/>
  <p:tag name="KSO_WM_TAG_VERSION" val="3.0"/>
  <p:tag name="KSO_WM_DIAGRAM_GROUP_CODE" val="n1-1"/>
  <p:tag name="KSO_WM_UNIT_TYPE" val="n_h_h_i"/>
  <p:tag name="KSO_WM_UNIT_INDEX" val="1_2_3_2"/>
  <p:tag name="KSO_WM_DIAGRAM_VERSION" val="3"/>
  <p:tag name="KSO_WM_DIAGRAM_COLOR_TRICK" val="1"/>
  <p:tag name="KSO_WM_DIAGRAM_COLOR_TEXT_CAN_REMOVE" val="n"/>
  <p:tag name="KSO_WM_DIAGRAM_MAX_ITEMCNT" val="4"/>
  <p:tag name="KSO_WM_DIAGRAM_MIN_ITEMCNT" val="2"/>
  <p:tag name="KSO_WM_DIAGRAM_VIRTUALLY_FRAME" val="{&quot;height&quot;:458.05,&quot;left&quot;:53.725006103515625,&quot;top&quot;:91.75,&quot;width&quot;:935.6000332665632}"/>
  <p:tag name="KSO_WM_DIAGRAM_COLOR_MATCH_VALUE" val="{&quot;shape&quot;:{&quot;fill&quot;:{&quot;solid&quot;:{&quot;brightness&quot;:0.800000011920929,&quot;colorType&quot;:1,&quot;foreColorIndex&quot;:5,&quot;transparency&quot;:0},&quot;type&quot;:1},&quot;glow&quot;:{&quot;colorType&quot;:0},&quot;line&quot;:{&quot;solidLine&quot;:{&quot;brightness&quot;:0,&quot;colorType&quot;:1,&quot;foreColorIndex&quot;:16,&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8"/>
  <p:tag name="KSO_WM_UNIT_LINE_FORE_SCHEMECOLOR_INDEX" val="16"/>
  <p:tag name="KSO_WM_DIAGRAM_USE_COLOR_VALUE" val="{&quot;color_scheme&quot;:1,&quot;color_type&quot;:1,&quot;theme_color_indexes&quot;:[5,6,5,6,5,6]}"/>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67_2*n_h_h_i*1_2_2_2"/>
  <p:tag name="KSO_WM_TEMPLATE_CATEGORY" val="diagram"/>
  <p:tag name="KSO_WM_TEMPLATE_INDEX" val="20233167"/>
  <p:tag name="KSO_WM_UNIT_LAYERLEVEL" val="1_1_1_1"/>
  <p:tag name="KSO_WM_TAG_VERSION" val="3.0"/>
  <p:tag name="KSO_WM_DIAGRAM_GROUP_CODE" val="n1-1"/>
  <p:tag name="KSO_WM_UNIT_TYPE" val="n_h_h_i"/>
  <p:tag name="KSO_WM_UNIT_INDEX" val="1_2_2_2"/>
  <p:tag name="KSO_WM_DIAGRAM_VERSION" val="3"/>
  <p:tag name="KSO_WM_DIAGRAM_COLOR_TRICK" val="1"/>
  <p:tag name="KSO_WM_DIAGRAM_COLOR_TEXT_CAN_REMOVE" val="n"/>
  <p:tag name="KSO_WM_DIAGRAM_MAX_ITEMCNT" val="4"/>
  <p:tag name="KSO_WM_DIAGRAM_MIN_ITEMCNT" val="2"/>
  <p:tag name="KSO_WM_DIAGRAM_VIRTUALLY_FRAME" val="{&quot;height&quot;:458.05,&quot;left&quot;:53.725006103515625,&quot;top&quot;:91.75,&quot;width&quot;:935.6000332665632}"/>
  <p:tag name="KSO_WM_DIAGRAM_COLOR_MATCH_VALUE" val="{&quot;shape&quot;:{&quot;fill&quot;:{&quot;solid&quot;:{&quot;brightness&quot;:0.4000000059604645,&quot;colorType&quot;:1,&quot;foreColorIndex&quot;:5,&quot;transparency&quot;:0},&quot;type&quot;:1},&quot;glow&quot;:{&quot;colorType&quot;:0},&quot;line&quot;:{&quot;solidLine&quot;:{&quot;brightness&quot;:0,&quot;colorType&quot;:1,&quot;foreColorIndex&quot;:16,&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4"/>
  <p:tag name="KSO_WM_UNIT_LINE_FORE_SCHEMECOLOR_INDEX" val="16"/>
  <p:tag name="KSO_WM_DIAGRAM_USE_COLOR_VALUE" val="{&quot;color_scheme&quot;:1,&quot;color_type&quot;:1,&quot;theme_color_indexes&quot;:[5,6,5,6,5,6]}"/>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67_2*n_h_h_i*1_2_1_2"/>
  <p:tag name="KSO_WM_TEMPLATE_CATEGORY" val="diagram"/>
  <p:tag name="KSO_WM_TEMPLATE_INDEX" val="20233167"/>
  <p:tag name="KSO_WM_UNIT_LAYERLEVEL" val="1_1_1_1"/>
  <p:tag name="KSO_WM_TAG_VERSION" val="3.0"/>
  <p:tag name="KSO_WM_DIAGRAM_GROUP_CODE" val="n1-1"/>
  <p:tag name="KSO_WM_UNIT_TYPE" val="n_h_h_i"/>
  <p:tag name="KSO_WM_UNIT_INDEX" val="1_2_1_2"/>
  <p:tag name="KSO_WM_DIAGRAM_VERSION" val="3"/>
  <p:tag name="KSO_WM_DIAGRAM_COLOR_TRICK" val="1"/>
  <p:tag name="KSO_WM_DIAGRAM_COLOR_TEXT_CAN_REMOVE" val="n"/>
  <p:tag name="KSO_WM_DIAGRAM_MAX_ITEMCNT" val="4"/>
  <p:tag name="KSO_WM_DIAGRAM_MIN_ITEMCNT" val="2"/>
  <p:tag name="KSO_WM_DIAGRAM_VIRTUALLY_FRAME" val="{&quot;height&quot;:458.05,&quot;left&quot;:53.725006103515625,&quot;top&quot;:91.75,&quot;width&quot;:935.6000332665632}"/>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16,&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16"/>
  <p:tag name="KSO_WM_DIAGRAM_USE_COLOR_VALUE" val="{&quot;color_scheme&quot;:1,&quot;color_type&quot;:1,&quot;theme_color_indexes&quot;:[5,6,5,6,5,6]}"/>
</p:tagLst>
</file>

<file path=ppt/tags/tag121.xml><?xml version="1.0" encoding="utf-8"?>
<p:tagLst xmlns:p="http://schemas.openxmlformats.org/presentationml/2006/main">
  <p:tag name="KSO_WM_DIAGRAM_VERSION" val="3"/>
  <p:tag name="KSO_WM_DIAGRAM_COLOR_TRICK" val="1"/>
  <p:tag name="KSO_WM_DIAGRAM_COLOR_TEXT_CAN_REMOVE" val="n"/>
  <p:tag name="KSO_WM_UNIT_VALUE" val="88*88"/>
  <p:tag name="KSO_WM_UNIT_HIGHLIGHT" val="0"/>
  <p:tag name="KSO_WM_UNIT_COMPATIBLE" val="0"/>
  <p:tag name="KSO_WM_UNIT_DIAGRAM_ISNUMVISUAL" val="0"/>
  <p:tag name="KSO_WM_UNIT_DIAGRAM_ISREFERUNIT" val="0"/>
  <p:tag name="KSO_WM_DIAGRAM_GROUP_CODE" val="n1-1"/>
  <p:tag name="KSO_WM_UNIT_TYPE" val="n_h_h_x"/>
  <p:tag name="KSO_WM_UNIT_INDEX" val="1_2_1_1"/>
  <p:tag name="KSO_WM_UNIT_ID" val="diagram20233167_2*n_h_h_x*1_2_1_1"/>
  <p:tag name="KSO_WM_TEMPLATE_CATEGORY" val="diagram"/>
  <p:tag name="KSO_WM_TEMPLATE_INDEX" val="20233167"/>
  <p:tag name="KSO_WM_UNIT_LAYERLEVEL" val="1_1_1_1"/>
  <p:tag name="KSO_WM_TAG_VERSION" val="3.0"/>
  <p:tag name="KSO_WM_DIAGRAM_MAX_ITEMCNT" val="4"/>
  <p:tag name="KSO_WM_DIAGRAM_MIN_ITEMCNT" val="2"/>
  <p:tag name="KSO_WM_DIAGRAM_VIRTUALLY_FRAME" val="{&quot;height&quot;:458.05,&quot;left&quot;:53.725006103515625,&quot;top&quot;:91.75,&quot;width&quot;:935.600033266563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6,5,6,5,6]}"/>
</p:tagLst>
</file>

<file path=ppt/tags/tag122.xml><?xml version="1.0" encoding="utf-8"?>
<p:tagLst xmlns:p="http://schemas.openxmlformats.org/presentationml/2006/main">
  <p:tag name="KSO_WM_DIAGRAM_VERSION" val="3"/>
  <p:tag name="KSO_WM_DIAGRAM_COLOR_TRICK" val="1"/>
  <p:tag name="KSO_WM_DIAGRAM_COLOR_TEXT_CAN_REMOVE" val="n"/>
  <p:tag name="KSO_WM_UNIT_VALUE" val="88*82"/>
  <p:tag name="KSO_WM_UNIT_HIGHLIGHT" val="0"/>
  <p:tag name="KSO_WM_UNIT_COMPATIBLE" val="0"/>
  <p:tag name="KSO_WM_UNIT_DIAGRAM_ISNUMVISUAL" val="0"/>
  <p:tag name="KSO_WM_UNIT_DIAGRAM_ISREFERUNIT" val="0"/>
  <p:tag name="KSO_WM_DIAGRAM_GROUP_CODE" val="n1-1"/>
  <p:tag name="KSO_WM_UNIT_TYPE" val="n_h_h_x"/>
  <p:tag name="KSO_WM_UNIT_INDEX" val="1_2_2_1"/>
  <p:tag name="KSO_WM_UNIT_ID" val="diagram20233167_2*n_h_h_x*1_2_2_1"/>
  <p:tag name="KSO_WM_TEMPLATE_CATEGORY" val="diagram"/>
  <p:tag name="KSO_WM_TEMPLATE_INDEX" val="20233167"/>
  <p:tag name="KSO_WM_UNIT_LAYERLEVEL" val="1_1_1_1"/>
  <p:tag name="KSO_WM_TAG_VERSION" val="3.0"/>
  <p:tag name="KSO_WM_DIAGRAM_MAX_ITEMCNT" val="4"/>
  <p:tag name="KSO_WM_DIAGRAM_MIN_ITEMCNT" val="2"/>
  <p:tag name="KSO_WM_DIAGRAM_VIRTUALLY_FRAME" val="{&quot;height&quot;:458.05,&quot;left&quot;:53.725006103515625,&quot;top&quot;:91.75,&quot;width&quot;:935.600033266563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6,5,6,5,6]}"/>
</p:tagLst>
</file>

<file path=ppt/tags/tag123.xml><?xml version="1.0" encoding="utf-8"?>
<p:tagLst xmlns:p="http://schemas.openxmlformats.org/presentationml/2006/main">
  <p:tag name="KSO_WM_DIAGRAM_VERSION" val="3"/>
  <p:tag name="KSO_WM_DIAGRAM_COLOR_TRICK" val="1"/>
  <p:tag name="KSO_WM_DIAGRAM_COLOR_TEXT_CAN_REMOVE" val="n"/>
  <p:tag name="KSO_WM_UNIT_VALUE" val="88*75"/>
  <p:tag name="KSO_WM_UNIT_HIGHLIGHT" val="0"/>
  <p:tag name="KSO_WM_UNIT_COMPATIBLE" val="0"/>
  <p:tag name="KSO_WM_UNIT_DIAGRAM_ISNUMVISUAL" val="0"/>
  <p:tag name="KSO_WM_UNIT_DIAGRAM_ISREFERUNIT" val="0"/>
  <p:tag name="KSO_WM_DIAGRAM_GROUP_CODE" val="n1-1"/>
  <p:tag name="KSO_WM_UNIT_TYPE" val="n_h_h_x"/>
  <p:tag name="KSO_WM_UNIT_INDEX" val="1_2_3_1"/>
  <p:tag name="KSO_WM_UNIT_ID" val="diagram20233167_2*n_h_h_x*1_2_3_1"/>
  <p:tag name="KSO_WM_TEMPLATE_CATEGORY" val="diagram"/>
  <p:tag name="KSO_WM_TEMPLATE_INDEX" val="20233167"/>
  <p:tag name="KSO_WM_UNIT_LAYERLEVEL" val="1_1_1_1"/>
  <p:tag name="KSO_WM_TAG_VERSION" val="3.0"/>
  <p:tag name="KSO_WM_DIAGRAM_MAX_ITEMCNT" val="4"/>
  <p:tag name="KSO_WM_DIAGRAM_MIN_ITEMCNT" val="2"/>
  <p:tag name="KSO_WM_DIAGRAM_VIRTUALLY_FRAME" val="{&quot;height&quot;:458.05,&quot;left&quot;:53.725006103515625,&quot;top&quot;:91.75,&quot;width&quot;:935.600033266563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6,5,6,5,6]}"/>
</p:tagLst>
</file>

<file path=ppt/tags/tag12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1_1"/>
  <p:tag name="KSO_WM_UNIT_ID" val="diagram20233167_2*n_h_h_f*1_2_1_1"/>
  <p:tag name="KSO_WM_TEMPLATE_CATEGORY" val="diagram"/>
  <p:tag name="KSO_WM_TEMPLATE_INDEX" val="20233167"/>
  <p:tag name="KSO_WM_UNIT_LAYERLEVEL" val="1_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458.05,&quot;left&quot;:53.725006103515625,&quot;top&quot;:91.75,&quot;width&quot;:935.600033266563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n1-1"/>
  <p:tag name="KSO_WM_UNIT_TEXT_TYPE" val="1"/>
  <p:tag name="KSO_WM_UNIT_TEXT_LAYER_COUNT" val="1"/>
  <p:tag name="KSO_WM_BEAUTIFY_FLAG" val="#wm#"/>
  <p:tag name="KSO_WM_UNIT_PRESET_TEXT" val="单击此处添加文本具体内容，文字是您思想的提炼，简明扼要地阐述您的观点。根据需要可酌情增减文字，以便观者准确地理解您传达的思想。单击此处添加文本具体内容，文字是您思想的提炼，简明扼要地阐述您的观点。根据需要可酌情增减文字，以便观者准确地理解您传达的思想。简明扼要地阐述您的观点"/>
  <p:tag name="KSO_WM_UNIT_TEXT_FILL_FORE_SCHEMECOLOR_INDEX" val="1"/>
  <p:tag name="KSO_WM_UNIT_TEXT_FILL_TYPE" val="1"/>
  <p:tag name="KSO_WM_DIAGRAM_USE_COLOR_VALUE" val="{&quot;color_scheme&quot;:1,&quot;color_type&quot;:1,&quot;theme_color_indexes&quot;:[5,6,5,6,5,6]}"/>
</p:tagLst>
</file>

<file path=ppt/tags/tag12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2_1"/>
  <p:tag name="KSO_WM_UNIT_ID" val="diagram20233167_2*n_h_h_f*1_2_2_1"/>
  <p:tag name="KSO_WM_TEMPLATE_CATEGORY" val="diagram"/>
  <p:tag name="KSO_WM_TEMPLATE_INDEX" val="20233167"/>
  <p:tag name="KSO_WM_UNIT_LAYERLEVEL" val="1_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458.05,&quot;left&quot;:53.725006103515625,&quot;top&quot;:91.75,&quot;width&quot;:935.600033266563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n1-1"/>
  <p:tag name="KSO_WM_UNIT_TEXT_TYPE" val="1"/>
  <p:tag name="KSO_WM_UNIT_TEXT_LAYER_COUNT" val="1"/>
  <p:tag name="KSO_WM_BEAUTIFY_FLAG" val="#wm#"/>
  <p:tag name="KSO_WM_UNIT_PRESET_TEXT" val="单击此处添加你的文本具体内容，文字是您思想的提炼，简明扼要地阐述您的内容观点。根据需要可酌情增减文字，以便观者准确地理解您传达的思想。单击此处添加文本具体内容，文字是您思想的提炼简明扼要地阐述您的内容观点。根据需要可酌情增减文字，以便观者准确地理解您传达的思想。简明扼要地阐述您的观点"/>
  <p:tag name="KSO_WM_UNIT_TEXT_FILL_FORE_SCHEMECOLOR_INDEX" val="1"/>
  <p:tag name="KSO_WM_UNIT_TEXT_FILL_TYPE" val="1"/>
  <p:tag name="KSO_WM_DIAGRAM_USE_COLOR_VALUE" val="{&quot;color_scheme&quot;:1,&quot;color_type&quot;:1,&quot;theme_color_indexes&quot;:[5,6,5,6,5,6]}"/>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n_h_h_i"/>
  <p:tag name="KSO_WM_UNIT_INDEX" val="1_2_1_1"/>
  <p:tag name="KSO_WM_UNIT_ID" val="diagram20233167_2*n_h_h_i*1_2_1_1"/>
  <p:tag name="KSO_WM_TEMPLATE_CATEGORY" val="diagram"/>
  <p:tag name="KSO_WM_TEMPLATE_INDEX" val="20233167"/>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4"/>
  <p:tag name="KSO_WM_DIAGRAM_MIN_ITEMCNT" val="2"/>
  <p:tag name="KSO_WM_DIAGRAM_VIRTUALLY_FRAME" val="{&quot;height&quot;:458.05,&quot;left&quot;:53.725006103515625,&quot;top&quot;:91.75,&quot;width&quot;:935.600033266563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DIAGRAM_USE_COLOR_VALUE" val="{&quot;color_scheme&quot;:1,&quot;color_type&quot;:1,&quot;theme_color_indexes&quot;:[5,6,5,6,5,6]}"/>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n_h_h_i"/>
  <p:tag name="KSO_WM_UNIT_INDEX" val="1_2_2_1"/>
  <p:tag name="KSO_WM_UNIT_ID" val="diagram20233167_2*n_h_h_i*1_2_2_1"/>
  <p:tag name="KSO_WM_TEMPLATE_CATEGORY" val="diagram"/>
  <p:tag name="KSO_WM_TEMPLATE_INDEX" val="20233167"/>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4"/>
  <p:tag name="KSO_WM_DIAGRAM_MIN_ITEMCNT" val="2"/>
  <p:tag name="KSO_WM_DIAGRAM_VIRTUALLY_FRAME" val="{&quot;height&quot;:458.05,&quot;left&quot;:53.725006103515625,&quot;top&quot;:91.75,&quot;width&quot;:935.6000332665632}"/>
  <p:tag name="KSO_WM_DIAGRAM_COLOR_MATCH_VALUE" val="{&quot;shape&quot;:{&quot;fill&quot;:{&quot;type&quot;:0},&quot;glow&quot;:{&quot;colorType&quot;:0},&quot;line&quot;:{&quot;solidLine&quot;:{&quot;brightness&quot;:0,&quot;colorType&quot;:1,&quot;foreColorIndex&quot;:5,&quot;transparency&quot;:0.30000001192092896},&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DIAGRAM_USE_COLOR_VALUE" val="{&quot;color_scheme&quot;:1,&quot;color_type&quot;:1,&quot;theme_color_indexes&quot;:[5,6,5,6,5,6]}"/>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n_h_h_i"/>
  <p:tag name="KSO_WM_UNIT_INDEX" val="1_2_3_1"/>
  <p:tag name="KSO_WM_UNIT_ID" val="diagram20233167_2*n_h_h_i*1_2_3_1"/>
  <p:tag name="KSO_WM_TEMPLATE_CATEGORY" val="diagram"/>
  <p:tag name="KSO_WM_TEMPLATE_INDEX" val="20233167"/>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4"/>
  <p:tag name="KSO_WM_DIAGRAM_MIN_ITEMCNT" val="2"/>
  <p:tag name="KSO_WM_DIAGRAM_VIRTUALLY_FRAME" val="{&quot;height&quot;:458.05,&quot;left&quot;:53.725006103515625,&quot;top&quot;:91.75,&quot;width&quot;:935.600033266563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DIAGRAM_USE_COLOR_VALUE" val="{&quot;color_scheme&quot;:1,&quot;color_type&quot;:1,&quot;theme_color_indexes&quot;:[5,6,5,6,5,6]}"/>
</p:tagLst>
</file>

<file path=ppt/tags/tag129.xml><?xml version="1.0" encoding="utf-8"?>
<p:tagLst xmlns:p="http://schemas.openxmlformats.org/presentationml/2006/main">
  <p:tag name="KSO_DOCER_RESOURCE_TRACE_INFO" val="{&quot;id&quot;:&quot;221285812&quot;,&quot;origin&quot;:0,&quot;type&quot;:&quot;pictures&quot;,&quot;user&quot;:&quot;1047217446&quot;}"/>
</p:tagLst>
</file>

<file path=ppt/tags/tag13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1_1"/>
  <p:tag name="KSO_WM_UNIT_ID" val="diagram20233167_2*n_h_h_f*1_2_1_1"/>
  <p:tag name="KSO_WM_TEMPLATE_CATEGORY" val="diagram"/>
  <p:tag name="KSO_WM_TEMPLATE_INDEX" val="20233167"/>
  <p:tag name="KSO_WM_UNIT_LAYERLEVEL" val="1_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417.1,&quot;left&quot;:53.725006103515625,&quot;top&quot;:91.75,&quot;width&quot;:907.674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n1-1"/>
  <p:tag name="KSO_WM_UNIT_TEXT_TYPE" val="1"/>
  <p:tag name="KSO_WM_UNIT_TEXT_LAYER_COUNT" val="1"/>
  <p:tag name="KSO_WM_UNIT_PRESET_TEXT" val="单击此处添加文本具体内容，文字是您思想的提炼，简明扼要地阐述您的观点。根据需要可酌情增减文字，以便观者准确地理解您传达的思想。单击此处添加文本具体内容，文字是您思想的提炼，简明扼要地阐述您的观点。根据需要可酌情增减文字，以便观者准确地理解您传达的思想。简明扼要地阐述您的观点"/>
  <p:tag name="KSO_WM_UNIT_TEXT_FILL_FORE_SCHEMECOLOR_INDEX" val="1"/>
  <p:tag name="KSO_WM_UNIT_TEXT_FILL_TYPE" val="1"/>
  <p:tag name="KSO_WM_DIAGRAM_USE_COLOR_VALUE" val="{&quot;color_scheme&quot;:1,&quot;color_type&quot;:1,&quot;theme_color_indexes&quot;:[5,6,5,6,5,6]}"/>
</p:tagLst>
</file>

<file path=ppt/tags/tag131.xml><?xml version="1.0" encoding="utf-8"?>
<p:tagLst xmlns:p="http://schemas.openxmlformats.org/presentationml/2006/main">
  <p:tag name="PA" val="v5.2.11"/>
</p:tagLst>
</file>

<file path=ppt/tags/tag132.xml><?xml version="1.0" encoding="utf-8"?>
<p:tagLst xmlns:p="http://schemas.openxmlformats.org/presentationml/2006/main">
  <p:tag name="PA" val="v5.2.11"/>
</p:tagLst>
</file>

<file path=ppt/tags/tag133.xml><?xml version="1.0" encoding="utf-8"?>
<p:tagLst xmlns:p="http://schemas.openxmlformats.org/presentationml/2006/main">
  <p:tag name="PA" val="v5.2.11"/>
</p:tagLst>
</file>

<file path=ppt/tags/tag134.xml><?xml version="1.0" encoding="utf-8"?>
<p:tagLst xmlns:p="http://schemas.openxmlformats.org/presentationml/2006/main">
  <p:tag name="PA" val="v5.2.11"/>
</p:tagLst>
</file>

<file path=ppt/tags/tag135.xml><?xml version="1.0" encoding="utf-8"?>
<p:tagLst xmlns:p="http://schemas.openxmlformats.org/presentationml/2006/main">
  <p:tag name="PA" val="v5.2.11"/>
</p:tagLst>
</file>

<file path=ppt/tags/tag136.xml><?xml version="1.0" encoding="utf-8"?>
<p:tagLst xmlns:p="http://schemas.openxmlformats.org/presentationml/2006/main">
  <p:tag name="PA" val="v5.2.11"/>
</p:tagLst>
</file>

<file path=ppt/tags/tag137.xml><?xml version="1.0" encoding="utf-8"?>
<p:tagLst xmlns:p="http://schemas.openxmlformats.org/presentationml/2006/main">
  <p:tag name="PA" val="v5.2.11"/>
</p:tagLst>
</file>

<file path=ppt/tags/tag138.xml><?xml version="1.0" encoding="utf-8"?>
<p:tagLst xmlns:p="http://schemas.openxmlformats.org/presentationml/2006/main">
  <p:tag name="PA" val="v5.2.11"/>
</p:tagLst>
</file>

<file path=ppt/tags/tag139.xml><?xml version="1.0" encoding="utf-8"?>
<p:tagLst xmlns:p="http://schemas.openxmlformats.org/presentationml/2006/main">
  <p:tag name="PA" val="v5.2.11"/>
</p:tagLst>
</file>

<file path=ppt/tags/tag140.xml><?xml version="1.0" encoding="utf-8"?>
<p:tagLst xmlns:p="http://schemas.openxmlformats.org/presentationml/2006/main">
  <p:tag name="PA" val="v5.2.11"/>
</p:tagLst>
</file>

<file path=ppt/tags/tag141.xml><?xml version="1.0" encoding="utf-8"?>
<p:tagLst xmlns:p="http://schemas.openxmlformats.org/presentationml/2006/main">
  <p:tag name="PA" val="v5.2.11"/>
</p:tagLst>
</file>

<file path=ppt/tags/tag142.xml><?xml version="1.0" encoding="utf-8"?>
<p:tagLst xmlns:p="http://schemas.openxmlformats.org/presentationml/2006/main">
  <p:tag name="PA" val="v5.2.11"/>
</p:tagLst>
</file>

<file path=ppt/tags/tag143.xml><?xml version="1.0" encoding="utf-8"?>
<p:tagLst xmlns:p="http://schemas.openxmlformats.org/presentationml/2006/main">
  <p:tag name="PA" val="v5.2.11"/>
</p:tagLst>
</file>

<file path=ppt/tags/tag144.xml><?xml version="1.0" encoding="utf-8"?>
<p:tagLst xmlns:p="http://schemas.openxmlformats.org/presentationml/2006/main">
  <p:tag name="PA" val="v5.2.11"/>
</p:tagLst>
</file>

<file path=ppt/tags/tag145.xml><?xml version="1.0" encoding="utf-8"?>
<p:tagLst xmlns:p="http://schemas.openxmlformats.org/presentationml/2006/main">
  <p:tag name="PA" val="v5.2.11"/>
</p:tagLst>
</file>

<file path=ppt/tags/tag146.xml><?xml version="1.0" encoding="utf-8"?>
<p:tagLst xmlns:p="http://schemas.openxmlformats.org/presentationml/2006/main">
  <p:tag name="PA" val="v5.2.11"/>
</p:tagLst>
</file>

<file path=ppt/tags/tag147.xml><?xml version="1.0" encoding="utf-8"?>
<p:tagLst xmlns:p="http://schemas.openxmlformats.org/presentationml/2006/main">
  <p:tag name="PA" val="v5.2.11"/>
</p:tagLst>
</file>

<file path=ppt/tags/tag148.xml><?xml version="1.0" encoding="utf-8"?>
<p:tagLst xmlns:p="http://schemas.openxmlformats.org/presentationml/2006/main">
  <p:tag name="PA" val="v5.2.11"/>
</p:tagLst>
</file>

<file path=ppt/tags/tag149.xml><?xml version="1.0" encoding="utf-8"?>
<p:tagLst xmlns:p="http://schemas.openxmlformats.org/presentationml/2006/main">
  <p:tag name="PA" val="v5.2.11"/>
</p:tagLst>
</file>

<file path=ppt/tags/tag150.xml><?xml version="1.0" encoding="utf-8"?>
<p:tagLst xmlns:p="http://schemas.openxmlformats.org/presentationml/2006/main">
  <p:tag name="PA" val="v5.2.11"/>
</p:tagLst>
</file>

<file path=ppt/tags/tag151.xml><?xml version="1.0" encoding="utf-8"?>
<p:tagLst xmlns:p="http://schemas.openxmlformats.org/presentationml/2006/main">
  <p:tag name="PA" val="v5.2.11"/>
</p:tagLst>
</file>

<file path=ppt/tags/tag152.xml><?xml version="1.0" encoding="utf-8"?>
<p:tagLst xmlns:p="http://schemas.openxmlformats.org/presentationml/2006/main">
  <p:tag name="PA" val="v5.2.11"/>
</p:tagLst>
</file>

<file path=ppt/tags/tag153.xml><?xml version="1.0" encoding="utf-8"?>
<p:tagLst xmlns:p="http://schemas.openxmlformats.org/presentationml/2006/main">
  <p:tag name="PA" val="v5.2.11"/>
</p:tagLst>
</file>

<file path=ppt/tags/tag154.xml><?xml version="1.0" encoding="utf-8"?>
<p:tagLst xmlns:p="http://schemas.openxmlformats.org/presentationml/2006/main">
  <p:tag name="PA" val="v5.2.11"/>
</p:tagLst>
</file>

<file path=ppt/tags/tag155.xml><?xml version="1.0" encoding="utf-8"?>
<p:tagLst xmlns:p="http://schemas.openxmlformats.org/presentationml/2006/main">
  <p:tag name="PA" val="v5.2.11"/>
</p:tagLst>
</file>

<file path=ppt/tags/tag156.xml><?xml version="1.0" encoding="utf-8"?>
<p:tagLst xmlns:p="http://schemas.openxmlformats.org/presentationml/2006/main">
  <p:tag name="PA" val="v5.2.11"/>
</p:tagLst>
</file>

<file path=ppt/tags/tag157.xml><?xml version="1.0" encoding="utf-8"?>
<p:tagLst xmlns:p="http://schemas.openxmlformats.org/presentationml/2006/main">
  <p:tag name="PA" val="v5.2.11"/>
</p:tagLst>
</file>

<file path=ppt/tags/tag158.xml><?xml version="1.0" encoding="utf-8"?>
<p:tagLst xmlns:p="http://schemas.openxmlformats.org/presentationml/2006/main">
  <p:tag name="PA" val="v5.2.11"/>
</p:tagLst>
</file>

<file path=ppt/tags/tag159.xml><?xml version="1.0" encoding="utf-8"?>
<p:tagLst xmlns:p="http://schemas.openxmlformats.org/presentationml/2006/main">
  <p:tag name="PA" val="v5.2.11"/>
</p:tagLst>
</file>

<file path=ppt/tags/tag160.xml><?xml version="1.0" encoding="utf-8"?>
<p:tagLst xmlns:p="http://schemas.openxmlformats.org/presentationml/2006/main">
  <p:tag name="PICID" val="{e4c4ca7b-25d2-4118-88ec-a1b23607633a}"/>
</p:tagLst>
</file>

<file path=ppt/tags/tag161.xml><?xml version="1.0" encoding="utf-8"?>
<p:tagLst xmlns:p="http://schemas.openxmlformats.org/presentationml/2006/main">
  <p:tag name="KSO_WM_DIAGRAM_VIRTUALLY_FRAME" val="{&quot;height&quot;:231.7,&quot;left&quot;:522.05,&quot;top&quot;:217.5,&quot;width&quot;:546.9}"/>
</p:tagLst>
</file>

<file path=ppt/tags/tag162.xml><?xml version="1.0" encoding="utf-8"?>
<p:tagLst xmlns:p="http://schemas.openxmlformats.org/presentationml/2006/main">
  <p:tag name="KSO_WM_DIAGRAM_VIRTUALLY_FRAME" val="{&quot;height&quot;:231.7,&quot;left&quot;:522.05,&quot;top&quot;:217.5,&quot;width&quot;:546.9}"/>
</p:tagLst>
</file>

<file path=ppt/tags/tag163.xml><?xml version="1.0" encoding="utf-8"?>
<p:tagLst xmlns:p="http://schemas.openxmlformats.org/presentationml/2006/main">
  <p:tag name="KSO_WM_DIAGRAM_VIRTUALLY_FRAME" val="{&quot;height&quot;:231.7,&quot;left&quot;:522.05,&quot;top&quot;:217.5,&quot;width&quot;:546.9}"/>
</p:tagLst>
</file>

<file path=ppt/tags/tag164.xml><?xml version="1.0" encoding="utf-8"?>
<p:tagLst xmlns:p="http://schemas.openxmlformats.org/presentationml/2006/main">
  <p:tag name="PA" val="v5.2.11"/>
</p:tagLst>
</file>

<file path=ppt/tags/tag165.xml><?xml version="1.0" encoding="utf-8"?>
<p:tagLst xmlns:p="http://schemas.openxmlformats.org/presentationml/2006/main">
  <p:tag name="PA" val="v5.2.11"/>
</p:tagLst>
</file>

<file path=ppt/tags/tag166.xml><?xml version="1.0" encoding="utf-8"?>
<p:tagLst xmlns:p="http://schemas.openxmlformats.org/presentationml/2006/main">
  <p:tag name="PA" val="v5.2.11"/>
</p:tagLst>
</file>

<file path=ppt/tags/tag167.xml><?xml version="1.0" encoding="utf-8"?>
<p:tagLst xmlns:p="http://schemas.openxmlformats.org/presentationml/2006/main">
  <p:tag name="PA" val="v5.2.11"/>
</p:tagLst>
</file>

<file path=ppt/tags/tag168.xml><?xml version="1.0" encoding="utf-8"?>
<p:tagLst xmlns:p="http://schemas.openxmlformats.org/presentationml/2006/main">
  <p:tag name="PA" val="v5.2.11"/>
</p:tagLst>
</file>

<file path=ppt/tags/tag169.xml><?xml version="1.0" encoding="utf-8"?>
<p:tagLst xmlns:p="http://schemas.openxmlformats.org/presentationml/2006/main">
  <p:tag name="PA" val="v5.2.11"/>
</p:tagLst>
</file>

<file path=ppt/tags/tag170.xml><?xml version="1.0" encoding="utf-8"?>
<p:tagLst xmlns:p="http://schemas.openxmlformats.org/presentationml/2006/main">
  <p:tag name="PA" val="v5.2.11"/>
</p:tagLst>
</file>

<file path=ppt/tags/tag171.xml><?xml version="1.0" encoding="utf-8"?>
<p:tagLst xmlns:p="http://schemas.openxmlformats.org/presentationml/2006/main">
  <p:tag name="PA" val="v5.2.11"/>
</p:tagLst>
</file>

<file path=ppt/tags/tag172.xml><?xml version="1.0" encoding="utf-8"?>
<p:tagLst xmlns:p="http://schemas.openxmlformats.org/presentationml/2006/main">
  <p:tag name="PA" val="v5.2.11"/>
</p:tagLst>
</file>

<file path=ppt/tags/tag173.xml><?xml version="1.0" encoding="utf-8"?>
<p:tagLst xmlns:p="http://schemas.openxmlformats.org/presentationml/2006/main">
  <p:tag name="PA" val="v5.2.11"/>
</p:tagLst>
</file>

<file path=ppt/tags/tag174.xml><?xml version="1.0" encoding="utf-8"?>
<p:tagLst xmlns:p="http://schemas.openxmlformats.org/presentationml/2006/main">
  <p:tag name="PA" val="v5.2.11"/>
</p:tagLst>
</file>

<file path=ppt/tags/tag175.xml><?xml version="1.0" encoding="utf-8"?>
<p:tagLst xmlns:p="http://schemas.openxmlformats.org/presentationml/2006/main">
  <p:tag name="PA" val="v5.2.11"/>
</p:tagLst>
</file>

<file path=ppt/tags/tag176.xml><?xml version="1.0" encoding="utf-8"?>
<p:tagLst xmlns:p="http://schemas.openxmlformats.org/presentationml/2006/main">
  <p:tag name="PA" val="v5.2.11"/>
</p:tagLst>
</file>

<file path=ppt/tags/tag177.xml><?xml version="1.0" encoding="utf-8"?>
<p:tagLst xmlns:p="http://schemas.openxmlformats.org/presentationml/2006/main">
  <p:tag name="PA" val="v5.2.11"/>
</p:tagLst>
</file>

<file path=ppt/tags/tag178.xml><?xml version="1.0" encoding="utf-8"?>
<p:tagLst xmlns:p="http://schemas.openxmlformats.org/presentationml/2006/main">
  <p:tag name="ISLIDE.ICON" val="#90858;#90858;#380063;"/>
</p:tagLst>
</file>

<file path=ppt/tags/tag179.xml><?xml version="1.0" encoding="utf-8"?>
<p:tagLst xmlns:p="http://schemas.openxmlformats.org/presentationml/2006/main">
  <p:tag name="PA" val="v5.2.11"/>
</p:tagLst>
</file>

<file path=ppt/tags/tag180.xml><?xml version="1.0" encoding="utf-8"?>
<p:tagLst xmlns:p="http://schemas.openxmlformats.org/presentationml/2006/main">
  <p:tag name="PA" val="v5.2.11"/>
</p:tagLst>
</file>

<file path=ppt/tags/tag181.xml><?xml version="1.0" encoding="utf-8"?>
<p:tagLst xmlns:p="http://schemas.openxmlformats.org/presentationml/2006/main">
  <p:tag name="PA" val="v5.2.11"/>
</p:tagLst>
</file>

<file path=ppt/tags/tag182.xml><?xml version="1.0" encoding="utf-8"?>
<p:tagLst xmlns:p="http://schemas.openxmlformats.org/presentationml/2006/main">
  <p:tag name="PA" val="v5.2.11"/>
</p:tagLst>
</file>

<file path=ppt/tags/tag183.xml><?xml version="1.0" encoding="utf-8"?>
<p:tagLst xmlns:p="http://schemas.openxmlformats.org/presentationml/2006/main">
  <p:tag name="PA" val="v5.2.11"/>
</p:tagLst>
</file>

<file path=ppt/tags/tag184.xml><?xml version="1.0" encoding="utf-8"?>
<p:tagLst xmlns:p="http://schemas.openxmlformats.org/presentationml/2006/main">
  <p:tag name="PA" val="v5.2.11"/>
</p:tagLst>
</file>

<file path=ppt/tags/tag18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3_1"/>
  <p:tag name="KSO_WM_UNIT_ID" val="diagram20230945_2*n_h_h_f*1_2_3_1"/>
  <p:tag name="KSO_WM_TEMPLATE_CATEGORY" val="diagram"/>
  <p:tag name="KSO_WM_TEMPLATE_INDEX" val="20230945"/>
  <p:tag name="KSO_WM_UNIT_LAYERLEVEL" val="1_1_1_1"/>
  <p:tag name="KSO_WM_TAG_VERSION" val="3.0"/>
  <p:tag name="KSO_WM_DIAGRAM_VERSION" val="3"/>
  <p:tag name="KSO_WM_DIAGRAM_COLOR_TRICK" val="3"/>
  <p:tag name="KSO_WM_DIAGRAM_COLOR_TEXT_CAN_REMOVE" val="n"/>
  <p:tag name="KSO_WM_DIAGRAM_GROUP_CODE" val="n1-1"/>
  <p:tag name="KSO_WM_DIAGRAM_MAX_ITEMCNT" val="4"/>
  <p:tag name="KSO_WM_DIAGRAM_MIN_ITEMCNT" val="2"/>
  <p:tag name="KSO_WM_DIAGRAM_VIRTUALLY_FRAME" val="{&quot;height&quot;:396.89827240230534,&quot;left&quot;:57.5,&quot;top&quot;:134.47676696777344,&quot;width&quot;:826.25007874015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TYPE" val="1"/>
  <p:tag name="KSO_WM_UNIT_TEXT_LAYER_COUNT" val="1"/>
  <p:tag name="KSO_WM_UNIT_PRESET_TEXT" val="单击此处输入你的智能图形项正文，文字是您思想的提炼，请尽量言简意赅的阐述观点。单击此处输入你的智能图形项正文，文字是您思想的提炼。单击此处输入你的智能图形项正文，文字是您思想的提炼。"/>
  <p:tag name="KSO_WM_UNIT_TEXT_FILL_FORE_SCHEMECOLOR_INDEX" val="1"/>
  <p:tag name="KSO_WM_UNIT_TEXT_FILL_TYPE" val="1"/>
  <p:tag name="KSO_WM_DIAGRAM_USE_COLOR_VALUE" val="{&quot;color_scheme&quot;:1,&quot;color_type&quot;:1,&quot;theme_color_indexes&quot;:[5,6,5,6,5,6]}"/>
</p:tagLst>
</file>

<file path=ppt/tags/tag18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3_1"/>
  <p:tag name="KSO_WM_UNIT_ID" val="diagram20230945_2*n_h_h_a*1_2_3_1"/>
  <p:tag name="KSO_WM_TEMPLATE_CATEGORY" val="diagram"/>
  <p:tag name="KSO_WM_TEMPLATE_INDEX" val="20230945"/>
  <p:tag name="KSO_WM_UNIT_LAYERLEVEL" val="1_1_1_1"/>
  <p:tag name="KSO_WM_TAG_VERSION" val="3.0"/>
  <p:tag name="KSO_WM_DIAGRAM_VERSION" val="3"/>
  <p:tag name="KSO_WM_DIAGRAM_COLOR_TRICK" val="3"/>
  <p:tag name="KSO_WM_DIAGRAM_COLOR_TEXT_CAN_REMOVE" val="n"/>
  <p:tag name="KSO_WM_DIAGRAM_GROUP_CODE" val="n1-1"/>
  <p:tag name="KSO_WM_DIAGRAM_MAX_ITEMCNT" val="4"/>
  <p:tag name="KSO_WM_DIAGRAM_MIN_ITEMCNT" val="2"/>
  <p:tag name="KSO_WM_DIAGRAM_VIRTUALLY_FRAME" val="{&quot;height&quot;:396.89827240230534,&quot;left&quot;:57.5,&quot;top&quot;:134.47676696777344,&quot;width&quot;:826.25007874015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7,&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TYPE" val="1"/>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18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1_1"/>
  <p:tag name="KSO_WM_UNIT_ID" val="diagram20230945_2*n_h_h_f*1_2_1_1"/>
  <p:tag name="KSO_WM_TEMPLATE_CATEGORY" val="diagram"/>
  <p:tag name="KSO_WM_TEMPLATE_INDEX" val="20230945"/>
  <p:tag name="KSO_WM_UNIT_LAYERLEVEL" val="1_1_1_1"/>
  <p:tag name="KSO_WM_TAG_VERSION" val="3.0"/>
  <p:tag name="KSO_WM_DIAGRAM_VERSION" val="3"/>
  <p:tag name="KSO_WM_DIAGRAM_COLOR_TRICK" val="3"/>
  <p:tag name="KSO_WM_DIAGRAM_COLOR_TEXT_CAN_REMOVE" val="n"/>
  <p:tag name="KSO_WM_DIAGRAM_GROUP_CODE" val="n1-1"/>
  <p:tag name="KSO_WM_DIAGRAM_MAX_ITEMCNT" val="4"/>
  <p:tag name="KSO_WM_DIAGRAM_MIN_ITEMCNT" val="2"/>
  <p:tag name="KSO_WM_DIAGRAM_VIRTUALLY_FRAME" val="{&quot;height&quot;:396.89827240230534,&quot;left&quot;:57.5,&quot;top&quot;:134.47676696777344,&quot;width&quot;:826.25007874015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TYPE" val="1"/>
  <p:tag name="KSO_WM_UNIT_TEXT_LAYER_COUNT" val="1"/>
  <p:tag name="KSO_WM_UNIT_PRESET_TEXT" val="单击此处输入你的智能图形项正文，文字是您思想的提炼，请尽量言简意赅的阐述观点。单击此处输入你的智能图形项正文，文字是您思想的提炼。 单击此处输入你的智能图形项正文，文字是您思想的提炼。"/>
  <p:tag name="KSO_WM_UNIT_TEXT_FILL_FORE_SCHEMECOLOR_INDEX" val="1"/>
  <p:tag name="KSO_WM_UNIT_TEXT_FILL_TYPE" val="1"/>
  <p:tag name="KSO_WM_DIAGRAM_USE_COLOR_VALUE" val="{&quot;color_scheme&quot;:1,&quot;color_type&quot;:1,&quot;theme_color_indexes&quot;:[5,6,5,6,5,6]}"/>
</p:tagLst>
</file>

<file path=ppt/tags/tag18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1_1"/>
  <p:tag name="KSO_WM_UNIT_ID" val="diagram20230945_2*n_h_h_a*1_2_1_1"/>
  <p:tag name="KSO_WM_TEMPLATE_CATEGORY" val="diagram"/>
  <p:tag name="KSO_WM_TEMPLATE_INDEX" val="20230945"/>
  <p:tag name="KSO_WM_UNIT_LAYERLEVEL" val="1_1_1_1"/>
  <p:tag name="KSO_WM_TAG_VERSION" val="3.0"/>
  <p:tag name="KSO_WM_DIAGRAM_VERSION" val="3"/>
  <p:tag name="KSO_WM_DIAGRAM_COLOR_TRICK" val="3"/>
  <p:tag name="KSO_WM_DIAGRAM_COLOR_TEXT_CAN_REMOVE" val="n"/>
  <p:tag name="KSO_WM_DIAGRAM_GROUP_CODE" val="n1-1"/>
  <p:tag name="KSO_WM_DIAGRAM_MAX_ITEMCNT" val="4"/>
  <p:tag name="KSO_WM_DIAGRAM_MIN_ITEMCNT" val="2"/>
  <p:tag name="KSO_WM_DIAGRAM_VIRTUALLY_FRAME" val="{&quot;height&quot;:396.89827240230534,&quot;left&quot;:57.5,&quot;top&quot;:134.47676696777344,&quot;width&quot;:826.25007874015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TYPE" val="1"/>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18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2_1"/>
  <p:tag name="KSO_WM_UNIT_ID" val="diagram20230945_2*n_h_h_f*1_2_2_1"/>
  <p:tag name="KSO_WM_TEMPLATE_CATEGORY" val="diagram"/>
  <p:tag name="KSO_WM_TEMPLATE_INDEX" val="20230945"/>
  <p:tag name="KSO_WM_UNIT_LAYERLEVEL" val="1_1_1_1"/>
  <p:tag name="KSO_WM_TAG_VERSION" val="3.0"/>
  <p:tag name="KSO_WM_DIAGRAM_VERSION" val="3"/>
  <p:tag name="KSO_WM_DIAGRAM_COLOR_TRICK" val="3"/>
  <p:tag name="KSO_WM_DIAGRAM_COLOR_TEXT_CAN_REMOVE" val="n"/>
  <p:tag name="KSO_WM_DIAGRAM_GROUP_CODE" val="n1-1"/>
  <p:tag name="KSO_WM_DIAGRAM_MAX_ITEMCNT" val="4"/>
  <p:tag name="KSO_WM_DIAGRAM_MIN_ITEMCNT" val="2"/>
  <p:tag name="KSO_WM_DIAGRAM_VIRTUALLY_FRAME" val="{&quot;height&quot;:396.89827240230534,&quot;left&quot;:57.5,&quot;top&quot;:134.47676696777344,&quot;width&quot;:826.25007874015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TYPE" val="1"/>
  <p:tag name="KSO_WM_UNIT_TEXT_LAYER_COUNT" val="1"/>
  <p:tag name="KSO_WM_UNIT_PRESET_TEXT" val="单击此处输入你的智能图形项正文，文字是您思想的提炼，请尽量言简意赅的阐述观点。单击此处输入你的智能图形项正文，文字是您思想的提炼。单击此处输入你的智能图形项正文，文字是您思想的提炼。"/>
  <p:tag name="KSO_WM_UNIT_TEXT_FILL_FORE_SCHEMECOLOR_INDEX" val="1"/>
  <p:tag name="KSO_WM_UNIT_TEXT_FILL_TYPE" val="1"/>
  <p:tag name="KSO_WM_DIAGRAM_USE_COLOR_VALUE" val="{&quot;color_scheme&quot;:1,&quot;color_type&quot;:1,&quot;theme_color_indexes&quot;:[5,6,5,6,5,6]}"/>
</p:tagLst>
</file>

<file path=ppt/tags/tag19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2_1"/>
  <p:tag name="KSO_WM_UNIT_ID" val="diagram20230945_2*n_h_h_a*1_2_2_1"/>
  <p:tag name="KSO_WM_TEMPLATE_CATEGORY" val="diagram"/>
  <p:tag name="KSO_WM_TEMPLATE_INDEX" val="20230945"/>
  <p:tag name="KSO_WM_UNIT_LAYERLEVEL" val="1_1_1_1"/>
  <p:tag name="KSO_WM_TAG_VERSION" val="3.0"/>
  <p:tag name="KSO_WM_DIAGRAM_VERSION" val="3"/>
  <p:tag name="KSO_WM_DIAGRAM_COLOR_TRICK" val="3"/>
  <p:tag name="KSO_WM_DIAGRAM_COLOR_TEXT_CAN_REMOVE" val="n"/>
  <p:tag name="KSO_WM_DIAGRAM_GROUP_CODE" val="n1-1"/>
  <p:tag name="KSO_WM_DIAGRAM_MAX_ITEMCNT" val="4"/>
  <p:tag name="KSO_WM_DIAGRAM_MIN_ITEMCNT" val="2"/>
  <p:tag name="KSO_WM_DIAGRAM_VIRTUALLY_FRAME" val="{&quot;height&quot;:396.89827240230534,&quot;left&quot;:57.5,&quot;top&quot;:134.47676696777344,&quot;width&quot;:826.25007874015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TYPE" val="1"/>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191.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FILL_TYPE" val="3"/>
  <p:tag name="KSO_WM_UNIT_TEXT_FILL_FORE_SCHEMECOLOR_INDEX_BRIGHTNESS" val="0"/>
  <p:tag name="KSO_WM_UNIT_TEXT_FILL_TYPE" val="1"/>
  <p:tag name="KSO_WM_UNIT_LINE_FORE_SCHEMECOLOR_INDEX_1_BRIGHTNESS" val="0"/>
  <p:tag name="KSO_WM_UNIT_LINE_FORE_SCHEMECOLOR_INDEX_1" val="5"/>
  <p:tag name="KSO_WM_UNIT_LINE_FORE_SCHEMECOLOR_INDEX_1_POS" val="0"/>
  <p:tag name="KSO_WM_UNIT_LINE_FORE_SCHEMECOLOR_INDEX_1_TRANS" val="1"/>
  <p:tag name="KSO_WM_UNIT_LINE_FORE_SCHEMECOLOR_INDEX_2_BRIGHTNESS" val="0"/>
  <p:tag name="KSO_WM_UNIT_LINE_FORE_SCHEMECOLOR_INDEX_2" val="5"/>
  <p:tag name="KSO_WM_UNIT_LINE_FORE_SCHEMECOLOR_INDEX_2_POS" val="0.64"/>
  <p:tag name="KSO_WM_UNIT_LINE_FORE_SCHEMECOLOR_INDEX_2_TRANS" val="0"/>
  <p:tag name="KSO_WM_UNIT_LINE_FORE_SCHEMECOLOR_INDEX_3_BRIGHTNESS" val="0.8"/>
  <p:tag name="KSO_WM_UNIT_LINE_FORE_SCHEMECOLOR_INDEX_3" val="15"/>
  <p:tag name="KSO_WM_UNIT_LINE_FORE_SCHEMECOLOR_INDEX_3_POS" val="0.9"/>
  <p:tag name="KSO_WM_UNIT_LINE_FORE_SCHEMECOLOR_INDEX_3_TRANS" val="0.53"/>
  <p:tag name="KSO_WM_UNIT_LINE_FORE_SCHEMECOLOR_INDEX_4_BRIGHTNESS" val="0.8"/>
  <p:tag name="KSO_WM_UNIT_LINE_FORE_SCHEMECOLOR_INDEX_4" val="15"/>
  <p:tag name="KSO_WM_UNIT_LINE_FORE_SCHEMECOLOR_INDEX_4_POS" val="0.95"/>
  <p:tag name="KSO_WM_UNIT_LINE_FORE_SCHEMECOLOR_INDEX_4_TRANS" val="0"/>
  <p:tag name="KSO_WM_UNIT_LINE_FORE_SCHEMECOLOR_INDEX_5_BRIGHTNESS" val="0.8"/>
  <p:tag name="KSO_WM_UNIT_LINE_FORE_SCHEMECOLOR_INDEX_5" val="15"/>
  <p:tag name="KSO_WM_UNIT_LINE_FORE_SCHEMECOLOR_INDEX_5_POS" val="1"/>
  <p:tag name="KSO_WM_UNIT_LINE_FORE_SCHEMECOLOR_INDEX_5_TRANS" val="0.9"/>
  <p:tag name="KSO_WM_UNIT_LINE_GRADIENT_TYPE" val="0"/>
  <p:tag name="KSO_WM_UNIT_LINE_GRADIENT_ANGLE" val="0"/>
  <p:tag name="KSO_WM_UNIT_LINE_GRADIENT_DIRECTION" val="3"/>
  <p:tag name="KSO_WM_UNIT_LINE_FILL_TYPE" val="5"/>
  <p:tag name="KSO_WM_BEAUTIFY_FLAG" val="#wm#"/>
  <p:tag name="KSO_WM_UNIT_HIGHLIGHT" val="0"/>
  <p:tag name="KSO_WM_UNIT_COMPATIBLE" val="0"/>
  <p:tag name="KSO_WM_UNIT_DIAGRAM_ISNUMVISUAL" val="0"/>
  <p:tag name="KSO_WM_UNIT_DIAGRAM_ISREFERUNIT" val="0"/>
  <p:tag name="KSO_WM_UNIT_ID" val="diagram20230945_2*n_h_i*1_2_1"/>
  <p:tag name="KSO_WM_TEMPLATE_CATEGORY" val="diagram"/>
  <p:tag name="KSO_WM_TEMPLATE_INDEX" val="20230945"/>
  <p:tag name="KSO_WM_UNIT_LAYERLEVEL" val="1_1_1"/>
  <p:tag name="KSO_WM_TAG_VERSION" val="3.0"/>
  <p:tag name="KSO_WM_DIAGRAM_VERSION" val="3"/>
  <p:tag name="KSO_WM_DIAGRAM_COLOR_TRICK" val="3"/>
  <p:tag name="KSO_WM_DIAGRAM_COLOR_TEXT_CAN_REMOVE" val="n"/>
  <p:tag name="KSO_WM_DIAGRAM_GROUP_CODE" val="n1-1"/>
  <p:tag name="KSO_WM_UNIT_TYPE" val="n_h_i"/>
  <p:tag name="KSO_WM_UNIT_INDEX" val="1_2_1"/>
  <p:tag name="KSO_WM_DIAGRAM_MAX_ITEMCNT" val="4"/>
  <p:tag name="KSO_WM_DIAGRAM_MIN_ITEMCNT" val="2"/>
  <p:tag name="KSO_WM_DIAGRAM_VIRTUALLY_FRAME" val="{&quot;height&quot;:396.89827240230534,&quot;left&quot;:57.5,&quot;top&quot;:134.47676696777344,&quot;width&quot;:826.2500787401575}"/>
  <p:tag name="KSO_WM_DIAGRAM_COLOR_MATCH_VALUE" val="{&quot;shape&quot;:{&quot;fill&quot;:{&quot;type&quot;:0},&quot;glow&quot;:{&quot;colorType&quot;:0},&quot;line&quot;:{&quot;gradient&quot;:[{&quot;brightness&quot;:0.5,&quot;colorType&quot;:1,&quot;foreColorIndex&quot;:13,&quot;pos&quot;:1,&quot;transparency&quot;:0.699999988079071},{&quot;brightness&quot;:0.800000011920929,&quot;colorType&quot;:2,&quot;pos&quot;:0.15000000596046448,&quot;rgb&quot;:&quot;#ffffff&quot;,&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92.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LINE_FORE_SCHEMECOLOR_INDEX_1_BRIGHTNESS" val="0.95"/>
  <p:tag name="KSO_WM_UNIT_LINE_FORE_SCHEMECOLOR_INDEX_1" val="5"/>
  <p:tag name="KSO_WM_UNIT_LINE_FORE_SCHEMECOLOR_INDEX_1_POS" val="0.09"/>
  <p:tag name="KSO_WM_UNIT_LINE_FORE_SCHEMECOLOR_INDEX_1_TRANS" val="0.3"/>
  <p:tag name="KSO_WM_BEAUTIFY_FLAG" val="#wm#"/>
  <p:tag name="KSO_WM_UNIT_HIGHLIGHT" val="0"/>
  <p:tag name="KSO_WM_UNIT_COMPATIBLE" val="0"/>
  <p:tag name="KSO_WM_UNIT_DIAGRAM_ISNUMVISUAL" val="0"/>
  <p:tag name="KSO_WM_UNIT_DIAGRAM_ISREFERUNIT" val="0"/>
  <p:tag name="KSO_WM_UNIT_ID" val="diagram20230945_2*n_h_h_i*1_2_2_1"/>
  <p:tag name="KSO_WM_TEMPLATE_CATEGORY" val="diagram"/>
  <p:tag name="KSO_WM_TEMPLATE_INDEX" val="20230945"/>
  <p:tag name="KSO_WM_UNIT_LAYERLEVEL" val="1_1_1_1"/>
  <p:tag name="KSO_WM_TAG_VERSION" val="3.0"/>
  <p:tag name="KSO_WM_DIAGRAM_VERSION" val="3"/>
  <p:tag name="KSO_WM_DIAGRAM_COLOR_TRICK" val="3"/>
  <p:tag name="KSO_WM_DIAGRAM_COLOR_TEXT_CAN_REMOVE" val="n"/>
  <p:tag name="KSO_WM_DIAGRAM_GROUP_CODE" val="n1-1"/>
  <p:tag name="KSO_WM_UNIT_SUBTYPE" val="d"/>
  <p:tag name="KSO_WM_UNIT_TYPE" val="n_h_h_i"/>
  <p:tag name="KSO_WM_UNIT_INDEX" val="1_2_2_1"/>
  <p:tag name="KSO_WM_DIAGRAM_MAX_ITEMCNT" val="4"/>
  <p:tag name="KSO_WM_DIAGRAM_MIN_ITEMCNT" val="2"/>
  <p:tag name="KSO_WM_DIAGRAM_VIRTUALLY_FRAME" val="{&quot;height&quot;:396.89827240230534,&quot;left&quot;:57.5,&quot;top&quot;:134.47676696777344,&quot;width&quot;:826.2500787401575}"/>
  <p:tag name="KSO_WM_DIAGRAM_COLOR_MATCH_VALUE" val="{&quot;shape&quot;:{&quot;fill&quot;:{&quot;solid&quot;:{&quot;brightness&quot;:0,&quot;colorType&quot;:1,&quot;foreColorIndex&quot;:6,&quot;transparency&quot;:0},&quot;type&quot;:1},&quot;glow&quot;:{&quot;colorType&quot;:0},&quot;line&quot;:{&quot;gradient&quot;:[{&quot;brightness&quot;:0,&quot;colorType&quot;:2,&quot;pos&quot;:0.3700000047683716,&quot;rgb&quot;:&quot;#ffffff&quot;,&quot;transparency&quot;:0},{&quot;brightness&quot;:0.800000011920929,&quot;colorType&quot;:1,&quot;foreColorIndex&quot;:6,&quot;pos&quot;:0,&quot;transparency&quot;:0},{&quot;brightness&quot;:0,&quot;colorType&quot;:2,&quot;pos&quot;:1,&quot;rgb&quot;:&quot;#ffffff&quot;,&quot;transparency&quot;:0},{&quot;brightness&quot;:0.800000011920929,&quot;colorType&quot;:1,&quot;foreColorIndex&quot;:6,&quot;pos&quot;:0.7099999785423279,&quot;transparency&quot;:0}],&quot;type&quot;:2},&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FILL_TYPE" val="1"/>
  <p:tag name="KSO_WM_UNIT_FILL_FORE_SCHEMECOLOR_INDEX" val="6"/>
  <p:tag name="KSO_WM_UNIT_FILL_FORE_SCHEMECOLOR_INDEX_BRIGHTNESS" val="0"/>
  <p:tag name="KSO_WM_DIAGRAM_USE_COLOR_VALUE" val="{&quot;color_scheme&quot;:1,&quot;color_type&quot;:1,&quot;theme_color_indexes&quot;:[5,6,5,6,5,6]}"/>
</p:tagLst>
</file>

<file path=ppt/tags/tag193.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LINE_FORE_SCHEMECOLOR_INDEX_1_BRIGHTNESS" val="0.95"/>
  <p:tag name="KSO_WM_UNIT_LINE_FORE_SCHEMECOLOR_INDEX_1" val="5"/>
  <p:tag name="KSO_WM_UNIT_LINE_FORE_SCHEMECOLOR_INDEX_1_POS" val="0.09"/>
  <p:tag name="KSO_WM_UNIT_LINE_FORE_SCHEMECOLOR_INDEX_1_TRANS" val="0.3"/>
  <p:tag name="KSO_WM_BEAUTIFY_FLAG" val="#wm#"/>
  <p:tag name="KSO_WM_UNIT_HIGHLIGHT" val="0"/>
  <p:tag name="KSO_WM_UNIT_COMPATIBLE" val="0"/>
  <p:tag name="KSO_WM_UNIT_DIAGRAM_ISNUMVISUAL" val="0"/>
  <p:tag name="KSO_WM_UNIT_DIAGRAM_ISREFERUNIT" val="0"/>
  <p:tag name="KSO_WM_UNIT_ID" val="diagram20230945_2*n_h_h_i*1_2_1_1"/>
  <p:tag name="KSO_WM_TEMPLATE_CATEGORY" val="diagram"/>
  <p:tag name="KSO_WM_TEMPLATE_INDEX" val="20230945"/>
  <p:tag name="KSO_WM_UNIT_LAYERLEVEL" val="1_1_1_1"/>
  <p:tag name="KSO_WM_TAG_VERSION" val="3.0"/>
  <p:tag name="KSO_WM_DIAGRAM_VERSION" val="3"/>
  <p:tag name="KSO_WM_DIAGRAM_COLOR_TRICK" val="3"/>
  <p:tag name="KSO_WM_DIAGRAM_COLOR_TEXT_CAN_REMOVE" val="n"/>
  <p:tag name="KSO_WM_DIAGRAM_GROUP_CODE" val="n1-1"/>
  <p:tag name="KSO_WM_UNIT_SUBTYPE" val="d"/>
  <p:tag name="KSO_WM_UNIT_TYPE" val="n_h_h_i"/>
  <p:tag name="KSO_WM_UNIT_INDEX" val="1_2_1_1"/>
  <p:tag name="KSO_WM_DIAGRAM_MAX_ITEMCNT" val="4"/>
  <p:tag name="KSO_WM_DIAGRAM_MIN_ITEMCNT" val="2"/>
  <p:tag name="KSO_WM_DIAGRAM_VIRTUALLY_FRAME" val="{&quot;height&quot;:396.89827240230534,&quot;left&quot;:57.5,&quot;top&quot;:134.47676696777344,&quot;width&quot;:826.2500787401575}"/>
  <p:tag name="KSO_WM_DIAGRAM_COLOR_MATCH_VALUE" val="{&quot;shape&quot;:{&quot;fill&quot;:{&quot;solid&quot;:{&quot;brightness&quot;:0,&quot;colorType&quot;:1,&quot;foreColorIndex&quot;:5,&quot;transparency&quot;:0},&quot;type&quot;:1},&quot;glow&quot;:{&quot;colorType&quot;:0},&quot;line&quot;:{&quot;gradient&quot;:[{&quot;brightness&quot;:0,&quot;colorType&quot;:2,&quot;pos&quot;:0.3700000047683716,&quot;rgb&quot;:&quot;#ffffff&quot;,&quot;transparency&quot;:0},{&quot;brightness&quot;:0.800000011920929,&quot;colorType&quot;:1,&quot;foreColorIndex&quot;:5,&quot;pos&quot;:0,&quot;transparency&quot;:0},{&quot;brightness&quot;:0,&quot;colorType&quot;:2,&quot;pos&quot;:1,&quot;rgb&quot;:&quot;#ffffff&quot;,&quot;transparency&quot;:0},{&quot;brightness&quot;:0.800000011920929,&quot;colorType&quot;:1,&quot;foreColorIndex&quot;:5,&quot;pos&quot;:0.7099999785423279,&quot;transparency&quot;:0}],&quot;type&quot;:2},&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94.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LINE_FORE_SCHEMECOLOR_INDEX_1_BRIGHTNESS" val="0.95"/>
  <p:tag name="KSO_WM_UNIT_LINE_FORE_SCHEMECOLOR_INDEX_1" val="5"/>
  <p:tag name="KSO_WM_UNIT_LINE_FORE_SCHEMECOLOR_INDEX_1_POS" val="0.09"/>
  <p:tag name="KSO_WM_UNIT_LINE_FORE_SCHEMECOLOR_INDEX_1_TRANS" val="0.3"/>
  <p:tag name="KSO_WM_BEAUTIFY_FLAG" val="#wm#"/>
  <p:tag name="KSO_WM_UNIT_HIGHLIGHT" val="0"/>
  <p:tag name="KSO_WM_UNIT_COMPATIBLE" val="0"/>
  <p:tag name="KSO_WM_UNIT_DIAGRAM_ISNUMVISUAL" val="0"/>
  <p:tag name="KSO_WM_UNIT_DIAGRAM_ISREFERUNIT" val="0"/>
  <p:tag name="KSO_WM_UNIT_ID" val="diagram20230945_2*n_h_h_i*1_2_3_1"/>
  <p:tag name="KSO_WM_TEMPLATE_CATEGORY" val="diagram"/>
  <p:tag name="KSO_WM_TEMPLATE_INDEX" val="20230945"/>
  <p:tag name="KSO_WM_UNIT_LAYERLEVEL" val="1_1_1_1"/>
  <p:tag name="KSO_WM_TAG_VERSION" val="3.0"/>
  <p:tag name="KSO_WM_DIAGRAM_VERSION" val="3"/>
  <p:tag name="KSO_WM_DIAGRAM_COLOR_TRICK" val="3"/>
  <p:tag name="KSO_WM_DIAGRAM_COLOR_TEXT_CAN_REMOVE" val="n"/>
  <p:tag name="KSO_WM_DIAGRAM_GROUP_CODE" val="n1-1"/>
  <p:tag name="KSO_WM_UNIT_SUBTYPE" val="d"/>
  <p:tag name="KSO_WM_UNIT_TYPE" val="n_h_h_i"/>
  <p:tag name="KSO_WM_UNIT_INDEX" val="1_2_3_1"/>
  <p:tag name="KSO_WM_DIAGRAM_MAX_ITEMCNT" val="4"/>
  <p:tag name="KSO_WM_DIAGRAM_MIN_ITEMCNT" val="2"/>
  <p:tag name="KSO_WM_DIAGRAM_VIRTUALLY_FRAME" val="{&quot;height&quot;:396.89827240230534,&quot;left&quot;:57.5,&quot;top&quot;:134.47676696777344,&quot;width&quot;:826.2500787401575}"/>
  <p:tag name="KSO_WM_DIAGRAM_COLOR_MATCH_VALUE" val="{&quot;shape&quot;:{&quot;fill&quot;:{&quot;solid&quot;:{&quot;brightness&quot;:0,&quot;colorType&quot;:1,&quot;foreColorIndex&quot;:7,&quot;transparency&quot;:0},&quot;type&quot;:1},&quot;glow&quot;:{&quot;colorType&quot;:0},&quot;line&quot;:{&quot;gradient&quot;:[{&quot;brightness&quot;:0,&quot;colorType&quot;:2,&quot;pos&quot;:0.3700000047683716,&quot;rgb&quot;:&quot;#ffffff&quot;,&quot;transparency&quot;:0},{&quot;brightness&quot;:0.800000011920929,&quot;colorType&quot;:1,&quot;foreColorIndex&quot;:10,&quot;pos&quot;:0,&quot;transparency&quot;:0},{&quot;brightness&quot;:0,&quot;colorType&quot;:2,&quot;pos&quot;:1,&quot;rgb&quot;:&quot;#ffffff&quot;,&quot;transparency&quot;:0},{&quot;brightness&quot;:0.800000011920929,&quot;colorType&quot;:1,&quot;foreColorIndex&quot;:7,&quot;pos&quot;:0.7099999785423279,&quot;transparency&quot;:0}],&quot;type&quot;:2},&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FILL_TYPE" val="1"/>
  <p:tag name="KSO_WM_UNIT_FILL_FORE_SCHEMECOLOR_INDEX" val="7"/>
  <p:tag name="KSO_WM_UNIT_FILL_FORE_SCHEMECOLOR_INDEX_BRIGHTNESS" val="0"/>
  <p:tag name="KSO_WM_DIAGRAM_USE_COLOR_VALUE" val="{&quot;color_scheme&quot;:1,&quot;color_type&quot;:1,&quot;theme_color_indexes&quot;:[5,6,5,6,5,6]}"/>
</p:tagLst>
</file>

<file path=ppt/tags/tag195.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LINE_FORE_SCHEMECOLOR_INDEX_1_BRIGHTNESS" val="0.95"/>
  <p:tag name="KSO_WM_UNIT_LINE_FORE_SCHEMECOLOR_INDEX_1" val="5"/>
  <p:tag name="KSO_WM_UNIT_LINE_FORE_SCHEMECOLOR_INDEX_1_POS" val="0.09"/>
  <p:tag name="KSO_WM_UNIT_LINE_FORE_SCHEMECOLOR_INDEX_1_TRANS" val="0.3"/>
  <p:tag name="KSO_WM_BEAUTIFY_FLAG" val="#wm#"/>
  <p:tag name="KSO_WM_UNIT_HIGHLIGHT" val="0"/>
  <p:tag name="KSO_WM_UNIT_COMPATIBLE" val="0"/>
  <p:tag name="KSO_WM_UNIT_DIAGRAM_ISNUMVISUAL" val="0"/>
  <p:tag name="KSO_WM_UNIT_DIAGRAM_ISREFERUNIT" val="0"/>
  <p:tag name="KSO_WM_UNIT_ID" val="diagram20230945_2*n_h_a*1_1_1"/>
  <p:tag name="KSO_WM_TEMPLATE_CATEGORY" val="diagram"/>
  <p:tag name="KSO_WM_TEMPLATE_INDEX" val="20230945"/>
  <p:tag name="KSO_WM_UNIT_LAYERLEVEL" val="1_1_1"/>
  <p:tag name="KSO_WM_TAG_VERSION" val="3.0"/>
  <p:tag name="KSO_WM_DIAGRAM_VERSION" val="3"/>
  <p:tag name="KSO_WM_DIAGRAM_COLOR_TRICK" val="3"/>
  <p:tag name="KSO_WM_DIAGRAM_COLOR_TEXT_CAN_REMOVE" val="n"/>
  <p:tag name="KSO_WM_UNIT_ISCONTENTSTITLE" val="0"/>
  <p:tag name="KSO_WM_UNIT_ISNUMDGMTITLE" val="0"/>
  <p:tag name="KSO_WM_UNIT_NOCLEAR" val="0"/>
  <p:tag name="KSO_WM_UNIT_VALUE" val="30"/>
  <p:tag name="KSO_WM_DIAGRAM_GROUP_CODE" val="n1-1"/>
  <p:tag name="KSO_WM_UNIT_TYPE" val="n_h_a"/>
  <p:tag name="KSO_WM_UNIT_INDEX" val="1_1_1"/>
  <p:tag name="KSO_WM_DIAGRAM_MAX_ITEMCNT" val="4"/>
  <p:tag name="KSO_WM_DIAGRAM_MIN_ITEMCNT" val="2"/>
  <p:tag name="KSO_WM_DIAGRAM_VIRTUALLY_FRAME" val="{&quot;height&quot;:396.89827240230534,&quot;left&quot;:57.5,&quot;top&quot;:134.47676696777344,&quot;width&quot;:826.2500787401575}"/>
  <p:tag name="KSO_WM_DIAGRAM_COLOR_MATCH_VALUE" val="{&quot;shape&quot;:{&quot;fill&quot;:{&quot;solid&quot;:{&quot;brightness&quot;:0,&quot;colorType&quot;:1,&quot;foreColorIndex&quot;:5,&quot;transparency&quot;:0},&quot;type&quot;:1},&quot;glow&quot;:{&quot;colorType&quot;:0},&quot;line&quot;:{&quot;gradient&quot;:[{&quot;brightness&quot;:0,&quot;colorType&quot;:2,&quot;pos&quot;:0.3700000047683716,&quot;rgb&quot;:&quot;#ffffff&quot;,&quot;transparency&quot;:0},{&quot;brightness&quot;:0.550000011920929,&quot;colorType&quot;:1,&quot;foreColorIndex&quot;:5,&quot;pos&quot;:0,&quot;transparency&quot;:0},{&quot;brightness&quot;:0,&quot;colorType&quot;:2,&quot;pos&quot;:1,&quot;rgb&quot;:&quot;#ffffff&quot;,&quot;transparency&quot;:0},{&quot;brightness&quot;:0.699999988079071,&quot;colorType&quot;:1,&quot;foreColorIndex&quot;:5,&quot;pos&quot;:0.7099999785423279,&quot;transparency&quot;:0}],&quot;type&quot;:2},&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PRESET_TEXT" val="单击添加&#10;项标题"/>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96.xml><?xml version="1.0" encoding="utf-8"?>
<p:tagLst xmlns:p="http://schemas.openxmlformats.org/presentationml/2006/main">
  <p:tag name="PA" val="v5.2.11"/>
</p:tagLst>
</file>

<file path=ppt/tags/tag197.xml><?xml version="1.0" encoding="utf-8"?>
<p:tagLst xmlns:p="http://schemas.openxmlformats.org/presentationml/2006/main">
  <p:tag name="PA" val="v5.2.11"/>
</p:tagLst>
</file>

<file path=ppt/tags/tag198.xml><?xml version="1.0" encoding="utf-8"?>
<p:tagLst xmlns:p="http://schemas.openxmlformats.org/presentationml/2006/main">
  <p:tag name="PA" val="v5.2.11"/>
</p:tagLst>
</file>

<file path=ppt/tags/tag199.xml><?xml version="1.0" encoding="utf-8"?>
<p:tagLst xmlns:p="http://schemas.openxmlformats.org/presentationml/2006/main">
  <p:tag name="PA" val="v5.2.11"/>
</p:tagLst>
</file>

<file path=ppt/tags/tag200.xml><?xml version="1.0" encoding="utf-8"?>
<p:tagLst xmlns:p="http://schemas.openxmlformats.org/presentationml/2006/main">
  <p:tag name="PA" val="v5.2.11"/>
</p:tagLst>
</file>

<file path=ppt/tags/tag201.xml><?xml version="1.0" encoding="utf-8"?>
<p:tagLst xmlns:p="http://schemas.openxmlformats.org/presentationml/2006/main">
  <p:tag name="PA" val="v5.2.11"/>
</p:tagLst>
</file>

<file path=ppt/tags/tag202.xml><?xml version="1.0" encoding="utf-8"?>
<p:tagLst xmlns:p="http://schemas.openxmlformats.org/presentationml/2006/main">
  <p:tag name="PA" val="v5.2.11"/>
</p:tagLst>
</file>

<file path=ppt/tags/tag203.xml><?xml version="1.0" encoding="utf-8"?>
<p:tagLst xmlns:p="http://schemas.openxmlformats.org/presentationml/2006/main">
  <p:tag name="PA" val="v5.2.11"/>
</p:tagLst>
</file>

<file path=ppt/tags/tag204.xml><?xml version="1.0" encoding="utf-8"?>
<p:tagLst xmlns:p="http://schemas.openxmlformats.org/presentationml/2006/main">
  <p:tag name="PA" val="v5.2.11"/>
</p:tagLst>
</file>

<file path=ppt/tags/tag205.xml><?xml version="1.0" encoding="utf-8"?>
<p:tagLst xmlns:p="http://schemas.openxmlformats.org/presentationml/2006/main">
  <p:tag name="PA" val="v5.2.11"/>
</p:tagLst>
</file>

<file path=ppt/tags/tag206.xml><?xml version="1.0" encoding="utf-8"?>
<p:tagLst xmlns:p="http://schemas.openxmlformats.org/presentationml/2006/main">
  <p:tag name="PA" val="v5.2.11"/>
</p:tagLst>
</file>

<file path=ppt/tags/tag207.xml><?xml version="1.0" encoding="utf-8"?>
<p:tagLst xmlns:p="http://schemas.openxmlformats.org/presentationml/2006/main">
  <p:tag name="PA" val="v5.2.11"/>
</p:tagLst>
</file>

<file path=ppt/tags/tag208.xml><?xml version="1.0" encoding="utf-8"?>
<p:tagLst xmlns:p="http://schemas.openxmlformats.org/presentationml/2006/main">
  <p:tag name="PA" val="v5.2.11"/>
</p:tagLst>
</file>

<file path=ppt/tags/tag209.xml><?xml version="1.0" encoding="utf-8"?>
<p:tagLst xmlns:p="http://schemas.openxmlformats.org/presentationml/2006/main">
  <p:tag name="PA" val="v5.2.11"/>
</p:tagLst>
</file>

<file path=ppt/tags/tag210.xml><?xml version="1.0" encoding="utf-8"?>
<p:tagLst xmlns:p="http://schemas.openxmlformats.org/presentationml/2006/main">
  <p:tag name="PA" val="v5.2.11"/>
</p:tagLst>
</file>

<file path=ppt/tags/tag211.xml><?xml version="1.0" encoding="utf-8"?>
<p:tagLst xmlns:p="http://schemas.openxmlformats.org/presentationml/2006/main">
  <p:tag name="PICID" val="{e4c4ca7b-25d2-4118-88ec-a1b23607633a}"/>
</p:tagLst>
</file>

<file path=ppt/tags/tag212.xml><?xml version="1.0" encoding="utf-8"?>
<p:tagLst xmlns:p="http://schemas.openxmlformats.org/presentationml/2006/main">
  <p:tag name="PA" val="v5.2.11"/>
</p:tagLst>
</file>

<file path=ppt/tags/tag213.xml><?xml version="1.0" encoding="utf-8"?>
<p:tagLst xmlns:p="http://schemas.openxmlformats.org/presentationml/2006/main">
  <p:tag name="PA" val="v5.2.11"/>
</p:tagLst>
</file>

<file path=ppt/tags/tag214.xml><?xml version="1.0" encoding="utf-8"?>
<p:tagLst xmlns:p="http://schemas.openxmlformats.org/presentationml/2006/main">
  <p:tag name="PA" val="v5.2.11"/>
</p:tagLst>
</file>

<file path=ppt/tags/tag215.xml><?xml version="1.0" encoding="utf-8"?>
<p:tagLst xmlns:p="http://schemas.openxmlformats.org/presentationml/2006/main">
  <p:tag name="PA" val="v5.2.11"/>
</p:tagLst>
</file>

<file path=ppt/tags/tag216.xml><?xml version="1.0" encoding="utf-8"?>
<p:tagLst xmlns:p="http://schemas.openxmlformats.org/presentationml/2006/main">
  <p:tag name="PA" val="v5.2.11"/>
</p:tagLst>
</file>

<file path=ppt/tags/tag217.xml><?xml version="1.0" encoding="utf-8"?>
<p:tagLst xmlns:p="http://schemas.openxmlformats.org/presentationml/2006/main">
  <p:tag name="PA" val="v5.2.11"/>
</p:tagLst>
</file>

<file path=ppt/tags/tag218.xml><?xml version="1.0" encoding="utf-8"?>
<p:tagLst xmlns:p="http://schemas.openxmlformats.org/presentationml/2006/main">
  <p:tag name="PA" val="v5.2.11"/>
</p:tagLst>
</file>

<file path=ppt/tags/tag219.xml><?xml version="1.0" encoding="utf-8"?>
<p:tagLst xmlns:p="http://schemas.openxmlformats.org/presentationml/2006/main">
  <p:tag name="PA" val="v5.2.11"/>
</p:tagLst>
</file>

<file path=ppt/tags/tag220.xml><?xml version="1.0" encoding="utf-8"?>
<p:tagLst xmlns:p="http://schemas.openxmlformats.org/presentationml/2006/main">
  <p:tag name="PA" val="v5.2.11"/>
</p:tagLst>
</file>

<file path=ppt/tags/tag221.xml><?xml version="1.0" encoding="utf-8"?>
<p:tagLst xmlns:p="http://schemas.openxmlformats.org/presentationml/2006/main">
  <p:tag name="PA" val="v5.2.11"/>
</p:tagLst>
</file>

<file path=ppt/tags/tag222.xml><?xml version="1.0" encoding="utf-8"?>
<p:tagLst xmlns:p="http://schemas.openxmlformats.org/presentationml/2006/main">
  <p:tag name="PA" val="v5.2.11"/>
</p:tagLst>
</file>

<file path=ppt/tags/tag223.xml><?xml version="1.0" encoding="utf-8"?>
<p:tagLst xmlns:p="http://schemas.openxmlformats.org/presentationml/2006/main">
  <p:tag name="PA" val="v5.2.11"/>
</p:tagLst>
</file>

<file path=ppt/tags/tag224.xml><?xml version="1.0" encoding="utf-8"?>
<p:tagLst xmlns:p="http://schemas.openxmlformats.org/presentationml/2006/main">
  <p:tag name="PA" val="v5.2.11"/>
</p:tagLst>
</file>

<file path=ppt/tags/tag225.xml><?xml version="1.0" encoding="utf-8"?>
<p:tagLst xmlns:p="http://schemas.openxmlformats.org/presentationml/2006/main">
  <p:tag name="PA" val="v5.2.11"/>
</p:tagLst>
</file>

<file path=ppt/tags/tag226.xml><?xml version="1.0" encoding="utf-8"?>
<p:tagLst xmlns:p="http://schemas.openxmlformats.org/presentationml/2006/main">
  <p:tag name="ISLIDE.ICON" val="#90858;#90858;#380063;"/>
  <p:tag name="resource_record_key" val="{&quot;70&quot;:[3312417]}"/>
</p:tagLst>
</file>

<file path=ppt/tags/tag227.xml><?xml version="1.0" encoding="utf-8"?>
<p:tagLst xmlns:p="http://schemas.openxmlformats.org/presentationml/2006/main">
  <p:tag name="PA" val="v5.2.11"/>
</p:tagLst>
</file>

<file path=ppt/tags/tag228.xml><?xml version="1.0" encoding="utf-8"?>
<p:tagLst xmlns:p="http://schemas.openxmlformats.org/presentationml/2006/main">
  <p:tag name="PA" val="v5.2.11"/>
</p:tagLst>
</file>

<file path=ppt/tags/tag229.xml><?xml version="1.0" encoding="utf-8"?>
<p:tagLst xmlns:p="http://schemas.openxmlformats.org/presentationml/2006/main">
  <p:tag name="PA" val="v5.2.11"/>
</p:tagLst>
</file>

<file path=ppt/tags/tag230.xml><?xml version="1.0" encoding="utf-8"?>
<p:tagLst xmlns:p="http://schemas.openxmlformats.org/presentationml/2006/main">
  <p:tag name="PA" val="v5.2.11"/>
</p:tagLst>
</file>

<file path=ppt/tags/tag231.xml><?xml version="1.0" encoding="utf-8"?>
<p:tagLst xmlns:p="http://schemas.openxmlformats.org/presentationml/2006/main">
  <p:tag name="PA" val="v5.2.11"/>
</p:tagLst>
</file>

<file path=ppt/tags/tag232.xml><?xml version="1.0" encoding="utf-8"?>
<p:tagLst xmlns:p="http://schemas.openxmlformats.org/presentationml/2006/main">
  <p:tag name="PA" val="v5.2.11"/>
</p:tagLst>
</file>

<file path=ppt/tags/tag233.xml><?xml version="1.0" encoding="utf-8"?>
<p:tagLst xmlns:p="http://schemas.openxmlformats.org/presentationml/2006/main">
  <p:tag name="PA" val="v5.2.11"/>
</p:tagLst>
</file>

<file path=ppt/tags/tag234.xml><?xml version="1.0" encoding="utf-8"?>
<p:tagLst xmlns:p="http://schemas.openxmlformats.org/presentationml/2006/main">
  <p:tag name="PA" val="v5.2.11"/>
</p:tagLst>
</file>

<file path=ppt/tags/tag235.xml><?xml version="1.0" encoding="utf-8"?>
<p:tagLst xmlns:p="http://schemas.openxmlformats.org/presentationml/2006/main">
  <p:tag name="PA" val="v5.2.11"/>
</p:tagLst>
</file>

<file path=ppt/tags/tag236.xml><?xml version="1.0" encoding="utf-8"?>
<p:tagLst xmlns:p="http://schemas.openxmlformats.org/presentationml/2006/main">
  <p:tag name="PA" val="v5.2.11"/>
</p:tagLst>
</file>

<file path=ppt/tags/tag237.xml><?xml version="1.0" encoding="utf-8"?>
<p:tagLst xmlns:p="http://schemas.openxmlformats.org/presentationml/2006/main">
  <p:tag name="PA" val="v5.2.11"/>
</p:tagLst>
</file>

<file path=ppt/tags/tag238.xml><?xml version="1.0" encoding="utf-8"?>
<p:tagLst xmlns:p="http://schemas.openxmlformats.org/presentationml/2006/main">
  <p:tag name="PA" val="v5.2.11"/>
</p:tagLst>
</file>

<file path=ppt/tags/tag239.xml><?xml version="1.0" encoding="utf-8"?>
<p:tagLst xmlns:p="http://schemas.openxmlformats.org/presentationml/2006/main">
  <p:tag name="PA" val="v5.2.11"/>
</p:tagLst>
</file>

<file path=ppt/tags/tag240.xml><?xml version="1.0" encoding="utf-8"?>
<p:tagLst xmlns:p="http://schemas.openxmlformats.org/presentationml/2006/main">
  <p:tag name="PA" val="v5.2.11"/>
</p:tagLst>
</file>

<file path=ppt/tags/tag241.xml><?xml version="1.0" encoding="utf-8"?>
<p:tagLst xmlns:p="http://schemas.openxmlformats.org/presentationml/2006/main">
  <p:tag name="PICID" val="{e4c4ca7b-25d2-4118-88ec-a1b23607633a}"/>
</p:tagLst>
</file>

<file path=ppt/tags/tag242.xml><?xml version="1.0" encoding="utf-8"?>
<p:tagLst xmlns:p="http://schemas.openxmlformats.org/presentationml/2006/main">
  <p:tag name="PA" val="v5.2.11"/>
</p:tagLst>
</file>

<file path=ppt/tags/tag243.xml><?xml version="1.0" encoding="utf-8"?>
<p:tagLst xmlns:p="http://schemas.openxmlformats.org/presentationml/2006/main">
  <p:tag name="PA" val="v5.2.11"/>
</p:tagLst>
</file>

<file path=ppt/tags/tag244.xml><?xml version="1.0" encoding="utf-8"?>
<p:tagLst xmlns:p="http://schemas.openxmlformats.org/presentationml/2006/main">
  <p:tag name="PA" val="v5.2.11"/>
</p:tagLst>
</file>

<file path=ppt/tags/tag245.xml><?xml version="1.0" encoding="utf-8"?>
<p:tagLst xmlns:p="http://schemas.openxmlformats.org/presentationml/2006/main">
  <p:tag name="PA" val="v5.2.11"/>
</p:tagLst>
</file>

<file path=ppt/tags/tag246.xml><?xml version="1.0" encoding="utf-8"?>
<p:tagLst xmlns:p="http://schemas.openxmlformats.org/presentationml/2006/main">
  <p:tag name="PA" val="v5.2.11"/>
</p:tagLst>
</file>

<file path=ppt/tags/tag247.xml><?xml version="1.0" encoding="utf-8"?>
<p:tagLst xmlns:p="http://schemas.openxmlformats.org/presentationml/2006/main">
  <p:tag name="PA" val="v5.2.11"/>
</p:tagLst>
</file>

<file path=ppt/tags/tag248.xml><?xml version="1.0" encoding="utf-8"?>
<p:tagLst xmlns:p="http://schemas.openxmlformats.org/presentationml/2006/main">
  <p:tag name="PA" val="v5.2.11"/>
</p:tagLst>
</file>

<file path=ppt/tags/tag249.xml><?xml version="1.0" encoding="utf-8"?>
<p:tagLst xmlns:p="http://schemas.openxmlformats.org/presentationml/2006/main">
  <p:tag name="PA" val="v5.2.11"/>
</p:tagLst>
</file>

<file path=ppt/tags/tag250.xml><?xml version="1.0" encoding="utf-8"?>
<p:tagLst xmlns:p="http://schemas.openxmlformats.org/presentationml/2006/main">
  <p:tag name="PA" val="v5.2.11"/>
</p:tagLst>
</file>

<file path=ppt/tags/tag251.xml><?xml version="1.0" encoding="utf-8"?>
<p:tagLst xmlns:p="http://schemas.openxmlformats.org/presentationml/2006/main">
  <p:tag name="PA" val="v5.2.11"/>
</p:tagLst>
</file>

<file path=ppt/tags/tag252.xml><?xml version="1.0" encoding="utf-8"?>
<p:tagLst xmlns:p="http://schemas.openxmlformats.org/presentationml/2006/main">
  <p:tag name="PA" val="v5.2.11"/>
</p:tagLst>
</file>

<file path=ppt/tags/tag253.xml><?xml version="1.0" encoding="utf-8"?>
<p:tagLst xmlns:p="http://schemas.openxmlformats.org/presentationml/2006/main">
  <p:tag name="PA" val="v5.2.11"/>
</p:tagLst>
</file>

<file path=ppt/tags/tag254.xml><?xml version="1.0" encoding="utf-8"?>
<p:tagLst xmlns:p="http://schemas.openxmlformats.org/presentationml/2006/main">
  <p:tag name="PA" val="v5.2.11"/>
</p:tagLst>
</file>

<file path=ppt/tags/tag255.xml><?xml version="1.0" encoding="utf-8"?>
<p:tagLst xmlns:p="http://schemas.openxmlformats.org/presentationml/2006/main">
  <p:tag name="PA" val="v5.2.11"/>
</p:tagLst>
</file>

<file path=ppt/tags/tag256.xml><?xml version="1.0" encoding="utf-8"?>
<p:tagLst xmlns:p="http://schemas.openxmlformats.org/presentationml/2006/main">
  <p:tag name="KSO_WM_DIAGRAM_VIRTUALLY_FRAME" val="{&quot;height&quot;:452.0037007874016,&quot;left&quot;:6.300000000000023,&quot;top&quot;:77.77496062992127,&quot;width&quot;:900.0897637795275}"/>
</p:tagLst>
</file>

<file path=ppt/tags/tag257.xml><?xml version="1.0" encoding="utf-8"?>
<p:tagLst xmlns:p="http://schemas.openxmlformats.org/presentationml/2006/main">
  <p:tag name="KSO_WM_DIAGRAM_VIRTUALLY_FRAME" val="{&quot;height&quot;:452.0037007874016,&quot;left&quot;:6.300000000000023,&quot;top&quot;:77.77496062992127,&quot;width&quot;:900.0897637795275}"/>
</p:tagLst>
</file>

<file path=ppt/tags/tag258.xml><?xml version="1.0" encoding="utf-8"?>
<p:tagLst xmlns:p="http://schemas.openxmlformats.org/presentationml/2006/main">
  <p:tag name="KSO_WM_DIAGRAM_VIRTUALLY_FRAME" val="{&quot;height&quot;:452.0037007874016,&quot;left&quot;:6.300000000000023,&quot;top&quot;:77.77496062992127,&quot;width&quot;:900.0897637795275}"/>
</p:tagLst>
</file>

<file path=ppt/tags/tag259.xml><?xml version="1.0" encoding="utf-8"?>
<p:tagLst xmlns:p="http://schemas.openxmlformats.org/presentationml/2006/main">
  <p:tag name="KSO_WM_DIAGRAM_VIRTUALLY_FRAME" val="{&quot;height&quot;:452.0037007874016,&quot;left&quot;:6.300000000000023,&quot;top&quot;:77.77496062992127,&quot;width&quot;:900.0897637795275}"/>
</p:tagLst>
</file>

<file path=ppt/tags/tag260.xml><?xml version="1.0" encoding="utf-8"?>
<p:tagLst xmlns:p="http://schemas.openxmlformats.org/presentationml/2006/main">
  <p:tag name="KSO_WM_DIAGRAM_VIRTUALLY_FRAME" val="{&quot;height&quot;:452.0037007874016,&quot;left&quot;:6.300000000000023,&quot;top&quot;:77.77496062992127,&quot;width&quot;:900.0897637795275}"/>
</p:tagLst>
</file>

<file path=ppt/tags/tag261.xml><?xml version="1.0" encoding="utf-8"?>
<p:tagLst xmlns:p="http://schemas.openxmlformats.org/presentationml/2006/main">
  <p:tag name="KSO_WM_DIAGRAM_VIRTUALLY_FRAME" val="{&quot;height&quot;:452.0037007874016,&quot;left&quot;:6.300000000000023,&quot;top&quot;:77.77496062992127,&quot;width&quot;:900.0897637795275}"/>
</p:tagLst>
</file>

<file path=ppt/tags/tag262.xml><?xml version="1.0" encoding="utf-8"?>
<p:tagLst xmlns:p="http://schemas.openxmlformats.org/presentationml/2006/main">
  <p:tag name="KSO_WM_DIAGRAM_VIRTUALLY_FRAME" val="{&quot;height&quot;:430.4,&quot;left&quot;:6.300000000000023,&quot;top&quot;:77.77496062992127,&quot;width&quot;:900.0897637795275}"/>
</p:tagLst>
</file>

<file path=ppt/tags/tag263.xml><?xml version="1.0" encoding="utf-8"?>
<p:tagLst xmlns:p="http://schemas.openxmlformats.org/presentationml/2006/main">
  <p:tag name="KSO_WM_DIAGRAM_VIRTUALLY_FRAME" val="{&quot;height&quot;:452.0037007874016,&quot;left&quot;:6.300000000000023,&quot;top&quot;:77.77496062992127,&quot;width&quot;:900.0897637795275}"/>
</p:tagLst>
</file>

<file path=ppt/tags/tag264.xml><?xml version="1.0" encoding="utf-8"?>
<p:tagLst xmlns:p="http://schemas.openxmlformats.org/presentationml/2006/main">
  <p:tag name="KSO_WM_DIAGRAM_VIRTUALLY_FRAME" val="{&quot;height&quot;:452.0037007874016,&quot;left&quot;:6.300000000000023,&quot;top&quot;:77.77496062992127,&quot;width&quot;:900.0897637795275}"/>
</p:tagLst>
</file>

<file path=ppt/tags/tag265.xml><?xml version="1.0" encoding="utf-8"?>
<p:tagLst xmlns:p="http://schemas.openxmlformats.org/presentationml/2006/main">
  <p:tag name="KSO_WM_DIAGRAM_VIRTUALLY_FRAME" val="{&quot;height&quot;:452.0037007874016,&quot;left&quot;:6.300000000000023,&quot;top&quot;:77.77496062992127,&quot;width&quot;:900.0897637795275}"/>
</p:tagLst>
</file>

<file path=ppt/tags/tag266.xml><?xml version="1.0" encoding="utf-8"?>
<p:tagLst xmlns:p="http://schemas.openxmlformats.org/presentationml/2006/main">
  <p:tag name="KSO_WM_DIAGRAM_VIRTUALLY_FRAME" val="{&quot;height&quot;:430.4,&quot;left&quot;:6.300000000000023,&quot;top&quot;:77.77496062992127,&quot;width&quot;:900.0897637795275}"/>
</p:tagLst>
</file>

<file path=ppt/tags/tag267.xml><?xml version="1.0" encoding="utf-8"?>
<p:tagLst xmlns:p="http://schemas.openxmlformats.org/presentationml/2006/main">
  <p:tag name="KSO_WM_DIAGRAM_VIRTUALLY_FRAME" val="{&quot;height&quot;:452.0037007874016,&quot;left&quot;:6.300000000000023,&quot;top&quot;:77.77496062992127,&quot;width&quot;:900.0897637795275}"/>
</p:tagLst>
</file>

<file path=ppt/tags/tag268.xml><?xml version="1.0" encoding="utf-8"?>
<p:tagLst xmlns:p="http://schemas.openxmlformats.org/presentationml/2006/main">
  <p:tag name="KSO_WM_DIAGRAM_VIRTUALLY_FRAME" val="{&quot;height&quot;:452.0037007874016,&quot;left&quot;:6.300000000000023,&quot;top&quot;:77.77496062992127,&quot;width&quot;:900.0897637795275}"/>
</p:tagLst>
</file>

<file path=ppt/tags/tag269.xml><?xml version="1.0" encoding="utf-8"?>
<p:tagLst xmlns:p="http://schemas.openxmlformats.org/presentationml/2006/main">
  <p:tag name="KSO_WM_DIAGRAM_VIRTUALLY_FRAME" val="{&quot;height&quot;:452.0037007874016,&quot;left&quot;:6.300000000000023,&quot;top&quot;:77.77496062992127,&quot;width&quot;:900.0897637795275}"/>
</p:tagLst>
</file>

<file path=ppt/tags/tag270.xml><?xml version="1.0" encoding="utf-8"?>
<p:tagLst xmlns:p="http://schemas.openxmlformats.org/presentationml/2006/main">
  <p:tag name="KSO_WM_DIAGRAM_VIRTUALLY_FRAME" val="{&quot;height&quot;:452.0037007874016,&quot;left&quot;:6.300000000000023,&quot;top&quot;:77.77496062992127,&quot;width&quot;:900.0897637795275}"/>
</p:tagLst>
</file>

<file path=ppt/tags/tag271.xml><?xml version="1.0" encoding="utf-8"?>
<p:tagLst xmlns:p="http://schemas.openxmlformats.org/presentationml/2006/main">
  <p:tag name="KSO_WM_DIAGRAM_VIRTUALLY_FRAME" val="{&quot;height&quot;:430.4,&quot;left&quot;:6.300000000000023,&quot;top&quot;:77.77496062992127,&quot;width&quot;:900.0897637795275}"/>
</p:tagLst>
</file>

<file path=ppt/tags/tag272.xml><?xml version="1.0" encoding="utf-8"?>
<p:tagLst xmlns:p="http://schemas.openxmlformats.org/presentationml/2006/main">
  <p:tag name="KSO_WM_DIAGRAM_VIRTUALLY_FRAME" val="{&quot;height&quot;:452.0037007874016,&quot;left&quot;:6.300000000000023,&quot;top&quot;:77.77496062992127,&quot;width&quot;:900.0897637795275}"/>
</p:tagLst>
</file>

<file path=ppt/tags/tag273.xml><?xml version="1.0" encoding="utf-8"?>
<p:tagLst xmlns:p="http://schemas.openxmlformats.org/presentationml/2006/main">
  <p:tag name="KSO_WM_DIAGRAM_VIRTUALLY_FRAME" val="{&quot;height&quot;:452.0037007874016,&quot;left&quot;:6.300000000000023,&quot;top&quot;:77.77496062992127,&quot;width&quot;:900.0897637795275}"/>
</p:tagLst>
</file>

<file path=ppt/tags/tag274.xml><?xml version="1.0" encoding="utf-8"?>
<p:tagLst xmlns:p="http://schemas.openxmlformats.org/presentationml/2006/main">
  <p:tag name="KSO_WM_DIAGRAM_VIRTUALLY_FRAME" val="{&quot;height&quot;:452.0037007874016,&quot;left&quot;:6.300000000000023,&quot;top&quot;:77.77496062992127,&quot;width&quot;:900.0897637795275}"/>
</p:tagLst>
</file>

<file path=ppt/tags/tag275.xml><?xml version="1.0" encoding="utf-8"?>
<p:tagLst xmlns:p="http://schemas.openxmlformats.org/presentationml/2006/main">
  <p:tag name="PA" val="v5.2.11"/>
</p:tagLst>
</file>

<file path=ppt/tags/tag276.xml><?xml version="1.0" encoding="utf-8"?>
<p:tagLst xmlns:p="http://schemas.openxmlformats.org/presentationml/2006/main">
  <p:tag name="PA" val="v5.2.11"/>
</p:tagLst>
</file>

<file path=ppt/tags/tag277.xml><?xml version="1.0" encoding="utf-8"?>
<p:tagLst xmlns:p="http://schemas.openxmlformats.org/presentationml/2006/main">
  <p:tag name="PA" val="v5.2.11"/>
</p:tagLst>
</file>

<file path=ppt/tags/tag278.xml><?xml version="1.0" encoding="utf-8"?>
<p:tagLst xmlns:p="http://schemas.openxmlformats.org/presentationml/2006/main">
  <p:tag name="PA" val="v5.2.11"/>
</p:tagLst>
</file>

<file path=ppt/tags/tag279.xml><?xml version="1.0" encoding="utf-8"?>
<p:tagLst xmlns:p="http://schemas.openxmlformats.org/presentationml/2006/main">
  <p:tag name="PA" val="v5.2.11"/>
</p:tagLst>
</file>

<file path=ppt/tags/tag280.xml><?xml version="1.0" encoding="utf-8"?>
<p:tagLst xmlns:p="http://schemas.openxmlformats.org/presentationml/2006/main">
  <p:tag name="PA" val="v5.2.11"/>
</p:tagLst>
</file>

<file path=ppt/tags/tag281.xml><?xml version="1.0" encoding="utf-8"?>
<p:tagLst xmlns:p="http://schemas.openxmlformats.org/presentationml/2006/main">
  <p:tag name="PA" val="v5.2.11"/>
</p:tagLst>
</file>

<file path=ppt/tags/tag282.xml><?xml version="1.0" encoding="utf-8"?>
<p:tagLst xmlns:p="http://schemas.openxmlformats.org/presentationml/2006/main">
  <p:tag name="PA" val="v5.2.11"/>
</p:tagLst>
</file>

<file path=ppt/tags/tag283.xml><?xml version="1.0" encoding="utf-8"?>
<p:tagLst xmlns:p="http://schemas.openxmlformats.org/presentationml/2006/main">
  <p:tag name="PA" val="v5.2.11"/>
</p:tagLst>
</file>

<file path=ppt/tags/tag284.xml><?xml version="1.0" encoding="utf-8"?>
<p:tagLst xmlns:p="http://schemas.openxmlformats.org/presentationml/2006/main">
  <p:tag name="PA" val="v5.2.11"/>
</p:tagLst>
</file>

<file path=ppt/tags/tag285.xml><?xml version="1.0" encoding="utf-8"?>
<p:tagLst xmlns:p="http://schemas.openxmlformats.org/presentationml/2006/main">
  <p:tag name="PA" val="v5.2.11"/>
</p:tagLst>
</file>

<file path=ppt/tags/tag286.xml><?xml version="1.0" encoding="utf-8"?>
<p:tagLst xmlns:p="http://schemas.openxmlformats.org/presentationml/2006/main">
  <p:tag name="PA" val="v5.2.11"/>
</p:tagLst>
</file>

<file path=ppt/tags/tag287.xml><?xml version="1.0" encoding="utf-8"?>
<p:tagLst xmlns:p="http://schemas.openxmlformats.org/presentationml/2006/main">
  <p:tag name="PA" val="v5.2.11"/>
</p:tagLst>
</file>

<file path=ppt/tags/tag288.xml><?xml version="1.0" encoding="utf-8"?>
<p:tagLst xmlns:p="http://schemas.openxmlformats.org/presentationml/2006/main">
  <p:tag name="PA" val="v5.2.11"/>
</p:tagLst>
</file>

<file path=ppt/tags/tag289.xml><?xml version="1.0" encoding="utf-8"?>
<p:tagLst xmlns:p="http://schemas.openxmlformats.org/presentationml/2006/main">
  <p:tag name="PA" val="v5.2.11"/>
</p:tagLst>
</file>

<file path=ppt/tags/tag290.xml><?xml version="1.0" encoding="utf-8"?>
<p:tagLst xmlns:p="http://schemas.openxmlformats.org/presentationml/2006/main">
  <p:tag name="PA" val="v5.2.11"/>
</p:tagLst>
</file>

<file path=ppt/tags/tag291.xml><?xml version="1.0" encoding="utf-8"?>
<p:tagLst xmlns:p="http://schemas.openxmlformats.org/presentationml/2006/main">
  <p:tag name="PA" val="v5.2.11"/>
</p:tagLst>
</file>

<file path=ppt/tags/tag292.xml><?xml version="1.0" encoding="utf-8"?>
<p:tagLst xmlns:p="http://schemas.openxmlformats.org/presentationml/2006/main">
  <p:tag name="PA" val="v5.2.11"/>
</p:tagLst>
</file>

<file path=ppt/tags/tag293.xml><?xml version="1.0" encoding="utf-8"?>
<p:tagLst xmlns:p="http://schemas.openxmlformats.org/presentationml/2006/main">
  <p:tag name="PA" val="v5.2.11"/>
</p:tagLst>
</file>

<file path=ppt/tags/tag294.xml><?xml version="1.0" encoding="utf-8"?>
<p:tagLst xmlns:p="http://schemas.openxmlformats.org/presentationml/2006/main">
  <p:tag name="PA" val="v5.2.11"/>
</p:tagLst>
</file>

<file path=ppt/tags/tag295.xml><?xml version="1.0" encoding="utf-8"?>
<p:tagLst xmlns:p="http://schemas.openxmlformats.org/presentationml/2006/main">
  <p:tag name="PA" val="v5.2.11"/>
</p:tagLst>
</file>

<file path=ppt/tags/tag296.xml><?xml version="1.0" encoding="utf-8"?>
<p:tagLst xmlns:p="http://schemas.openxmlformats.org/presentationml/2006/main">
  <p:tag name="PA" val="v5.2.11"/>
</p:tagLst>
</file>

<file path=ppt/tags/tag297.xml><?xml version="1.0" encoding="utf-8"?>
<p:tagLst xmlns:p="http://schemas.openxmlformats.org/presentationml/2006/main">
  <p:tag name="PA" val="v5.2.11"/>
</p:tagLst>
</file>

<file path=ppt/tags/tag298.xml><?xml version="1.0" encoding="utf-8"?>
<p:tagLst xmlns:p="http://schemas.openxmlformats.org/presentationml/2006/main">
  <p:tag name="PA" val="v5.2.11"/>
</p:tagLst>
</file>

<file path=ppt/tags/tag299.xml><?xml version="1.0" encoding="utf-8"?>
<p:tagLst xmlns:p="http://schemas.openxmlformats.org/presentationml/2006/main">
  <p:tag name="PA" val="v5.2.11"/>
</p:tagLst>
</file>

<file path=ppt/tags/tag300.xml><?xml version="1.0" encoding="utf-8"?>
<p:tagLst xmlns:p="http://schemas.openxmlformats.org/presentationml/2006/main">
  <p:tag name="PA" val="v5.2.11"/>
</p:tagLst>
</file>

<file path=ppt/tags/tag301.xml><?xml version="1.0" encoding="utf-8"?>
<p:tagLst xmlns:p="http://schemas.openxmlformats.org/presentationml/2006/main">
  <p:tag name="PA" val="v5.2.11"/>
</p:tagLst>
</file>

<file path=ppt/tags/tag302.xml><?xml version="1.0" encoding="utf-8"?>
<p:tagLst xmlns:p="http://schemas.openxmlformats.org/presentationml/2006/main">
  <p:tag name="PA" val="v5.2.11"/>
</p:tagLst>
</file>

<file path=ppt/tags/tag303.xml><?xml version="1.0" encoding="utf-8"?>
<p:tagLst xmlns:p="http://schemas.openxmlformats.org/presentationml/2006/main">
  <p:tag name="PA" val="v5.2.11"/>
</p:tagLst>
</file>

<file path=ppt/tags/tag304.xml><?xml version="1.0" encoding="utf-8"?>
<p:tagLst xmlns:p="http://schemas.openxmlformats.org/presentationml/2006/main">
  <p:tag name="PA" val="v5.2.11"/>
</p:tagLst>
</file>

<file path=ppt/tags/tag305.xml><?xml version="1.0" encoding="utf-8"?>
<p:tagLst xmlns:p="http://schemas.openxmlformats.org/presentationml/2006/main">
  <p:tag name="PA" val="v5.2.11"/>
</p:tagLst>
</file>

<file path=ppt/tags/tag306.xml><?xml version="1.0" encoding="utf-8"?>
<p:tagLst xmlns:p="http://schemas.openxmlformats.org/presentationml/2006/main">
  <p:tag name="PA" val="v5.2.11"/>
</p:tagLst>
</file>

<file path=ppt/tags/tag307.xml><?xml version="1.0" encoding="utf-8"?>
<p:tagLst xmlns:p="http://schemas.openxmlformats.org/presentationml/2006/main">
  <p:tag name="PA" val="v5.2.11"/>
</p:tagLst>
</file>

<file path=ppt/tags/tag308.xml><?xml version="1.0" encoding="utf-8"?>
<p:tagLst xmlns:p="http://schemas.openxmlformats.org/presentationml/2006/main">
  <p:tag name="PA" val="v5.2.11"/>
</p:tagLst>
</file>

<file path=ppt/tags/tag309.xml><?xml version="1.0" encoding="utf-8"?>
<p:tagLst xmlns:p="http://schemas.openxmlformats.org/presentationml/2006/main">
  <p:tag name="PA" val="v5.2.11"/>
</p:tagLst>
</file>

<file path=ppt/tags/tag310.xml><?xml version="1.0" encoding="utf-8"?>
<p:tagLst xmlns:p="http://schemas.openxmlformats.org/presentationml/2006/main">
  <p:tag name="PA" val="v5.2.11"/>
</p:tagLst>
</file>

<file path=ppt/tags/tag311.xml><?xml version="1.0" encoding="utf-8"?>
<p:tagLst xmlns:p="http://schemas.openxmlformats.org/presentationml/2006/main">
  <p:tag name="PA" val="v5.2.11"/>
</p:tagLst>
</file>

<file path=ppt/tags/tag312.xml><?xml version="1.0" encoding="utf-8"?>
<p:tagLst xmlns:p="http://schemas.openxmlformats.org/presentationml/2006/main">
  <p:tag name="PA" val="v5.2.11"/>
</p:tagLst>
</file>

<file path=ppt/tags/tag313.xml><?xml version="1.0" encoding="utf-8"?>
<p:tagLst xmlns:p="http://schemas.openxmlformats.org/presentationml/2006/main">
  <p:tag name="PA" val="v5.2.11"/>
</p:tagLst>
</file>

<file path=ppt/tags/tag314.xml><?xml version="1.0" encoding="utf-8"?>
<p:tagLst xmlns:p="http://schemas.openxmlformats.org/presentationml/2006/main">
  <p:tag name="PA" val="v5.2.11"/>
</p:tagLst>
</file>

<file path=ppt/tags/tag315.xml><?xml version="1.0" encoding="utf-8"?>
<p:tagLst xmlns:p="http://schemas.openxmlformats.org/presentationml/2006/main">
  <p:tag name="PA" val="v5.2.11"/>
</p:tagLst>
</file>

<file path=ppt/tags/tag316.xml><?xml version="1.0" encoding="utf-8"?>
<p:tagLst xmlns:p="http://schemas.openxmlformats.org/presentationml/2006/main">
  <p:tag name="PA" val="v5.2.11"/>
</p:tagLst>
</file>

<file path=ppt/tags/tag317.xml><?xml version="1.0" encoding="utf-8"?>
<p:tagLst xmlns:p="http://schemas.openxmlformats.org/presentationml/2006/main">
  <p:tag name="PA" val="v5.2.11"/>
</p:tagLst>
</file>

<file path=ppt/tags/tag318.xml><?xml version="1.0" encoding="utf-8"?>
<p:tagLst xmlns:p="http://schemas.openxmlformats.org/presentationml/2006/main">
  <p:tag name="PICID" val="{e4c4ca7b-25d2-4118-88ec-a1b23607633a}"/>
</p:tagLst>
</file>

<file path=ppt/tags/tag319.xml><?xml version="1.0" encoding="utf-8"?>
<p:tagLst xmlns:p="http://schemas.openxmlformats.org/presentationml/2006/main">
  <p:tag name="PA" val="v5.2.11"/>
</p:tagLst>
</file>

<file path=ppt/tags/tag320.xml><?xml version="1.0" encoding="utf-8"?>
<p:tagLst xmlns:p="http://schemas.openxmlformats.org/presentationml/2006/main">
  <p:tag name="PA" val="v5.2.11"/>
</p:tagLst>
</file>

<file path=ppt/tags/tag321.xml><?xml version="1.0" encoding="utf-8"?>
<p:tagLst xmlns:p="http://schemas.openxmlformats.org/presentationml/2006/main">
  <p:tag name="PA" val="v5.2.11"/>
</p:tagLst>
</file>

<file path=ppt/tags/tag322.xml><?xml version="1.0" encoding="utf-8"?>
<p:tagLst xmlns:p="http://schemas.openxmlformats.org/presentationml/2006/main">
  <p:tag name="PA" val="v5.2.11"/>
</p:tagLst>
</file>

<file path=ppt/tags/tag323.xml><?xml version="1.0" encoding="utf-8"?>
<p:tagLst xmlns:p="http://schemas.openxmlformats.org/presentationml/2006/main">
  <p:tag name="PA" val="v5.2.11"/>
</p:tagLst>
</file>

<file path=ppt/tags/tag324.xml><?xml version="1.0" encoding="utf-8"?>
<p:tagLst xmlns:p="http://schemas.openxmlformats.org/presentationml/2006/main">
  <p:tag name="PA" val="v5.2.11"/>
</p:tagLst>
</file>

<file path=ppt/tags/tag325.xml><?xml version="1.0" encoding="utf-8"?>
<p:tagLst xmlns:p="http://schemas.openxmlformats.org/presentationml/2006/main">
  <p:tag name="PA" val="v5.2.11"/>
</p:tagLst>
</file>

<file path=ppt/tags/tag326.xml><?xml version="1.0" encoding="utf-8"?>
<p:tagLst xmlns:p="http://schemas.openxmlformats.org/presentationml/2006/main">
  <p:tag name="PA" val="v5.2.11"/>
</p:tagLst>
</file>

<file path=ppt/tags/tag327.xml><?xml version="1.0" encoding="utf-8"?>
<p:tagLst xmlns:p="http://schemas.openxmlformats.org/presentationml/2006/main">
  <p:tag name="PA" val="v5.2.11"/>
</p:tagLst>
</file>

<file path=ppt/tags/tag328.xml><?xml version="1.0" encoding="utf-8"?>
<p:tagLst xmlns:p="http://schemas.openxmlformats.org/presentationml/2006/main">
  <p:tag name="PA" val="v5.2.11"/>
</p:tagLst>
</file>

<file path=ppt/tags/tag329.xml><?xml version="1.0" encoding="utf-8"?>
<p:tagLst xmlns:p="http://schemas.openxmlformats.org/presentationml/2006/main">
  <p:tag name="PA" val="v5.2.11"/>
</p:tagLst>
</file>

<file path=ppt/tags/tag330.xml><?xml version="1.0" encoding="utf-8"?>
<p:tagLst xmlns:p="http://schemas.openxmlformats.org/presentationml/2006/main">
  <p:tag name="PA" val="v5.2.11"/>
</p:tagLst>
</file>

<file path=ppt/tags/tag331.xml><?xml version="1.0" encoding="utf-8"?>
<p:tagLst xmlns:p="http://schemas.openxmlformats.org/presentationml/2006/main">
  <p:tag name="PA" val="v5.2.11"/>
</p:tagLst>
</file>

<file path=ppt/tags/tag332.xml><?xml version="1.0" encoding="utf-8"?>
<p:tagLst xmlns:p="http://schemas.openxmlformats.org/presentationml/2006/main">
  <p:tag name="PA" val="v5.2.11"/>
</p:tagLst>
</file>

<file path=ppt/tags/tag333.xml><?xml version="1.0" encoding="utf-8"?>
<p:tagLst xmlns:p="http://schemas.openxmlformats.org/presentationml/2006/main">
  <p:tag name="ISLIDE.ICON" val="#90858;#90858;#380063;"/>
</p:tagLst>
</file>

<file path=ppt/tags/tag334.xml><?xml version="1.0" encoding="utf-8"?>
<p:tagLst xmlns:p="http://schemas.openxmlformats.org/presentationml/2006/main">
  <p:tag name="PA" val="v5.2.11"/>
</p:tagLst>
</file>

<file path=ppt/tags/tag335.xml><?xml version="1.0" encoding="utf-8"?>
<p:tagLst xmlns:p="http://schemas.openxmlformats.org/presentationml/2006/main">
  <p:tag name="PA" val="v5.2.11"/>
</p:tagLst>
</file>

<file path=ppt/tags/tag336.xml><?xml version="1.0" encoding="utf-8"?>
<p:tagLst xmlns:p="http://schemas.openxmlformats.org/presentationml/2006/main">
  <p:tag name="PA" val="v5.2.11"/>
</p:tagLst>
</file>

<file path=ppt/tags/tag337.xml><?xml version="1.0" encoding="utf-8"?>
<p:tagLst xmlns:p="http://schemas.openxmlformats.org/presentationml/2006/main">
  <p:tag name="PA" val="v5.2.11"/>
</p:tagLst>
</file>

<file path=ppt/tags/tag338.xml><?xml version="1.0" encoding="utf-8"?>
<p:tagLst xmlns:p="http://schemas.openxmlformats.org/presentationml/2006/main">
  <p:tag name="PA" val="v5.2.11"/>
</p:tagLst>
</file>

<file path=ppt/tags/tag339.xml><?xml version="1.0" encoding="utf-8"?>
<p:tagLst xmlns:p="http://schemas.openxmlformats.org/presentationml/2006/main">
  <p:tag name="PA" val="v5.2.11"/>
</p:tagLst>
</file>

<file path=ppt/tags/tag340.xml><?xml version="1.0" encoding="utf-8"?>
<p:tagLst xmlns:p="http://schemas.openxmlformats.org/presentationml/2006/main">
  <p:tag name="PA" val="v5.2.11"/>
</p:tagLst>
</file>

<file path=ppt/tags/tag341.xml><?xml version="1.0" encoding="utf-8"?>
<p:tagLst xmlns:p="http://schemas.openxmlformats.org/presentationml/2006/main">
  <p:tag name="PA" val="v5.2.11"/>
</p:tagLst>
</file>

<file path=ppt/tags/tag342.xml><?xml version="1.0" encoding="utf-8"?>
<p:tagLst xmlns:p="http://schemas.openxmlformats.org/presentationml/2006/main">
  <p:tag name="PA" val="v5.2.11"/>
</p:tagLst>
</file>

<file path=ppt/tags/tag343.xml><?xml version="1.0" encoding="utf-8"?>
<p:tagLst xmlns:p="http://schemas.openxmlformats.org/presentationml/2006/main">
  <p:tag name="PA" val="v5.2.11"/>
</p:tagLst>
</file>

<file path=ppt/tags/tag344.xml><?xml version="1.0" encoding="utf-8"?>
<p:tagLst xmlns:p="http://schemas.openxmlformats.org/presentationml/2006/main">
  <p:tag name="PA" val="v5.2.11"/>
</p:tagLst>
</file>

<file path=ppt/tags/tag345.xml><?xml version="1.0" encoding="utf-8"?>
<p:tagLst xmlns:p="http://schemas.openxmlformats.org/presentationml/2006/main">
  <p:tag name="PA" val="v5.2.11"/>
</p:tagLst>
</file>

<file path=ppt/tags/tag346.xml><?xml version="1.0" encoding="utf-8"?>
<p:tagLst xmlns:p="http://schemas.openxmlformats.org/presentationml/2006/main">
  <p:tag name="PA" val="v5.2.11"/>
</p:tagLst>
</file>

<file path=ppt/tags/tag347.xml><?xml version="1.0" encoding="utf-8"?>
<p:tagLst xmlns:p="http://schemas.openxmlformats.org/presentationml/2006/main">
  <p:tag name="PA" val="v5.2.11"/>
</p:tagLst>
</file>

<file path=ppt/tags/tag348.xml><?xml version="1.0" encoding="utf-8"?>
<p:tagLst xmlns:p="http://schemas.openxmlformats.org/presentationml/2006/main">
  <p:tag name="PA" val="v5.2.11"/>
</p:tagLst>
</file>

<file path=ppt/tags/tag349.xml><?xml version="1.0" encoding="utf-8"?>
<p:tagLst xmlns:p="http://schemas.openxmlformats.org/presentationml/2006/main">
  <p:tag name="PICID" val="{e4c4ca7b-25d2-4118-88ec-a1b23607633a}"/>
</p:tagLst>
</file>

<file path=ppt/tags/tag350.xml><?xml version="1.0" encoding="utf-8"?>
<p:tagLst xmlns:p="http://schemas.openxmlformats.org/presentationml/2006/main">
  <p:tag name="PICID" val="{e4c4ca7b-25d2-4118-88ec-a1b23607633a}"/>
</p:tagLst>
</file>

<file path=ppt/tags/tag351.xml><?xml version="1.0" encoding="utf-8"?>
<p:tagLst xmlns:p="http://schemas.openxmlformats.org/presentationml/2006/main">
  <p:tag name="KSO_WM_DIAGRAM_VIRTUALLY_FRAME" val="{&quot;height&quot;:231.7,&quot;left&quot;:522.05,&quot;top&quot;:217.5,&quot;width&quot;:546.9}"/>
</p:tagLst>
</file>

<file path=ppt/tags/tag352.xml><?xml version="1.0" encoding="utf-8"?>
<p:tagLst xmlns:p="http://schemas.openxmlformats.org/presentationml/2006/main">
  <p:tag name="PA" val="v5.2.11"/>
</p:tagLst>
</file>

<file path=ppt/tags/tag353.xml><?xml version="1.0" encoding="utf-8"?>
<p:tagLst xmlns:p="http://schemas.openxmlformats.org/presentationml/2006/main">
  <p:tag name="PA" val="v5.2.11"/>
</p:tagLst>
</file>

<file path=ppt/tags/tag354.xml><?xml version="1.0" encoding="utf-8"?>
<p:tagLst xmlns:p="http://schemas.openxmlformats.org/presentationml/2006/main">
  <p:tag name="PA" val="v5.2.11"/>
</p:tagLst>
</file>

<file path=ppt/tags/tag355.xml><?xml version="1.0" encoding="utf-8"?>
<p:tagLst xmlns:p="http://schemas.openxmlformats.org/presentationml/2006/main">
  <p:tag name="PA" val="v5.2.11"/>
</p:tagLst>
</file>

<file path=ppt/tags/tag356.xml><?xml version="1.0" encoding="utf-8"?>
<p:tagLst xmlns:p="http://schemas.openxmlformats.org/presentationml/2006/main">
  <p:tag name="PA" val="v5.2.11"/>
</p:tagLst>
</file>

<file path=ppt/tags/tag357.xml><?xml version="1.0" encoding="utf-8"?>
<p:tagLst xmlns:p="http://schemas.openxmlformats.org/presentationml/2006/main">
  <p:tag name="PA" val="v5.2.11"/>
</p:tagLst>
</file>

<file path=ppt/tags/tag358.xml><?xml version="1.0" encoding="utf-8"?>
<p:tagLst xmlns:p="http://schemas.openxmlformats.org/presentationml/2006/main">
  <p:tag name="PA" val="v5.2.11"/>
</p:tagLst>
</file>

<file path=ppt/tags/tag359.xml><?xml version="1.0" encoding="utf-8"?>
<p:tagLst xmlns:p="http://schemas.openxmlformats.org/presentationml/2006/main">
  <p:tag name="PA" val="v5.2.11"/>
</p:tagLst>
</file>

<file path=ppt/tags/tag360.xml><?xml version="1.0" encoding="utf-8"?>
<p:tagLst xmlns:p="http://schemas.openxmlformats.org/presentationml/2006/main">
  <p:tag name="PA" val="v5.2.11"/>
</p:tagLst>
</file>

<file path=ppt/tags/tag361.xml><?xml version="1.0" encoding="utf-8"?>
<p:tagLst xmlns:p="http://schemas.openxmlformats.org/presentationml/2006/main">
  <p:tag name="PA" val="v5.2.11"/>
</p:tagLst>
</file>

<file path=ppt/tags/tag362.xml><?xml version="1.0" encoding="utf-8"?>
<p:tagLst xmlns:p="http://schemas.openxmlformats.org/presentationml/2006/main">
  <p:tag name="PA" val="v5.2.11"/>
</p:tagLst>
</file>

<file path=ppt/tags/tag363.xml><?xml version="1.0" encoding="utf-8"?>
<p:tagLst xmlns:p="http://schemas.openxmlformats.org/presentationml/2006/main">
  <p:tag name="PA" val="v5.2.11"/>
</p:tagLst>
</file>

<file path=ppt/tags/tag364.xml><?xml version="1.0" encoding="utf-8"?>
<p:tagLst xmlns:p="http://schemas.openxmlformats.org/presentationml/2006/main">
  <p:tag name="PA" val="v5.2.11"/>
</p:tagLst>
</file>

<file path=ppt/tags/tag365.xml><?xml version="1.0" encoding="utf-8"?>
<p:tagLst xmlns:p="http://schemas.openxmlformats.org/presentationml/2006/main">
  <p:tag name="PA" val="v5.2.11"/>
</p:tagLst>
</file>

<file path=ppt/tags/tag366.xml><?xml version="1.0" encoding="utf-8"?>
<p:tagLst xmlns:p="http://schemas.openxmlformats.org/presentationml/2006/main">
  <p:tag name="PA" val="v5.2.11"/>
</p:tagLst>
</file>

<file path=ppt/tags/tag367.xml><?xml version="1.0" encoding="utf-8"?>
<p:tagLst xmlns:p="http://schemas.openxmlformats.org/presentationml/2006/main">
  <p:tag name="PA" val="v5.2.11"/>
</p:tagLst>
</file>

<file path=ppt/tags/tag368.xml><?xml version="1.0" encoding="utf-8"?>
<p:tagLst xmlns:p="http://schemas.openxmlformats.org/presentationml/2006/main">
  <p:tag name="PA" val="v5.2.11"/>
</p:tagLst>
</file>

<file path=ppt/tags/tag369.xml><?xml version="1.0" encoding="utf-8"?>
<p:tagLst xmlns:p="http://schemas.openxmlformats.org/presentationml/2006/main">
  <p:tag name="PA" val="v5.2.11"/>
</p:tagLst>
</file>

<file path=ppt/tags/tag370.xml><?xml version="1.0" encoding="utf-8"?>
<p:tagLst xmlns:p="http://schemas.openxmlformats.org/presentationml/2006/main">
  <p:tag name="PA" val="v5.2.11"/>
</p:tagLst>
</file>

<file path=ppt/tags/tag371.xml><?xml version="1.0" encoding="utf-8"?>
<p:tagLst xmlns:p="http://schemas.openxmlformats.org/presentationml/2006/main">
  <p:tag name="PA" val="v5.2.11"/>
</p:tagLst>
</file>

<file path=ppt/tags/tag372.xml><?xml version="1.0" encoding="utf-8"?>
<p:tagLst xmlns:p="http://schemas.openxmlformats.org/presentationml/2006/main">
  <p:tag name="PA" val="v5.2.11"/>
</p:tagLst>
</file>

<file path=ppt/tags/tag373.xml><?xml version="1.0" encoding="utf-8"?>
<p:tagLst xmlns:p="http://schemas.openxmlformats.org/presentationml/2006/main">
  <p:tag name="PA" val="v5.2.11"/>
</p:tagLst>
</file>

<file path=ppt/tags/tag374.xml><?xml version="1.0" encoding="utf-8"?>
<p:tagLst xmlns:p="http://schemas.openxmlformats.org/presentationml/2006/main">
  <p:tag name="PA" val="v5.2.11"/>
</p:tagLst>
</file>

<file path=ppt/tags/tag375.xml><?xml version="1.0" encoding="utf-8"?>
<p:tagLst xmlns:p="http://schemas.openxmlformats.org/presentationml/2006/main">
  <p:tag name="PA" val="v5.2.11"/>
</p:tagLst>
</file>

<file path=ppt/tags/tag376.xml><?xml version="1.0" encoding="utf-8"?>
<p:tagLst xmlns:p="http://schemas.openxmlformats.org/presentationml/2006/main">
  <p:tag name="PA" val="v5.2.11"/>
</p:tagLst>
</file>

<file path=ppt/tags/tag377.xml><?xml version="1.0" encoding="utf-8"?>
<p:tagLst xmlns:p="http://schemas.openxmlformats.org/presentationml/2006/main">
  <p:tag name="PA" val="v5.2.11"/>
</p:tagLst>
</file>

<file path=ppt/tags/tag378.xml><?xml version="1.0" encoding="utf-8"?>
<p:tagLst xmlns:p="http://schemas.openxmlformats.org/presentationml/2006/main">
  <p:tag name="PA" val="v5.2.11"/>
</p:tagLst>
</file>

<file path=ppt/tags/tag379.xml><?xml version="1.0" encoding="utf-8"?>
<p:tagLst xmlns:p="http://schemas.openxmlformats.org/presentationml/2006/main">
  <p:tag name="PA" val="v5.2.11"/>
</p:tagLst>
</file>

<file path=ppt/tags/tag380.xml><?xml version="1.0" encoding="utf-8"?>
<p:tagLst xmlns:p="http://schemas.openxmlformats.org/presentationml/2006/main">
  <p:tag name="PA" val="v5.2.11"/>
</p:tagLst>
</file>

<file path=ppt/tags/tag381.xml><?xml version="1.0" encoding="utf-8"?>
<p:tagLst xmlns:p="http://schemas.openxmlformats.org/presentationml/2006/main">
  <p:tag name="PICID" val="{e4c4ca7b-25d2-4118-88ec-a1b23607633a}"/>
</p:tagLst>
</file>

<file path=ppt/tags/tag382.xml><?xml version="1.0" encoding="utf-8"?>
<p:tagLst xmlns:p="http://schemas.openxmlformats.org/presentationml/2006/main">
  <p:tag name="KSO_WM_DIAGRAM_VIRTUALLY_FRAME" val="{&quot;height&quot;:231.7,&quot;left&quot;:522.05,&quot;top&quot;:217.5,&quot;width&quot;:546.9}"/>
</p:tagLst>
</file>

<file path=ppt/tags/tag383.xml><?xml version="1.0" encoding="utf-8"?>
<p:tagLst xmlns:p="http://schemas.openxmlformats.org/presentationml/2006/main">
  <p:tag name="PICID" val="{e4c4ca7b-25d2-4118-88ec-a1b23607633a}"/>
</p:tagLst>
</file>

<file path=ppt/tags/tag384.xml><?xml version="1.0" encoding="utf-8"?>
<p:tagLst xmlns:p="http://schemas.openxmlformats.org/presentationml/2006/main">
  <p:tag name="PA" val="v5.2.11"/>
</p:tagLst>
</file>

<file path=ppt/tags/tag385.xml><?xml version="1.0" encoding="utf-8"?>
<p:tagLst xmlns:p="http://schemas.openxmlformats.org/presentationml/2006/main">
  <p:tag name="PA" val="v5.2.11"/>
</p:tagLst>
</file>

<file path=ppt/tags/tag386.xml><?xml version="1.0" encoding="utf-8"?>
<p:tagLst xmlns:p="http://schemas.openxmlformats.org/presentationml/2006/main">
  <p:tag name="PA" val="v5.2.11"/>
</p:tagLst>
</file>

<file path=ppt/tags/tag387.xml><?xml version="1.0" encoding="utf-8"?>
<p:tagLst xmlns:p="http://schemas.openxmlformats.org/presentationml/2006/main">
  <p:tag name="PA" val="v5.2.11"/>
</p:tagLst>
</file>

<file path=ppt/tags/tag388.xml><?xml version="1.0" encoding="utf-8"?>
<p:tagLst xmlns:p="http://schemas.openxmlformats.org/presentationml/2006/main">
  <p:tag name="PA" val="v5.2.11"/>
</p:tagLst>
</file>

<file path=ppt/tags/tag389.xml><?xml version="1.0" encoding="utf-8"?>
<p:tagLst xmlns:p="http://schemas.openxmlformats.org/presentationml/2006/main">
  <p:tag name="PA" val="v5.2.11"/>
</p:tagLst>
</file>

<file path=ppt/tags/tag390.xml><?xml version="1.0" encoding="utf-8"?>
<p:tagLst xmlns:p="http://schemas.openxmlformats.org/presentationml/2006/main">
  <p:tag name="PA" val="v5.2.11"/>
</p:tagLst>
</file>

<file path=ppt/tags/tag391.xml><?xml version="1.0" encoding="utf-8"?>
<p:tagLst xmlns:p="http://schemas.openxmlformats.org/presentationml/2006/main">
  <p:tag name="PA" val="v5.2.11"/>
</p:tagLst>
</file>

<file path=ppt/tags/tag392.xml><?xml version="1.0" encoding="utf-8"?>
<p:tagLst xmlns:p="http://schemas.openxmlformats.org/presentationml/2006/main">
  <p:tag name="PA" val="v5.2.11"/>
</p:tagLst>
</file>

<file path=ppt/tags/tag393.xml><?xml version="1.0" encoding="utf-8"?>
<p:tagLst xmlns:p="http://schemas.openxmlformats.org/presentationml/2006/main">
  <p:tag name="PA" val="v5.2.11"/>
</p:tagLst>
</file>

<file path=ppt/tags/tag394.xml><?xml version="1.0" encoding="utf-8"?>
<p:tagLst xmlns:p="http://schemas.openxmlformats.org/presentationml/2006/main">
  <p:tag name="PA" val="v5.2.11"/>
</p:tagLst>
</file>

<file path=ppt/tags/tag395.xml><?xml version="1.0" encoding="utf-8"?>
<p:tagLst xmlns:p="http://schemas.openxmlformats.org/presentationml/2006/main">
  <p:tag name="PA" val="v5.2.11"/>
</p:tagLst>
</file>

<file path=ppt/tags/tag396.xml><?xml version="1.0" encoding="utf-8"?>
<p:tagLst xmlns:p="http://schemas.openxmlformats.org/presentationml/2006/main">
  <p:tag name="PA" val="v5.2.11"/>
</p:tagLst>
</file>

<file path=ppt/tags/tag397.xml><?xml version="1.0" encoding="utf-8"?>
<p:tagLst xmlns:p="http://schemas.openxmlformats.org/presentationml/2006/main">
  <p:tag name="PA" val="v5.2.11"/>
</p:tagLst>
</file>

<file path=ppt/tags/tag398.xml><?xml version="1.0" encoding="utf-8"?>
<p:tagLst xmlns:p="http://schemas.openxmlformats.org/presentationml/2006/main">
  <p:tag name="ISLIDE.ICON" val="#90858;#90858;#380063;"/>
</p:tagLst>
</file>

<file path=ppt/tags/tag399.xml><?xml version="1.0" encoding="utf-8"?>
<p:tagLst xmlns:p="http://schemas.openxmlformats.org/presentationml/2006/main">
  <p:tag name="PA" val="v5.2.11"/>
</p:tagLst>
</file>

<file path=ppt/tags/tag400.xml><?xml version="1.0" encoding="utf-8"?>
<p:tagLst xmlns:p="http://schemas.openxmlformats.org/presentationml/2006/main">
  <p:tag name="PA" val="v5.2.11"/>
</p:tagLst>
</file>

<file path=ppt/tags/tag401.xml><?xml version="1.0" encoding="utf-8"?>
<p:tagLst xmlns:p="http://schemas.openxmlformats.org/presentationml/2006/main">
  <p:tag name="PA" val="v5.2.11"/>
</p:tagLst>
</file>

<file path=ppt/tags/tag402.xml><?xml version="1.0" encoding="utf-8"?>
<p:tagLst xmlns:p="http://schemas.openxmlformats.org/presentationml/2006/main">
  <p:tag name="PA" val="v5.2.11"/>
</p:tagLst>
</file>

<file path=ppt/tags/tag403.xml><?xml version="1.0" encoding="utf-8"?>
<p:tagLst xmlns:p="http://schemas.openxmlformats.org/presentationml/2006/main">
  <p:tag name="PA" val="v5.2.11"/>
</p:tagLst>
</file>

<file path=ppt/tags/tag404.xml><?xml version="1.0" encoding="utf-8"?>
<p:tagLst xmlns:p="http://schemas.openxmlformats.org/presentationml/2006/main">
  <p:tag name="PA" val="v5.2.11"/>
</p:tagLst>
</file>

<file path=ppt/tags/tag405.xml><?xml version="1.0" encoding="utf-8"?>
<p:tagLst xmlns:p="http://schemas.openxmlformats.org/presentationml/2006/main">
  <p:tag name="PA" val="v5.2.11"/>
</p:tagLst>
</file>

<file path=ppt/tags/tag406.xml><?xml version="1.0" encoding="utf-8"?>
<p:tagLst xmlns:p="http://schemas.openxmlformats.org/presentationml/2006/main">
  <p:tag name="PA" val="v5.2.11"/>
</p:tagLst>
</file>

<file path=ppt/tags/tag407.xml><?xml version="1.0" encoding="utf-8"?>
<p:tagLst xmlns:p="http://schemas.openxmlformats.org/presentationml/2006/main">
  <p:tag name="PA" val="v5.2.11"/>
</p:tagLst>
</file>

<file path=ppt/tags/tag408.xml><?xml version="1.0" encoding="utf-8"?>
<p:tagLst xmlns:p="http://schemas.openxmlformats.org/presentationml/2006/main">
  <p:tag name="PA" val="v5.2.11"/>
</p:tagLst>
</file>

<file path=ppt/tags/tag409.xml><?xml version="1.0" encoding="utf-8"?>
<p:tagLst xmlns:p="http://schemas.openxmlformats.org/presentationml/2006/main">
  <p:tag name="PA" val="v5.2.11"/>
</p:tagLst>
</file>

<file path=ppt/tags/tag410.xml><?xml version="1.0" encoding="utf-8"?>
<p:tagLst xmlns:p="http://schemas.openxmlformats.org/presentationml/2006/main">
  <p:tag name="PA" val="v5.2.11"/>
</p:tagLst>
</file>

<file path=ppt/tags/tag411.xml><?xml version="1.0" encoding="utf-8"?>
<p:tagLst xmlns:p="http://schemas.openxmlformats.org/presentationml/2006/main">
  <p:tag name="PA" val="v5.2.11"/>
</p:tagLst>
</file>

<file path=ppt/tags/tag412.xml><?xml version="1.0" encoding="utf-8"?>
<p:tagLst xmlns:p="http://schemas.openxmlformats.org/presentationml/2006/main">
  <p:tag name="PA" val="v5.2.11"/>
</p:tagLst>
</file>

<file path=ppt/tags/tag413.xml><?xml version="1.0" encoding="utf-8"?>
<p:tagLst xmlns:p="http://schemas.openxmlformats.org/presentationml/2006/main">
  <p:tag name="PA" val="v5.2.11"/>
</p:tagLst>
</file>

<file path=ppt/tags/tag414.xml><?xml version="1.0" encoding="utf-8"?>
<p:tagLst xmlns:p="http://schemas.openxmlformats.org/presentationml/2006/main">
  <p:tag name="PA" val="v5.2.11"/>
</p:tagLst>
</file>

<file path=ppt/tags/tag415.xml><?xml version="1.0" encoding="utf-8"?>
<p:tagLst xmlns:p="http://schemas.openxmlformats.org/presentationml/2006/main">
  <p:tag name="PICID" val="{e4c4ca7b-25d2-4118-88ec-a1b23607633a}"/>
</p:tagLst>
</file>

<file path=ppt/tags/tag416.xml><?xml version="1.0" encoding="utf-8"?>
<p:tagLst xmlns:p="http://schemas.openxmlformats.org/presentationml/2006/main">
  <p:tag name="PA" val="v5.2.11"/>
</p:tagLst>
</file>

<file path=ppt/tags/tag417.xml><?xml version="1.0" encoding="utf-8"?>
<p:tagLst xmlns:p="http://schemas.openxmlformats.org/presentationml/2006/main">
  <p:tag name="PA" val="v5.2.11"/>
</p:tagLst>
</file>

<file path=ppt/tags/tag418.xml><?xml version="1.0" encoding="utf-8"?>
<p:tagLst xmlns:p="http://schemas.openxmlformats.org/presentationml/2006/main">
  <p:tag name="PA" val="v5.2.11"/>
</p:tagLst>
</file>

<file path=ppt/tags/tag419.xml><?xml version="1.0" encoding="utf-8"?>
<p:tagLst xmlns:p="http://schemas.openxmlformats.org/presentationml/2006/main">
  <p:tag name="PA" val="v5.2.11"/>
</p:tagLst>
</file>

<file path=ppt/tags/tag420.xml><?xml version="1.0" encoding="utf-8"?>
<p:tagLst xmlns:p="http://schemas.openxmlformats.org/presentationml/2006/main">
  <p:tag name="PA" val="v5.2.11"/>
</p:tagLst>
</file>

<file path=ppt/tags/tag421.xml><?xml version="1.0" encoding="utf-8"?>
<p:tagLst xmlns:p="http://schemas.openxmlformats.org/presentationml/2006/main">
  <p:tag name="PA" val="v5.2.11"/>
</p:tagLst>
</file>

<file path=ppt/tags/tag422.xml><?xml version="1.0" encoding="utf-8"?>
<p:tagLst xmlns:p="http://schemas.openxmlformats.org/presentationml/2006/main">
  <p:tag name="PA" val="v5.2.11"/>
</p:tagLst>
</file>

<file path=ppt/tags/tag423.xml><?xml version="1.0" encoding="utf-8"?>
<p:tagLst xmlns:p="http://schemas.openxmlformats.org/presentationml/2006/main">
  <p:tag name="PA" val="v5.2.11"/>
</p:tagLst>
</file>

<file path=ppt/tags/tag424.xml><?xml version="1.0" encoding="utf-8"?>
<p:tagLst xmlns:p="http://schemas.openxmlformats.org/presentationml/2006/main">
  <p:tag name="PA" val="v5.2.11"/>
</p:tagLst>
</file>

<file path=ppt/tags/tag425.xml><?xml version="1.0" encoding="utf-8"?>
<p:tagLst xmlns:p="http://schemas.openxmlformats.org/presentationml/2006/main">
  <p:tag name="PA" val="v5.2.11"/>
</p:tagLst>
</file>

<file path=ppt/tags/tag426.xml><?xml version="1.0" encoding="utf-8"?>
<p:tagLst xmlns:p="http://schemas.openxmlformats.org/presentationml/2006/main">
  <p:tag name="PA" val="v5.2.11"/>
</p:tagLst>
</file>

<file path=ppt/tags/tag427.xml><?xml version="1.0" encoding="utf-8"?>
<p:tagLst xmlns:p="http://schemas.openxmlformats.org/presentationml/2006/main">
  <p:tag name="PA" val="v5.2.11"/>
</p:tagLst>
</file>

<file path=ppt/tags/tag428.xml><?xml version="1.0" encoding="utf-8"?>
<p:tagLst xmlns:p="http://schemas.openxmlformats.org/presentationml/2006/main">
  <p:tag name="PA" val="v5.2.11"/>
</p:tagLst>
</file>

<file path=ppt/tags/tag429.xml><?xml version="1.0" encoding="utf-8"?>
<p:tagLst xmlns:p="http://schemas.openxmlformats.org/presentationml/2006/main">
  <p:tag name="PA" val="v5.2.11"/>
</p:tagLst>
</file>

<file path=ppt/tags/tag430.xml><?xml version="1.0" encoding="utf-8"?>
<p:tagLst xmlns:p="http://schemas.openxmlformats.org/presentationml/2006/main">
  <p:tag name="KSO_WM_DIAGRAM_VIRTUALLY_FRAME" val="{&quot;height&quot;:368.84055118110234,&quot;left&quot;:295.75,&quot;top&quot;:152.14984251968502,&quot;width&quot;:668.1}"/>
</p:tagLst>
</file>

<file path=ppt/tags/tag431.xml><?xml version="1.0" encoding="utf-8"?>
<p:tagLst xmlns:p="http://schemas.openxmlformats.org/presentationml/2006/main">
  <p:tag name="KSO_WM_DIAGRAM_VIRTUALLY_FRAME" val="{&quot;height&quot;:368.84055118110234,&quot;left&quot;:295.75,&quot;top&quot;:152.14984251968502,&quot;width&quot;:668.1}"/>
</p:tagLst>
</file>

<file path=ppt/tags/tag432.xml><?xml version="1.0" encoding="utf-8"?>
<p:tagLst xmlns:p="http://schemas.openxmlformats.org/presentationml/2006/main">
  <p:tag name="KSO_WM_DIAGRAM_VIRTUALLY_FRAME" val="{&quot;height&quot;:368.84055118110234,&quot;left&quot;:295.75,&quot;top&quot;:152.14984251968502,&quot;width&quot;:668.1}"/>
</p:tagLst>
</file>

<file path=ppt/tags/tag433.xml><?xml version="1.0" encoding="utf-8"?>
<p:tagLst xmlns:p="http://schemas.openxmlformats.org/presentationml/2006/main">
  <p:tag name="ISLIDE.ICON" val="#90858;#90858;#380063;"/>
  <p:tag name="resource_record_key" val="{&quot;10&quot;:[20117033],&quot;13&quot;:[4364957,4364912]}"/>
</p:tagLst>
</file>

<file path=ppt/tags/tag434.xml><?xml version="1.0" encoding="utf-8"?>
<p:tagLst xmlns:p="http://schemas.openxmlformats.org/presentationml/2006/main">
  <p:tag name="PA" val="v5.2.11"/>
</p:tagLst>
</file>

<file path=ppt/tags/tag435.xml><?xml version="1.0" encoding="utf-8"?>
<p:tagLst xmlns:p="http://schemas.openxmlformats.org/presentationml/2006/main">
  <p:tag name="PA" val="v5.2.11"/>
</p:tagLst>
</file>

<file path=ppt/tags/tag436.xml><?xml version="1.0" encoding="utf-8"?>
<p:tagLst xmlns:p="http://schemas.openxmlformats.org/presentationml/2006/main">
  <p:tag name="PA" val="v5.2.11"/>
</p:tagLst>
</file>

<file path=ppt/tags/tag437.xml><?xml version="1.0" encoding="utf-8"?>
<p:tagLst xmlns:p="http://schemas.openxmlformats.org/presentationml/2006/main">
  <p:tag name="PA" val="v5.2.11"/>
</p:tagLst>
</file>

<file path=ppt/tags/tag438.xml><?xml version="1.0" encoding="utf-8"?>
<p:tagLst xmlns:p="http://schemas.openxmlformats.org/presentationml/2006/main">
  <p:tag name="PA" val="v5.2.11"/>
</p:tagLst>
</file>

<file path=ppt/tags/tag439.xml><?xml version="1.0" encoding="utf-8"?>
<p:tagLst xmlns:p="http://schemas.openxmlformats.org/presentationml/2006/main">
  <p:tag name="PA" val="v5.2.11"/>
</p:tagLst>
</file>

<file path=ppt/tags/tag440.xml><?xml version="1.0" encoding="utf-8"?>
<p:tagLst xmlns:p="http://schemas.openxmlformats.org/presentationml/2006/main">
  <p:tag name="PA" val="v5.2.11"/>
</p:tagLst>
</file>

<file path=ppt/tags/tag441.xml><?xml version="1.0" encoding="utf-8"?>
<p:tagLst xmlns:p="http://schemas.openxmlformats.org/presentationml/2006/main">
  <p:tag name="PA" val="v5.2.11"/>
</p:tagLst>
</file>

<file path=ppt/tags/tag442.xml><?xml version="1.0" encoding="utf-8"?>
<p:tagLst xmlns:p="http://schemas.openxmlformats.org/presentationml/2006/main">
  <p:tag name="PA" val="v5.2.11"/>
</p:tagLst>
</file>

<file path=ppt/tags/tag443.xml><?xml version="1.0" encoding="utf-8"?>
<p:tagLst xmlns:p="http://schemas.openxmlformats.org/presentationml/2006/main">
  <p:tag name="PA" val="v5.2.11"/>
</p:tagLst>
</file>

<file path=ppt/tags/tag444.xml><?xml version="1.0" encoding="utf-8"?>
<p:tagLst xmlns:p="http://schemas.openxmlformats.org/presentationml/2006/main">
  <p:tag name="PA" val="v5.2.11"/>
</p:tagLst>
</file>

<file path=ppt/tags/tag445.xml><?xml version="1.0" encoding="utf-8"?>
<p:tagLst xmlns:p="http://schemas.openxmlformats.org/presentationml/2006/main">
  <p:tag name="PA" val="v5.2.11"/>
</p:tagLst>
</file>

<file path=ppt/tags/tag446.xml><?xml version="1.0" encoding="utf-8"?>
<p:tagLst xmlns:p="http://schemas.openxmlformats.org/presentationml/2006/main">
  <p:tag name="PA" val="v5.2.11"/>
</p:tagLst>
</file>

<file path=ppt/tags/tag447.xml><?xml version="1.0" encoding="utf-8"?>
<p:tagLst xmlns:p="http://schemas.openxmlformats.org/presentationml/2006/main">
  <p:tag name="PA" val="v5.2.11"/>
</p:tagLst>
</file>

<file path=ppt/tags/tag448.xml><?xml version="1.0" encoding="utf-8"?>
<p:tagLst xmlns:p="http://schemas.openxmlformats.org/presentationml/2006/main">
  <p:tag name="PICID" val="{e4c4ca7b-25d2-4118-88ec-a1b23607633a}"/>
</p:tagLst>
</file>

<file path=ppt/tags/tag449.xml><?xml version="1.0" encoding="utf-8"?>
<p:tagLst xmlns:p="http://schemas.openxmlformats.org/presentationml/2006/main">
  <p:tag name="KSO_WM_DIAGRAM_VIRTUALLY_FRAME" val="{&quot;height&quot;:231.7,&quot;left&quot;:522.05,&quot;top&quot;:217.5,&quot;width&quot;:546.9}"/>
</p:tagLst>
</file>

<file path=ppt/tags/tag450.xml><?xml version="1.0" encoding="utf-8"?>
<p:tagLst xmlns:p="http://schemas.openxmlformats.org/presentationml/2006/main">
  <p:tag name="PICID" val="{25aba058-0da6-4d22-9990-9adf379824c7}"/>
</p:tagLst>
</file>

<file path=ppt/tags/tag451.xml><?xml version="1.0" encoding="utf-8"?>
<p:tagLst xmlns:p="http://schemas.openxmlformats.org/presentationml/2006/main">
  <p:tag name="KSO_WM_DIAGRAM_VIRTUALLY_FRAME" val="{&quot;height&quot;:231.7,&quot;left&quot;:522.05,&quot;top&quot;:217.5,&quot;width&quot;:546.9}"/>
</p:tagLst>
</file>

<file path=ppt/tags/tag452.xml><?xml version="1.0" encoding="utf-8"?>
<p:tagLst xmlns:p="http://schemas.openxmlformats.org/presentationml/2006/main">
  <p:tag name="KSO_WM_DIAGRAM_VIRTUALLY_FRAME" val="{&quot;height&quot;:368.84055118110234,&quot;left&quot;:295.75,&quot;top&quot;:152.14984251968502,&quot;width&quot;:668.1}"/>
</p:tagLst>
</file>

<file path=ppt/tags/tag453.xml><?xml version="1.0" encoding="utf-8"?>
<p:tagLst xmlns:p="http://schemas.openxmlformats.org/presentationml/2006/main">
  <p:tag name="PA" val="v5.2.11"/>
</p:tagLst>
</file>

<file path=ppt/tags/tag454.xml><?xml version="1.0" encoding="utf-8"?>
<p:tagLst xmlns:p="http://schemas.openxmlformats.org/presentationml/2006/main">
  <p:tag name="PA" val="v5.2.11"/>
</p:tagLst>
</file>

<file path=ppt/tags/tag455.xml><?xml version="1.0" encoding="utf-8"?>
<p:tagLst xmlns:p="http://schemas.openxmlformats.org/presentationml/2006/main">
  <p:tag name="PA" val="v5.2.11"/>
</p:tagLst>
</file>

<file path=ppt/tags/tag456.xml><?xml version="1.0" encoding="utf-8"?>
<p:tagLst xmlns:p="http://schemas.openxmlformats.org/presentationml/2006/main">
  <p:tag name="PA" val="v5.2.11"/>
</p:tagLst>
</file>

<file path=ppt/tags/tag457.xml><?xml version="1.0" encoding="utf-8"?>
<p:tagLst xmlns:p="http://schemas.openxmlformats.org/presentationml/2006/main">
  <p:tag name="PA" val="v5.2.11"/>
</p:tagLst>
</file>

<file path=ppt/tags/tag458.xml><?xml version="1.0" encoding="utf-8"?>
<p:tagLst xmlns:p="http://schemas.openxmlformats.org/presentationml/2006/main">
  <p:tag name="PA" val="v5.2.11"/>
</p:tagLst>
</file>

<file path=ppt/tags/tag459.xml><?xml version="1.0" encoding="utf-8"?>
<p:tagLst xmlns:p="http://schemas.openxmlformats.org/presentationml/2006/main">
  <p:tag name="PA" val="v5.2.11"/>
</p:tagLst>
</file>

<file path=ppt/tags/tag460.xml><?xml version="1.0" encoding="utf-8"?>
<p:tagLst xmlns:p="http://schemas.openxmlformats.org/presentationml/2006/main">
  <p:tag name="PA" val="v5.2.11"/>
</p:tagLst>
</file>

<file path=ppt/tags/tag461.xml><?xml version="1.0" encoding="utf-8"?>
<p:tagLst xmlns:p="http://schemas.openxmlformats.org/presentationml/2006/main">
  <p:tag name="PA" val="v5.2.11"/>
</p:tagLst>
</file>

<file path=ppt/tags/tag462.xml><?xml version="1.0" encoding="utf-8"?>
<p:tagLst xmlns:p="http://schemas.openxmlformats.org/presentationml/2006/main">
  <p:tag name="PA" val="v5.2.11"/>
</p:tagLst>
</file>

<file path=ppt/tags/tag463.xml><?xml version="1.0" encoding="utf-8"?>
<p:tagLst xmlns:p="http://schemas.openxmlformats.org/presentationml/2006/main">
  <p:tag name="PA" val="v5.2.11"/>
</p:tagLst>
</file>

<file path=ppt/tags/tag464.xml><?xml version="1.0" encoding="utf-8"?>
<p:tagLst xmlns:p="http://schemas.openxmlformats.org/presentationml/2006/main">
  <p:tag name="PA" val="v5.2.11"/>
</p:tagLst>
</file>

<file path=ppt/tags/tag465.xml><?xml version="1.0" encoding="utf-8"?>
<p:tagLst xmlns:p="http://schemas.openxmlformats.org/presentationml/2006/main">
  <p:tag name="PA" val="v5.2.11"/>
</p:tagLst>
</file>

<file path=ppt/tags/tag466.xml><?xml version="1.0" encoding="utf-8"?>
<p:tagLst xmlns:p="http://schemas.openxmlformats.org/presentationml/2006/main">
  <p:tag name="PA" val="v5.2.11"/>
</p:tagLst>
</file>

<file path=ppt/tags/tag467.xml><?xml version="1.0" encoding="utf-8"?>
<p:tagLst xmlns:p="http://schemas.openxmlformats.org/presentationml/2006/main">
  <p:tag name="ISLIDE.ICON" val="#90858;#90858;#380063;"/>
</p:tagLst>
</file>

<file path=ppt/tags/tag468.xml><?xml version="1.0" encoding="utf-8"?>
<p:tagLst xmlns:p="http://schemas.openxmlformats.org/presentationml/2006/main">
  <p:tag name="PA" val="v5.2.11"/>
</p:tagLst>
</file>

<file path=ppt/tags/tag469.xml><?xml version="1.0" encoding="utf-8"?>
<p:tagLst xmlns:p="http://schemas.openxmlformats.org/presentationml/2006/main">
  <p:tag name="PA" val="v5.2.11"/>
</p:tagLst>
</file>

<file path=ppt/tags/tag470.xml><?xml version="1.0" encoding="utf-8"?>
<p:tagLst xmlns:p="http://schemas.openxmlformats.org/presentationml/2006/main">
  <p:tag name="PA" val="v5.2.11"/>
</p:tagLst>
</file>

<file path=ppt/tags/tag471.xml><?xml version="1.0" encoding="utf-8"?>
<p:tagLst xmlns:p="http://schemas.openxmlformats.org/presentationml/2006/main">
  <p:tag name="PA" val="v5.2.11"/>
</p:tagLst>
</file>

<file path=ppt/tags/tag472.xml><?xml version="1.0" encoding="utf-8"?>
<p:tagLst xmlns:p="http://schemas.openxmlformats.org/presentationml/2006/main">
  <p:tag name="PA" val="v5.2.11"/>
</p:tagLst>
</file>

<file path=ppt/tags/tag473.xml><?xml version="1.0" encoding="utf-8"?>
<p:tagLst xmlns:p="http://schemas.openxmlformats.org/presentationml/2006/main">
  <p:tag name="PA" val="v5.2.11"/>
</p:tagLst>
</file>

<file path=ppt/tags/tag474.xml><?xml version="1.0" encoding="utf-8"?>
<p:tagLst xmlns:p="http://schemas.openxmlformats.org/presentationml/2006/main">
  <p:tag name="PA" val="v5.2.11"/>
</p:tagLst>
</file>

<file path=ppt/tags/tag475.xml><?xml version="1.0" encoding="utf-8"?>
<p:tagLst xmlns:p="http://schemas.openxmlformats.org/presentationml/2006/main">
  <p:tag name="PA" val="v5.2.11"/>
</p:tagLst>
</file>

<file path=ppt/tags/tag476.xml><?xml version="1.0" encoding="utf-8"?>
<p:tagLst xmlns:p="http://schemas.openxmlformats.org/presentationml/2006/main">
  <p:tag name="PA" val="v5.2.11"/>
</p:tagLst>
</file>

<file path=ppt/tags/tag477.xml><?xml version="1.0" encoding="utf-8"?>
<p:tagLst xmlns:p="http://schemas.openxmlformats.org/presentationml/2006/main">
  <p:tag name="PA" val="v5.2.11"/>
</p:tagLst>
</file>

<file path=ppt/tags/tag478.xml><?xml version="1.0" encoding="utf-8"?>
<p:tagLst xmlns:p="http://schemas.openxmlformats.org/presentationml/2006/main">
  <p:tag name="PA" val="v5.2.11"/>
</p:tagLst>
</file>

<file path=ppt/tags/tag479.xml><?xml version="1.0" encoding="utf-8"?>
<p:tagLst xmlns:p="http://schemas.openxmlformats.org/presentationml/2006/main">
  <p:tag name="PA" val="v5.2.11"/>
</p:tagLst>
</file>

<file path=ppt/tags/tag480.xml><?xml version="1.0" encoding="utf-8"?>
<p:tagLst xmlns:p="http://schemas.openxmlformats.org/presentationml/2006/main">
  <p:tag name="PA" val="v5.2.11"/>
</p:tagLst>
</file>

<file path=ppt/tags/tag481.xml><?xml version="1.0" encoding="utf-8"?>
<p:tagLst xmlns:p="http://schemas.openxmlformats.org/presentationml/2006/main">
  <p:tag name="PA" val="v5.2.11"/>
</p:tagLst>
</file>

<file path=ppt/tags/tag482.xml><?xml version="1.0" encoding="utf-8"?>
<p:tagLst xmlns:p="http://schemas.openxmlformats.org/presentationml/2006/main">
  <p:tag name="PICID" val="{e4c4ca7b-25d2-4118-88ec-a1b23607633a}"/>
</p:tagLst>
</file>

<file path=ppt/tags/tag483.xml><?xml version="1.0" encoding="utf-8"?>
<p:tagLst xmlns:p="http://schemas.openxmlformats.org/presentationml/2006/main">
  <p:tag name="PICID" val="{8af43eaa-51e4-4533-8233-e5e96297d7b0}"/>
</p:tagLst>
</file>

<file path=ppt/tags/tag484.xml><?xml version="1.0" encoding="utf-8"?>
<p:tagLst xmlns:p="http://schemas.openxmlformats.org/presentationml/2006/main">
  <p:tag name="PICID" val="{8af43eaa-51e4-4533-8233-e5e96297d7b0}"/>
</p:tagLst>
</file>

<file path=ppt/tags/tag485.xml><?xml version="1.0" encoding="utf-8"?>
<p:tagLst xmlns:p="http://schemas.openxmlformats.org/presentationml/2006/main">
  <p:tag name="KSO_WM_DIAGRAM_VIRTUALLY_FRAME" val="{&quot;height&quot;:231.7,&quot;left&quot;:522.05,&quot;top&quot;:217.5,&quot;width&quot;:546.9}"/>
</p:tagLst>
</file>

<file path=ppt/tags/tag486.xml><?xml version="1.0" encoding="utf-8"?>
<p:tagLst xmlns:p="http://schemas.openxmlformats.org/presentationml/2006/main">
  <p:tag name="PA" val="v5.2.11"/>
</p:tagLst>
</file>

<file path=ppt/tags/tag487.xml><?xml version="1.0" encoding="utf-8"?>
<p:tagLst xmlns:p="http://schemas.openxmlformats.org/presentationml/2006/main">
  <p:tag name="PA" val="v5.2.11"/>
</p:tagLst>
</file>

<file path=ppt/tags/tag488.xml><?xml version="1.0" encoding="utf-8"?>
<p:tagLst xmlns:p="http://schemas.openxmlformats.org/presentationml/2006/main">
  <p:tag name="PA" val="v5.2.11"/>
</p:tagLst>
</file>

<file path=ppt/tags/tag489.xml><?xml version="1.0" encoding="utf-8"?>
<p:tagLst xmlns:p="http://schemas.openxmlformats.org/presentationml/2006/main">
  <p:tag name="PA" val="v5.2.11"/>
</p:tagLst>
</file>

<file path=ppt/tags/tag490.xml><?xml version="1.0" encoding="utf-8"?>
<p:tagLst xmlns:p="http://schemas.openxmlformats.org/presentationml/2006/main">
  <p:tag name="PA" val="v5.2.11"/>
</p:tagLst>
</file>

<file path=ppt/tags/tag491.xml><?xml version="1.0" encoding="utf-8"?>
<p:tagLst xmlns:p="http://schemas.openxmlformats.org/presentationml/2006/main">
  <p:tag name="PA" val="v5.2.11"/>
</p:tagLst>
</file>

<file path=ppt/tags/tag492.xml><?xml version="1.0" encoding="utf-8"?>
<p:tagLst xmlns:p="http://schemas.openxmlformats.org/presentationml/2006/main">
  <p:tag name="PA" val="v5.2.11"/>
</p:tagLst>
</file>

<file path=ppt/tags/tag493.xml><?xml version="1.0" encoding="utf-8"?>
<p:tagLst xmlns:p="http://schemas.openxmlformats.org/presentationml/2006/main">
  <p:tag name="PA" val="v5.2.11"/>
</p:tagLst>
</file>

<file path=ppt/tags/tag494.xml><?xml version="1.0" encoding="utf-8"?>
<p:tagLst xmlns:p="http://schemas.openxmlformats.org/presentationml/2006/main">
  <p:tag name="PA" val="v5.2.11"/>
</p:tagLst>
</file>

<file path=ppt/tags/tag495.xml><?xml version="1.0" encoding="utf-8"?>
<p:tagLst xmlns:p="http://schemas.openxmlformats.org/presentationml/2006/main">
  <p:tag name="PA" val="v5.2.11"/>
</p:tagLst>
</file>

<file path=ppt/tags/tag496.xml><?xml version="1.0" encoding="utf-8"?>
<p:tagLst xmlns:p="http://schemas.openxmlformats.org/presentationml/2006/main">
  <p:tag name="PA" val="v5.2.11"/>
</p:tagLst>
</file>

<file path=ppt/tags/tag497.xml><?xml version="1.0" encoding="utf-8"?>
<p:tagLst xmlns:p="http://schemas.openxmlformats.org/presentationml/2006/main">
  <p:tag name="PA" val="v5.2.11"/>
</p:tagLst>
</file>

<file path=ppt/tags/tag498.xml><?xml version="1.0" encoding="utf-8"?>
<p:tagLst xmlns:p="http://schemas.openxmlformats.org/presentationml/2006/main">
  <p:tag name="PA" val="v5.2.11"/>
</p:tagLst>
</file>

<file path=ppt/tags/tag499.xml><?xml version="1.0" encoding="utf-8"?>
<p:tagLst xmlns:p="http://schemas.openxmlformats.org/presentationml/2006/main">
  <p:tag name="PA" val="v5.2.11"/>
</p:tagLst>
</file>

<file path=ppt/tags/tag500.xml><?xml version="1.0" encoding="utf-8"?>
<p:tagLst xmlns:p="http://schemas.openxmlformats.org/presentationml/2006/main">
  <p:tag name="ISLIDE.ICON" val="#90858;#90858;#380063;"/>
</p:tagLst>
</file>

<file path=ppt/tags/tag501.xml><?xml version="1.0" encoding="utf-8"?>
<p:tagLst xmlns:p="http://schemas.openxmlformats.org/presentationml/2006/main">
  <p:tag name="PA" val="v5.2.11"/>
</p:tagLst>
</file>

<file path=ppt/tags/tag502.xml><?xml version="1.0" encoding="utf-8"?>
<p:tagLst xmlns:p="http://schemas.openxmlformats.org/presentationml/2006/main">
  <p:tag name="PA" val="v5.2.11"/>
</p:tagLst>
</file>

<file path=ppt/tags/tag503.xml><?xml version="1.0" encoding="utf-8"?>
<p:tagLst xmlns:p="http://schemas.openxmlformats.org/presentationml/2006/main">
  <p:tag name="PA" val="v5.2.11"/>
</p:tagLst>
</file>

<file path=ppt/tags/tag504.xml><?xml version="1.0" encoding="utf-8"?>
<p:tagLst xmlns:p="http://schemas.openxmlformats.org/presentationml/2006/main">
  <p:tag name="PA" val="v5.2.11"/>
</p:tagLst>
</file>

<file path=ppt/tags/tag505.xml><?xml version="1.0" encoding="utf-8"?>
<p:tagLst xmlns:p="http://schemas.openxmlformats.org/presentationml/2006/main">
  <p:tag name="PA" val="v5.2.11"/>
</p:tagLst>
</file>

<file path=ppt/tags/tag506.xml><?xml version="1.0" encoding="utf-8"?>
<p:tagLst xmlns:p="http://schemas.openxmlformats.org/presentationml/2006/main">
  <p:tag name="PA" val="v5.2.11"/>
</p:tagLst>
</file>

<file path=ppt/tags/tag507.xml><?xml version="1.0" encoding="utf-8"?>
<p:tagLst xmlns:p="http://schemas.openxmlformats.org/presentationml/2006/main">
  <p:tag name="PA" val="v5.2.11"/>
</p:tagLst>
</file>

<file path=ppt/tags/tag508.xml><?xml version="1.0" encoding="utf-8"?>
<p:tagLst xmlns:p="http://schemas.openxmlformats.org/presentationml/2006/main">
  <p:tag name="PA" val="v5.2.11"/>
</p:tagLst>
</file>

<file path=ppt/tags/tag509.xml><?xml version="1.0" encoding="utf-8"?>
<p:tagLst xmlns:p="http://schemas.openxmlformats.org/presentationml/2006/main">
  <p:tag name="PA" val="v5.2.11"/>
</p:tagLst>
</file>

<file path=ppt/tags/tag510.xml><?xml version="1.0" encoding="utf-8"?>
<p:tagLst xmlns:p="http://schemas.openxmlformats.org/presentationml/2006/main">
  <p:tag name="PA" val="v5.2.11"/>
</p:tagLst>
</file>

<file path=ppt/tags/tag511.xml><?xml version="1.0" encoding="utf-8"?>
<p:tagLst xmlns:p="http://schemas.openxmlformats.org/presentationml/2006/main">
  <p:tag name="PA" val="v5.2.11"/>
</p:tagLst>
</file>

<file path=ppt/tags/tag512.xml><?xml version="1.0" encoding="utf-8"?>
<p:tagLst xmlns:p="http://schemas.openxmlformats.org/presentationml/2006/main">
  <p:tag name="PA" val="v5.2.11"/>
</p:tagLst>
</file>

<file path=ppt/tags/tag513.xml><?xml version="1.0" encoding="utf-8"?>
<p:tagLst xmlns:p="http://schemas.openxmlformats.org/presentationml/2006/main">
  <p:tag name="PA" val="v5.2.11"/>
</p:tagLst>
</file>

<file path=ppt/tags/tag514.xml><?xml version="1.0" encoding="utf-8"?>
<p:tagLst xmlns:p="http://schemas.openxmlformats.org/presentationml/2006/main">
  <p:tag name="PA" val="v5.2.11"/>
</p:tagLst>
</file>

<file path=ppt/tags/tag515.xml><?xml version="1.0" encoding="utf-8"?>
<p:tagLst xmlns:p="http://schemas.openxmlformats.org/presentationml/2006/main">
  <p:tag name="PICID" val="{e4c4ca7b-25d2-4118-88ec-a1b23607633a}"/>
</p:tagLst>
</file>

<file path=ppt/tags/tag516.xml><?xml version="1.0" encoding="utf-8"?>
<p:tagLst xmlns:p="http://schemas.openxmlformats.org/presentationml/2006/main">
  <p:tag name="PICID" val="{ab71501a-2525-46ed-9ead-188a2db78fa0}"/>
</p:tagLst>
</file>

<file path=ppt/tags/tag517.xml><?xml version="1.0" encoding="utf-8"?>
<p:tagLst xmlns:p="http://schemas.openxmlformats.org/presentationml/2006/main">
  <p:tag name="PICID" val="{ab71501a-2525-46ed-9ead-188a2db78fa0}"/>
</p:tagLst>
</file>

<file path=ppt/tags/tag518.xml><?xml version="1.0" encoding="utf-8"?>
<p:tagLst xmlns:p="http://schemas.openxmlformats.org/presentationml/2006/main">
  <p:tag name="PICID" val="{b0b0b1a3-6b5b-4d19-83c4-577bc5fc1ad6}"/>
</p:tagLst>
</file>

<file path=ppt/tags/tag519.xml><?xml version="1.0" encoding="utf-8"?>
<p:tagLst xmlns:p="http://schemas.openxmlformats.org/presentationml/2006/main">
  <p:tag name="PA" val="v5.2.11"/>
</p:tagLst>
</file>

<file path=ppt/tags/tag520.xml><?xml version="1.0" encoding="utf-8"?>
<p:tagLst xmlns:p="http://schemas.openxmlformats.org/presentationml/2006/main">
  <p:tag name="PA" val="v5.2.11"/>
</p:tagLst>
</file>

<file path=ppt/tags/tag521.xml><?xml version="1.0" encoding="utf-8"?>
<p:tagLst xmlns:p="http://schemas.openxmlformats.org/presentationml/2006/main">
  <p:tag name="PA" val="v5.2.11"/>
</p:tagLst>
</file>

<file path=ppt/tags/tag522.xml><?xml version="1.0" encoding="utf-8"?>
<p:tagLst xmlns:p="http://schemas.openxmlformats.org/presentationml/2006/main">
  <p:tag name="PA" val="v5.2.11"/>
</p:tagLst>
</file>

<file path=ppt/tags/tag523.xml><?xml version="1.0" encoding="utf-8"?>
<p:tagLst xmlns:p="http://schemas.openxmlformats.org/presentationml/2006/main">
  <p:tag name="PA" val="v5.2.11"/>
</p:tagLst>
</file>

<file path=ppt/tags/tag524.xml><?xml version="1.0" encoding="utf-8"?>
<p:tagLst xmlns:p="http://schemas.openxmlformats.org/presentationml/2006/main">
  <p:tag name="PA" val="v5.2.11"/>
</p:tagLst>
</file>

<file path=ppt/tags/tag525.xml><?xml version="1.0" encoding="utf-8"?>
<p:tagLst xmlns:p="http://schemas.openxmlformats.org/presentationml/2006/main">
  <p:tag name="PA" val="v5.2.11"/>
</p:tagLst>
</file>

<file path=ppt/tags/tag526.xml><?xml version="1.0" encoding="utf-8"?>
<p:tagLst xmlns:p="http://schemas.openxmlformats.org/presentationml/2006/main">
  <p:tag name="PA" val="v5.2.11"/>
</p:tagLst>
</file>

<file path=ppt/tags/tag527.xml><?xml version="1.0" encoding="utf-8"?>
<p:tagLst xmlns:p="http://schemas.openxmlformats.org/presentationml/2006/main">
  <p:tag name="PA" val="v5.2.11"/>
</p:tagLst>
</file>

<file path=ppt/tags/tag528.xml><?xml version="1.0" encoding="utf-8"?>
<p:tagLst xmlns:p="http://schemas.openxmlformats.org/presentationml/2006/main">
  <p:tag name="PA" val="v5.2.11"/>
</p:tagLst>
</file>

<file path=ppt/tags/tag529.xml><?xml version="1.0" encoding="utf-8"?>
<p:tagLst xmlns:p="http://schemas.openxmlformats.org/presentationml/2006/main">
  <p:tag name="PA" val="v5.2.11"/>
</p:tagLst>
</file>

<file path=ppt/tags/tag530.xml><?xml version="1.0" encoding="utf-8"?>
<p:tagLst xmlns:p="http://schemas.openxmlformats.org/presentationml/2006/main">
  <p:tag name="PA" val="v5.2.11"/>
</p:tagLst>
</file>

<file path=ppt/tags/tag531.xml><?xml version="1.0" encoding="utf-8"?>
<p:tagLst xmlns:p="http://schemas.openxmlformats.org/presentationml/2006/main">
  <p:tag name="PA" val="v5.2.11"/>
</p:tagLst>
</file>

<file path=ppt/tags/tag532.xml><?xml version="1.0" encoding="utf-8"?>
<p:tagLst xmlns:p="http://schemas.openxmlformats.org/presentationml/2006/main">
  <p:tag name="PA" val="v5.2.11"/>
</p:tagLst>
</file>

<file path=ppt/tags/tag533.xml><?xml version="1.0" encoding="utf-8"?>
<p:tagLst xmlns:p="http://schemas.openxmlformats.org/presentationml/2006/main">
  <p:tag name="ISLIDE.ICON" val="#90858;#90858;#380063;"/>
  <p:tag name="resource_record_key" val="{&quot;29&quot;:[50000159]}"/>
</p:tagLst>
</file>

<file path=ppt/tags/tag534.xml><?xml version="1.0" encoding="utf-8"?>
<p:tagLst xmlns:p="http://schemas.openxmlformats.org/presentationml/2006/main">
  <p:tag name="PA" val="v5.2.11"/>
</p:tagLst>
</file>

<file path=ppt/tags/tag535.xml><?xml version="1.0" encoding="utf-8"?>
<p:tagLst xmlns:p="http://schemas.openxmlformats.org/presentationml/2006/main">
  <p:tag name="PA" val="v5.2.11"/>
</p:tagLst>
</file>

<file path=ppt/tags/tag536.xml><?xml version="1.0" encoding="utf-8"?>
<p:tagLst xmlns:p="http://schemas.openxmlformats.org/presentationml/2006/main">
  <p:tag name="PA" val="v5.2.11"/>
</p:tagLst>
</file>

<file path=ppt/tags/tag537.xml><?xml version="1.0" encoding="utf-8"?>
<p:tagLst xmlns:p="http://schemas.openxmlformats.org/presentationml/2006/main">
  <p:tag name="PA" val="v5.2.11"/>
</p:tagLst>
</file>

<file path=ppt/tags/tag538.xml><?xml version="1.0" encoding="utf-8"?>
<p:tagLst xmlns:p="http://schemas.openxmlformats.org/presentationml/2006/main">
  <p:tag name="PA" val="v5.2.11"/>
</p:tagLst>
</file>

<file path=ppt/tags/tag539.xml><?xml version="1.0" encoding="utf-8"?>
<p:tagLst xmlns:p="http://schemas.openxmlformats.org/presentationml/2006/main">
  <p:tag name="PA" val="v5.2.11"/>
</p:tagLst>
</file>

<file path=ppt/tags/tag540.xml><?xml version="1.0" encoding="utf-8"?>
<p:tagLst xmlns:p="http://schemas.openxmlformats.org/presentationml/2006/main">
  <p:tag name="PA" val="v5.2.11"/>
</p:tagLst>
</file>

<file path=ppt/tags/tag541.xml><?xml version="1.0" encoding="utf-8"?>
<p:tagLst xmlns:p="http://schemas.openxmlformats.org/presentationml/2006/main">
  <p:tag name="PA" val="v5.2.11"/>
</p:tagLst>
</file>

<file path=ppt/tags/tag542.xml><?xml version="1.0" encoding="utf-8"?>
<p:tagLst xmlns:p="http://schemas.openxmlformats.org/presentationml/2006/main">
  <p:tag name="PA" val="v5.2.11"/>
</p:tagLst>
</file>

<file path=ppt/tags/tag543.xml><?xml version="1.0" encoding="utf-8"?>
<p:tagLst xmlns:p="http://schemas.openxmlformats.org/presentationml/2006/main">
  <p:tag name="PA" val="v5.2.11"/>
</p:tagLst>
</file>

<file path=ppt/tags/tag544.xml><?xml version="1.0" encoding="utf-8"?>
<p:tagLst xmlns:p="http://schemas.openxmlformats.org/presentationml/2006/main">
  <p:tag name="PA" val="v5.2.11"/>
</p:tagLst>
</file>

<file path=ppt/tags/tag545.xml><?xml version="1.0" encoding="utf-8"?>
<p:tagLst xmlns:p="http://schemas.openxmlformats.org/presentationml/2006/main">
  <p:tag name="PA" val="v5.2.11"/>
</p:tagLst>
</file>

<file path=ppt/tags/tag546.xml><?xml version="1.0" encoding="utf-8"?>
<p:tagLst xmlns:p="http://schemas.openxmlformats.org/presentationml/2006/main">
  <p:tag name="PA" val="v5.2.11"/>
</p:tagLst>
</file>

<file path=ppt/tags/tag547.xml><?xml version="1.0" encoding="utf-8"?>
<p:tagLst xmlns:p="http://schemas.openxmlformats.org/presentationml/2006/main">
  <p:tag name="PA" val="v5.2.11"/>
</p:tagLst>
</file>

<file path=ppt/tags/tag548.xml><?xml version="1.0" encoding="utf-8"?>
<p:tagLst xmlns:p="http://schemas.openxmlformats.org/presentationml/2006/main">
  <p:tag name="PICID" val="{e4c4ca7b-25d2-4118-88ec-a1b23607633a}"/>
</p:tagLst>
</file>

<file path=ppt/tags/tag549.xml><?xml version="1.0" encoding="utf-8"?>
<p:tagLst xmlns:p="http://schemas.openxmlformats.org/presentationml/2006/main">
  <p:tag name="PICID" val="{b0b0b1a3-6b5b-4d19-83c4-577bc5fc1ad6}"/>
</p:tagLst>
</file>

<file path=ppt/tags/tag550.xml><?xml version="1.0" encoding="utf-8"?>
<p:tagLst xmlns:p="http://schemas.openxmlformats.org/presentationml/2006/main">
  <p:tag name="PA" val="v5.2.11"/>
</p:tagLst>
</file>

<file path=ppt/tags/tag551.xml><?xml version="1.0" encoding="utf-8"?>
<p:tagLst xmlns:p="http://schemas.openxmlformats.org/presentationml/2006/main">
  <p:tag name="PA" val="v5.2.11"/>
</p:tagLst>
</file>

<file path=ppt/tags/tag552.xml><?xml version="1.0" encoding="utf-8"?>
<p:tagLst xmlns:p="http://schemas.openxmlformats.org/presentationml/2006/main">
  <p:tag name="PA" val="v5.2.11"/>
</p:tagLst>
</file>

<file path=ppt/tags/tag553.xml><?xml version="1.0" encoding="utf-8"?>
<p:tagLst xmlns:p="http://schemas.openxmlformats.org/presentationml/2006/main">
  <p:tag name="PA" val="v5.2.11"/>
</p:tagLst>
</file>

<file path=ppt/tags/tag554.xml><?xml version="1.0" encoding="utf-8"?>
<p:tagLst xmlns:p="http://schemas.openxmlformats.org/presentationml/2006/main">
  <p:tag name="PA" val="v5.2.11"/>
</p:tagLst>
</file>

<file path=ppt/tags/tag555.xml><?xml version="1.0" encoding="utf-8"?>
<p:tagLst xmlns:p="http://schemas.openxmlformats.org/presentationml/2006/main">
  <p:tag name="PA" val="v5.2.11"/>
</p:tagLst>
</file>

<file path=ppt/tags/tag556.xml><?xml version="1.0" encoding="utf-8"?>
<p:tagLst xmlns:p="http://schemas.openxmlformats.org/presentationml/2006/main">
  <p:tag name="PA" val="v5.2.11"/>
</p:tagLst>
</file>

<file path=ppt/tags/tag557.xml><?xml version="1.0" encoding="utf-8"?>
<p:tagLst xmlns:p="http://schemas.openxmlformats.org/presentationml/2006/main">
  <p:tag name="PA" val="v5.2.11"/>
</p:tagLst>
</file>

<file path=ppt/tags/tag558.xml><?xml version="1.0" encoding="utf-8"?>
<p:tagLst xmlns:p="http://schemas.openxmlformats.org/presentationml/2006/main">
  <p:tag name="PA" val="v5.2.11"/>
</p:tagLst>
</file>

<file path=ppt/tags/tag559.xml><?xml version="1.0" encoding="utf-8"?>
<p:tagLst xmlns:p="http://schemas.openxmlformats.org/presentationml/2006/main">
  <p:tag name="PA" val="v5.2.11"/>
</p:tagLst>
</file>

<file path=ppt/tags/tag560.xml><?xml version="1.0" encoding="utf-8"?>
<p:tagLst xmlns:p="http://schemas.openxmlformats.org/presentationml/2006/main">
  <p:tag name="PA" val="v5.2.11"/>
</p:tagLst>
</file>

<file path=ppt/tags/tag561.xml><?xml version="1.0" encoding="utf-8"?>
<p:tagLst xmlns:p="http://schemas.openxmlformats.org/presentationml/2006/main">
  <p:tag name="PA" val="v5.2.11"/>
</p:tagLst>
</file>

<file path=ppt/tags/tag562.xml><?xml version="1.0" encoding="utf-8"?>
<p:tagLst xmlns:p="http://schemas.openxmlformats.org/presentationml/2006/main">
  <p:tag name="PA" val="v5.2.11"/>
</p:tagLst>
</file>

<file path=ppt/tags/tag563.xml><?xml version="1.0" encoding="utf-8"?>
<p:tagLst xmlns:p="http://schemas.openxmlformats.org/presentationml/2006/main">
  <p:tag name="PA" val="v5.2.11"/>
</p:tagLst>
</file>

<file path=ppt/tags/tag564.xml><?xml version="1.0" encoding="utf-8"?>
<p:tagLst xmlns:p="http://schemas.openxmlformats.org/presentationml/2006/main">
  <p:tag name="ISLIDE.ICON" val="#90858;#90858;#380063;"/>
  <p:tag name="resource_record_key" val="{&quot;29&quot;:[50000031]}"/>
</p:tagLst>
</file>

<file path=ppt/tags/tag565.xml><?xml version="1.0" encoding="utf-8"?>
<p:tagLst xmlns:p="http://schemas.openxmlformats.org/presentationml/2006/main">
  <p:tag name="ISLIDE.ICON" val="#90858;#90858;#380063;"/>
</p:tagLst>
</file>

<file path=ppt/tags/tag566.xml><?xml version="1.0" encoding="utf-8"?>
<p:tagLst xmlns:p="http://schemas.openxmlformats.org/presentationml/2006/main">
  <p:tag name="PA" val="v5.2.11"/>
</p:tagLst>
</file>

<file path=ppt/tags/tag567.xml><?xml version="1.0" encoding="utf-8"?>
<p:tagLst xmlns:p="http://schemas.openxmlformats.org/presentationml/2006/main">
  <p:tag name="PA" val="v5.2.11"/>
</p:tagLst>
</file>

<file path=ppt/tags/tag568.xml><?xml version="1.0" encoding="utf-8"?>
<p:tagLst xmlns:p="http://schemas.openxmlformats.org/presentationml/2006/main">
  <p:tag name="PA" val="v5.2.11"/>
</p:tagLst>
</file>

<file path=ppt/tags/tag569.xml><?xml version="1.0" encoding="utf-8"?>
<p:tagLst xmlns:p="http://schemas.openxmlformats.org/presentationml/2006/main">
  <p:tag name="PA" val="v5.2.11"/>
</p:tagLst>
</file>

<file path=ppt/tags/tag570.xml><?xml version="1.0" encoding="utf-8"?>
<p:tagLst xmlns:p="http://schemas.openxmlformats.org/presentationml/2006/main">
  <p:tag name="PA" val="v5.2.11"/>
</p:tagLst>
</file>

<file path=ppt/tags/tag571.xml><?xml version="1.0" encoding="utf-8"?>
<p:tagLst xmlns:p="http://schemas.openxmlformats.org/presentationml/2006/main">
  <p:tag name="PA" val="v5.2.11"/>
</p:tagLst>
</file>

<file path=ppt/tags/tag572.xml><?xml version="1.0" encoding="utf-8"?>
<p:tagLst xmlns:p="http://schemas.openxmlformats.org/presentationml/2006/main">
  <p:tag name="PA" val="v5.2.11"/>
</p:tagLst>
</file>

<file path=ppt/tags/tag573.xml><?xml version="1.0" encoding="utf-8"?>
<p:tagLst xmlns:p="http://schemas.openxmlformats.org/presentationml/2006/main">
  <p:tag name="PA" val="v5.2.11"/>
</p:tagLst>
</file>

<file path=ppt/tags/tag574.xml><?xml version="1.0" encoding="utf-8"?>
<p:tagLst xmlns:p="http://schemas.openxmlformats.org/presentationml/2006/main">
  <p:tag name="PA" val="v5.2.11"/>
</p:tagLst>
</file>

<file path=ppt/tags/tag575.xml><?xml version="1.0" encoding="utf-8"?>
<p:tagLst xmlns:p="http://schemas.openxmlformats.org/presentationml/2006/main">
  <p:tag name="PA" val="v5.2.11"/>
</p:tagLst>
</file>

<file path=ppt/tags/tag576.xml><?xml version="1.0" encoding="utf-8"?>
<p:tagLst xmlns:p="http://schemas.openxmlformats.org/presentationml/2006/main">
  <p:tag name="PA" val="v5.2.11"/>
</p:tagLst>
</file>

<file path=ppt/tags/tag577.xml><?xml version="1.0" encoding="utf-8"?>
<p:tagLst xmlns:p="http://schemas.openxmlformats.org/presentationml/2006/main">
  <p:tag name="PA" val="v5.2.11"/>
</p:tagLst>
</file>

<file path=ppt/tags/tag578.xml><?xml version="1.0" encoding="utf-8"?>
<p:tagLst xmlns:p="http://schemas.openxmlformats.org/presentationml/2006/main">
  <p:tag name="PA" val="v5.2.11"/>
</p:tagLst>
</file>

<file path=ppt/tags/tag579.xml><?xml version="1.0" encoding="utf-8"?>
<p:tagLst xmlns:p="http://schemas.openxmlformats.org/presentationml/2006/main">
  <p:tag name="PA" val="v5.2.11"/>
</p:tagLst>
</file>

<file path=ppt/tags/tag580.xml><?xml version="1.0" encoding="utf-8"?>
<p:tagLst xmlns:p="http://schemas.openxmlformats.org/presentationml/2006/main">
  <p:tag name="PA" val="v5.2.11"/>
</p:tagLst>
</file>

<file path=ppt/tags/tag581.xml><?xml version="1.0" encoding="utf-8"?>
<p:tagLst xmlns:p="http://schemas.openxmlformats.org/presentationml/2006/main">
  <p:tag name="PICID" val="{e4c4ca7b-25d2-4118-88ec-a1b23607633a}"/>
</p:tagLst>
</file>

<file path=ppt/tags/tag582.xml><?xml version="1.0" encoding="utf-8"?>
<p:tagLst xmlns:p="http://schemas.openxmlformats.org/presentationml/2006/main">
  <p:tag name="PA" val="v5.2.11"/>
</p:tagLst>
</file>

<file path=ppt/tags/tag583.xml><?xml version="1.0" encoding="utf-8"?>
<p:tagLst xmlns:p="http://schemas.openxmlformats.org/presentationml/2006/main">
  <p:tag name="PA" val="v5.2.11"/>
</p:tagLst>
</file>

<file path=ppt/tags/tag584.xml><?xml version="1.0" encoding="utf-8"?>
<p:tagLst xmlns:p="http://schemas.openxmlformats.org/presentationml/2006/main">
  <p:tag name="PA" val="v5.2.11"/>
</p:tagLst>
</file>

<file path=ppt/tags/tag585.xml><?xml version="1.0" encoding="utf-8"?>
<p:tagLst xmlns:p="http://schemas.openxmlformats.org/presentationml/2006/main">
  <p:tag name="PA" val="v5.2.11"/>
</p:tagLst>
</file>

<file path=ppt/tags/tag586.xml><?xml version="1.0" encoding="utf-8"?>
<p:tagLst xmlns:p="http://schemas.openxmlformats.org/presentationml/2006/main">
  <p:tag name="PA" val="v5.2.11"/>
</p:tagLst>
</file>

<file path=ppt/tags/tag587.xml><?xml version="1.0" encoding="utf-8"?>
<p:tagLst xmlns:p="http://schemas.openxmlformats.org/presentationml/2006/main">
  <p:tag name="PA" val="v5.2.11"/>
</p:tagLst>
</file>

<file path=ppt/tags/tag588.xml><?xml version="1.0" encoding="utf-8"?>
<p:tagLst xmlns:p="http://schemas.openxmlformats.org/presentationml/2006/main">
  <p:tag name="PA" val="v5.2.11"/>
</p:tagLst>
</file>

<file path=ppt/tags/tag589.xml><?xml version="1.0" encoding="utf-8"?>
<p:tagLst xmlns:p="http://schemas.openxmlformats.org/presentationml/2006/main">
  <p:tag name="PA" val="v5.2.11"/>
</p:tagLst>
</file>

<file path=ppt/tags/tag590.xml><?xml version="1.0" encoding="utf-8"?>
<p:tagLst xmlns:p="http://schemas.openxmlformats.org/presentationml/2006/main">
  <p:tag name="PA" val="v5.2.11"/>
</p:tagLst>
</file>

<file path=ppt/tags/tag591.xml><?xml version="1.0" encoding="utf-8"?>
<p:tagLst xmlns:p="http://schemas.openxmlformats.org/presentationml/2006/main">
  <p:tag name="PA" val="v5.2.11"/>
</p:tagLst>
</file>

<file path=ppt/tags/tag592.xml><?xml version="1.0" encoding="utf-8"?>
<p:tagLst xmlns:p="http://schemas.openxmlformats.org/presentationml/2006/main">
  <p:tag name="PA" val="v5.2.11"/>
</p:tagLst>
</file>

<file path=ppt/tags/tag593.xml><?xml version="1.0" encoding="utf-8"?>
<p:tagLst xmlns:p="http://schemas.openxmlformats.org/presentationml/2006/main">
  <p:tag name="PA" val="v5.2.11"/>
</p:tagLst>
</file>

<file path=ppt/tags/tag594.xml><?xml version="1.0" encoding="utf-8"?>
<p:tagLst xmlns:p="http://schemas.openxmlformats.org/presentationml/2006/main">
  <p:tag name="PA" val="v5.2.11"/>
</p:tagLst>
</file>

<file path=ppt/tags/tag595.xml><?xml version="1.0" encoding="utf-8"?>
<p:tagLst xmlns:p="http://schemas.openxmlformats.org/presentationml/2006/main">
  <p:tag name="PA" val="v5.2.11"/>
</p:tagLst>
</file>

<file path=ppt/tags/tag596.xml><?xml version="1.0" encoding="utf-8"?>
<p:tagLst xmlns:p="http://schemas.openxmlformats.org/presentationml/2006/main">
  <p:tag name="PA" val="v5.2.11"/>
</p:tagLst>
</file>

<file path=ppt/tags/tag597.xml><?xml version="1.0" encoding="utf-8"?>
<p:tagLst xmlns:p="http://schemas.openxmlformats.org/presentationml/2006/main">
  <p:tag name="PA" val="v5.2.11"/>
</p:tagLst>
</file>

<file path=ppt/tags/tag598.xml><?xml version="1.0" encoding="utf-8"?>
<p:tagLst xmlns:p="http://schemas.openxmlformats.org/presentationml/2006/main">
  <p:tag name="PA" val="v5.2.11"/>
</p:tagLst>
</file>

<file path=ppt/tags/tag599.xml><?xml version="1.0" encoding="utf-8"?>
<p:tagLst xmlns:p="http://schemas.openxmlformats.org/presentationml/2006/main">
  <p:tag name="PA" val="v5.2.11"/>
</p:tagLst>
</file>

<file path=ppt/tags/tag600.xml><?xml version="1.0" encoding="utf-8"?>
<p:tagLst xmlns:p="http://schemas.openxmlformats.org/presentationml/2006/main">
  <p:tag name="PA" val="v5.2.11"/>
</p:tagLst>
</file>

<file path=ppt/tags/tag601.xml><?xml version="1.0" encoding="utf-8"?>
<p:tagLst xmlns:p="http://schemas.openxmlformats.org/presentationml/2006/main">
  <p:tag name="PA" val="v5.2.11"/>
</p:tagLst>
</file>

<file path=ppt/tags/tag602.xml><?xml version="1.0" encoding="utf-8"?>
<p:tagLst xmlns:p="http://schemas.openxmlformats.org/presentationml/2006/main">
  <p:tag name="PA" val="v5.2.11"/>
</p:tagLst>
</file>

<file path=ppt/tags/tag603.xml><?xml version="1.0" encoding="utf-8"?>
<p:tagLst xmlns:p="http://schemas.openxmlformats.org/presentationml/2006/main">
  <p:tag name="PA" val="v5.2.11"/>
</p:tagLst>
</file>

<file path=ppt/tags/tag604.xml><?xml version="1.0" encoding="utf-8"?>
<p:tagLst xmlns:p="http://schemas.openxmlformats.org/presentationml/2006/main">
  <p:tag name="PA" val="v5.2.11"/>
</p:tagLst>
</file>

<file path=ppt/tags/tag605.xml><?xml version="1.0" encoding="utf-8"?>
<p:tagLst xmlns:p="http://schemas.openxmlformats.org/presentationml/2006/main">
  <p:tag name="PA" val="v5.2.11"/>
</p:tagLst>
</file>

<file path=ppt/tags/tag606.xml><?xml version="1.0" encoding="utf-8"?>
<p:tagLst xmlns:p="http://schemas.openxmlformats.org/presentationml/2006/main">
  <p:tag name="PA" val="v5.2.11"/>
</p:tagLst>
</file>

<file path=ppt/tags/tag607.xml><?xml version="1.0" encoding="utf-8"?>
<p:tagLst xmlns:p="http://schemas.openxmlformats.org/presentationml/2006/main">
  <p:tag name="PA" val="v5.2.11"/>
</p:tagLst>
</file>

<file path=ppt/tags/tag608.xml><?xml version="1.0" encoding="utf-8"?>
<p:tagLst xmlns:p="http://schemas.openxmlformats.org/presentationml/2006/main">
  <p:tag name="PA" val="v5.2.11"/>
</p:tagLst>
</file>

<file path=ppt/tags/tag609.xml><?xml version="1.0" encoding="utf-8"?>
<p:tagLst xmlns:p="http://schemas.openxmlformats.org/presentationml/2006/main">
  <p:tag name="PA" val="v5.2.11"/>
</p:tagLst>
</file>

<file path=ppt/tags/tag6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20_2*q_h_i*1_2_4"/>
  <p:tag name="KSO_WM_TEMPLATE_CATEGORY" val="diagram"/>
  <p:tag name="KSO_WM_TEMPLATE_INDEX" val="20230320"/>
  <p:tag name="KSO_WM_UNIT_LAYERLEVEL" val="1_1_1"/>
  <p:tag name="KSO_WM_TAG_VERSION" val="3.0"/>
  <p:tag name="KSO_WM_DIAGRAM_GROUP_CODE" val="q1-1"/>
  <p:tag name="KSO_WM_UNIT_TYPE" val="q_h_i"/>
  <p:tag name="KSO_WM_UNIT_INDEX" val="1_2_4"/>
  <p:tag name="KSO_WM_DIAGRAM_VERSION" val="3"/>
  <p:tag name="KSO_WM_DIAGRAM_COLOR_TRICK" val="4"/>
  <p:tag name="KSO_WM_DIAGRAM_COLOR_TEXT_CAN_REMOVE" val="n"/>
  <p:tag name="KSO_WM_DIAGRAM_MAX_ITEMCNT" val="4"/>
  <p:tag name="KSO_WM_DIAGRAM_MIN_ITEMCNT" val="2"/>
  <p:tag name="KSO_WM_DIAGRAM_VIRTUALLY_FRAME" val="{&quot;height&quot;:412.4,&quot;left&quot;:21.72503937007873,&quot;top&quot;:76,&quot;width&quot;:875.05}"/>
  <p:tag name="KSO_WM_DIAGRAM_COLOR_MATCH_VALUE" val="{&quot;shape&quot;:{&quot;fill&quot;:{&quot;gradient&quot;:[{&quot;brightness&quot;:0.6000000238418579,&quot;colorType&quot;:1,&quot;foreColorIndex&quot;:6,&quot;pos&quot;:1,&quot;transparency&quot;:0},{&quot;brightness&quot;:0,&quot;colorType&quot;:1,&quot;foreColorIndex&quot;:6,&quot;pos&quot;:0,&quot;transparency&quot;:0}],&quot;type&quot;:3},&quot;glow&quot;:{&quot;colorType&quot;:0},&quot;line&quot;:{&quot;type&quot;:0},&quot;shadow&quot;:{&quot;brightness&quot;:0,&quot;colorType&quot;:1,&quot;foreColorIndex&quot;:6,&quot;transparency&quot;:0.80000001192092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6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20_2*q_h_i*1_3_4"/>
  <p:tag name="KSO_WM_TEMPLATE_CATEGORY" val="diagram"/>
  <p:tag name="KSO_WM_TEMPLATE_INDEX" val="20230320"/>
  <p:tag name="KSO_WM_UNIT_LAYERLEVEL" val="1_1_1"/>
  <p:tag name="KSO_WM_TAG_VERSION" val="3.0"/>
  <p:tag name="KSO_WM_DIAGRAM_GROUP_CODE" val="q1-1"/>
  <p:tag name="KSO_WM_UNIT_TYPE" val="q_h_i"/>
  <p:tag name="KSO_WM_UNIT_INDEX" val="1_3_4"/>
  <p:tag name="KSO_WM_DIAGRAM_VERSION" val="3"/>
  <p:tag name="KSO_WM_DIAGRAM_COLOR_TRICK" val="4"/>
  <p:tag name="KSO_WM_DIAGRAM_COLOR_TEXT_CAN_REMOVE" val="n"/>
  <p:tag name="KSO_WM_DIAGRAM_MAX_ITEMCNT" val="4"/>
  <p:tag name="KSO_WM_DIAGRAM_MIN_ITEMCNT" val="2"/>
  <p:tag name="KSO_WM_DIAGRAM_VIRTUALLY_FRAME" val="{&quot;height&quot;:412.4,&quot;left&quot;:21.72503937007873,&quot;top&quot;:76,&quot;width&quot;:875.05}"/>
  <p:tag name="KSO_WM_DIAGRAM_COLOR_MATCH_VALUE" val="{&quot;shape&quot;:{&quot;fill&quot;:{&quot;gradient&quot;:[{&quot;brightness&quot;:0,&quot;colorType&quot;:1,&quot;foreColorIndex&quot;:7,&quot;pos&quot;:1,&quot;transparency&quot;:0},{&quot;brightness&quot;:0.4000000059604645,&quot;colorType&quot;:1,&quot;foreColorIndex&quot;:7,&quot;pos&quot;:0,&quot;transparency&quot;:0}],&quot;type&quot;:3},&quot;glow&quot;:{&quot;colorType&quot;:0},&quot;line&quot;:{&quot;type&quot;:0},&quot;shadow&quot;:{&quot;brightness&quot;:0,&quot;colorType&quot;:1,&quot;foreColorIndex&quot;:7,&quot;transparency&quot;:0.80000001192092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6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20_2*q_h_i*1_1_4"/>
  <p:tag name="KSO_WM_TEMPLATE_CATEGORY" val="diagram"/>
  <p:tag name="KSO_WM_TEMPLATE_INDEX" val="20230320"/>
  <p:tag name="KSO_WM_UNIT_LAYERLEVEL" val="1_1_1"/>
  <p:tag name="KSO_WM_TAG_VERSION" val="3.0"/>
  <p:tag name="KSO_WM_DIAGRAM_GROUP_CODE" val="q1-1"/>
  <p:tag name="KSO_WM_UNIT_TYPE" val="q_h_i"/>
  <p:tag name="KSO_WM_UNIT_INDEX" val="1_1_4"/>
  <p:tag name="KSO_WM_DIAGRAM_VERSION" val="3"/>
  <p:tag name="KSO_WM_DIAGRAM_COLOR_TRICK" val="4"/>
  <p:tag name="KSO_WM_DIAGRAM_COLOR_TEXT_CAN_REMOVE" val="n"/>
  <p:tag name="KSO_WM_DIAGRAM_MAX_ITEMCNT" val="4"/>
  <p:tag name="KSO_WM_DIAGRAM_MIN_ITEMCNT" val="2"/>
  <p:tag name="KSO_WM_DIAGRAM_VIRTUALLY_FRAME" val="{&quot;height&quot;:412.4,&quot;left&quot;:21.72503937007873,&quot;top&quot;:76,&quot;width&quot;:875.05}"/>
  <p:tag name="KSO_WM_DIAGRAM_COLOR_MATCH_VALUE" val="{&quot;shape&quot;:{&quot;fill&quot;:{&quot;gradient&quot;:[{&quot;brightness&quot;:0,&quot;colorType&quot;:1,&quot;foreColorIndex&quot;:5,&quot;pos&quot;:1,&quot;transparency&quot;:0},{&quot;brightness&quot;:0.5099999904632568,&quot;colorType&quot;:1,&quot;foreColorIndex&quot;:5,&quot;pos&quot;:0,&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6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20_2*q_h_i*1_3_3"/>
  <p:tag name="KSO_WM_TEMPLATE_CATEGORY" val="diagram"/>
  <p:tag name="KSO_WM_TEMPLATE_INDEX" val="20230320"/>
  <p:tag name="KSO_WM_UNIT_LAYERLEVEL" val="1_1_1"/>
  <p:tag name="KSO_WM_TAG_VERSION" val="3.0"/>
  <p:tag name="KSO_WM_DIAGRAM_GROUP_CODE" val="q1-1"/>
  <p:tag name="KSO_WM_UNIT_TYPE" val="q_h_i"/>
  <p:tag name="KSO_WM_UNIT_INDEX" val="1_3_3"/>
  <p:tag name="KSO_WM_DIAGRAM_VERSION" val="3"/>
  <p:tag name="KSO_WM_DIAGRAM_COLOR_TRICK" val="4"/>
  <p:tag name="KSO_WM_DIAGRAM_COLOR_TEXT_CAN_REMOVE" val="n"/>
  <p:tag name="KSO_WM_DIAGRAM_MAX_ITEMCNT" val="4"/>
  <p:tag name="KSO_WM_DIAGRAM_MIN_ITEMCNT" val="2"/>
  <p:tag name="KSO_WM_DIAGRAM_VIRTUALLY_FRAME" val="{&quot;height&quot;:412.4,&quot;left&quot;:21.72503937007873,&quot;top&quot;:76,&quot;width&quot;:875.05}"/>
  <p:tag name="KSO_WM_DIAGRAM_COLOR_MATCH_VALUE" val="{&quot;shape&quot;:{&quot;fill&quot;:{&quot;gradient&quot;:[{&quot;brightness&quot;:0,&quot;colorType&quot;:1,&quot;foreColorIndex&quot;:7,&quot;pos&quot;:1,&quot;transparency&quot;:0},{&quot;brightness&quot;:0.44999998807907104,&quot;colorType&quot;:1,&quot;foreColorIndex&quot;:7,&quot;pos&quot;:0,&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6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20_2*q_h_i*1_2_3"/>
  <p:tag name="KSO_WM_TEMPLATE_CATEGORY" val="diagram"/>
  <p:tag name="KSO_WM_TEMPLATE_INDEX" val="20230320"/>
  <p:tag name="KSO_WM_UNIT_LAYERLEVEL" val="1_1_1"/>
  <p:tag name="KSO_WM_TAG_VERSION" val="3.0"/>
  <p:tag name="KSO_WM_DIAGRAM_GROUP_CODE" val="q1-1"/>
  <p:tag name="KSO_WM_UNIT_TYPE" val="q_h_i"/>
  <p:tag name="KSO_WM_UNIT_INDEX" val="1_2_3"/>
  <p:tag name="KSO_WM_DIAGRAM_VERSION" val="3"/>
  <p:tag name="KSO_WM_DIAGRAM_COLOR_TRICK" val="4"/>
  <p:tag name="KSO_WM_DIAGRAM_COLOR_TEXT_CAN_REMOVE" val="n"/>
  <p:tag name="KSO_WM_DIAGRAM_MAX_ITEMCNT" val="4"/>
  <p:tag name="KSO_WM_DIAGRAM_MIN_ITEMCNT" val="2"/>
  <p:tag name="KSO_WM_DIAGRAM_VIRTUALLY_FRAME" val="{&quot;height&quot;:412.4,&quot;left&quot;:21.72503937007873,&quot;top&quot;:76,&quot;width&quot;:875.05}"/>
  <p:tag name="KSO_WM_DIAGRAM_COLOR_MATCH_VALUE" val="{&quot;shape&quot;:{&quot;fill&quot;:{&quot;gradient&quot;:[{&quot;brightness&quot;:0.6499999761581421,&quot;colorType&quot;:1,&quot;foreColorIndex&quot;:6,&quot;pos&quot;:1,&quot;transparency&quot;:0},{&quot;brightness&quot;:0,&quot;colorType&quot;:1,&quot;foreColorIndex&quot;:6,&quot;pos&quot;:0,&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6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20_2*q_h_i*1_1_3"/>
  <p:tag name="KSO_WM_TEMPLATE_CATEGORY" val="diagram"/>
  <p:tag name="KSO_WM_TEMPLATE_INDEX" val="20230320"/>
  <p:tag name="KSO_WM_UNIT_LAYERLEVEL" val="1_1_1"/>
  <p:tag name="KSO_WM_TAG_VERSION" val="3.0"/>
  <p:tag name="KSO_WM_DIAGRAM_GROUP_CODE" val="q1-1"/>
  <p:tag name="KSO_WM_UNIT_TYPE" val="q_h_i"/>
  <p:tag name="KSO_WM_UNIT_INDEX" val="1_1_3"/>
  <p:tag name="KSO_WM_DIAGRAM_VERSION" val="3"/>
  <p:tag name="KSO_WM_DIAGRAM_COLOR_TRICK" val="4"/>
  <p:tag name="KSO_WM_DIAGRAM_COLOR_TEXT_CAN_REMOVE" val="n"/>
  <p:tag name="KSO_WM_DIAGRAM_MAX_ITEMCNT" val="4"/>
  <p:tag name="KSO_WM_DIAGRAM_MIN_ITEMCNT" val="2"/>
  <p:tag name="KSO_WM_DIAGRAM_VIRTUALLY_FRAME" val="{&quot;height&quot;:412.4,&quot;left&quot;:21.72503937007873,&quot;top&quot;:76,&quot;width&quot;:875.05}"/>
  <p:tag name="KSO_WM_DIAGRAM_COLOR_MATCH_VALUE" val="{&quot;shape&quot;:{&quot;fill&quot;:{&quot;gradient&quot;:[{&quot;brightness&quot;:0,&quot;colorType&quot;:1,&quot;foreColorIndex&quot;:5,&quot;pos&quot;:1,&quot;transparency&quot;:0},{&quot;brightness&quot;:0.6000000238418579,&quot;colorType&quot;:1,&quot;foreColorIndex&quot;:5,&quot;pos&quot;:0,&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6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20_2*q_h_i*1_1_1"/>
  <p:tag name="KSO_WM_TEMPLATE_CATEGORY" val="diagram"/>
  <p:tag name="KSO_WM_TEMPLATE_INDEX" val="20230320"/>
  <p:tag name="KSO_WM_UNIT_LAYERLEVEL" val="1_1_1"/>
  <p:tag name="KSO_WM_TAG_VERSION" val="3.0"/>
  <p:tag name="KSO_WM_DIAGRAM_GROUP_CODE" val="q1-1"/>
  <p:tag name="KSO_WM_UNIT_TYPE" val="q_h_i"/>
  <p:tag name="KSO_WM_UNIT_INDEX" val="1_1_1"/>
  <p:tag name="KSO_WM_DIAGRAM_VERSION" val="3"/>
  <p:tag name="KSO_WM_DIAGRAM_COLOR_TRICK" val="4"/>
  <p:tag name="KSO_WM_DIAGRAM_COLOR_TEXT_CAN_REMOVE" val="n"/>
  <p:tag name="KSO_WM_DIAGRAM_MAX_ITEMCNT" val="4"/>
  <p:tag name="KSO_WM_DIAGRAM_MIN_ITEMCNT" val="2"/>
  <p:tag name="KSO_WM_DIAGRAM_VIRTUALLY_FRAME" val="{&quot;height&quot;:412.4,&quot;left&quot;:21.72503937007873,&quot;top&quot;:76,&quot;width&quot;:875.05}"/>
  <p:tag name="KSO_WM_DIAGRAM_COLOR_MATCH_VALUE" val="{&quot;shape&quot;:{&quot;fill&quot;:{&quot;gradient&quot;:[{&quot;brightness&quot;:0,&quot;colorType&quot;:1,&quot;foreColorIndex&quot;:5,&quot;pos&quot;:1,&quot;transparency&quot;:0},{&quot;brightness&quot;:0.4000000059604645,&quot;colorType&quot;:1,&quot;foreColorIndex&quot;:5,&quot;pos&quot;:0,&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6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20_2*q_h_i*1_1_2"/>
  <p:tag name="KSO_WM_TEMPLATE_CATEGORY" val="diagram"/>
  <p:tag name="KSO_WM_TEMPLATE_INDEX" val="20230320"/>
  <p:tag name="KSO_WM_UNIT_LAYERLEVEL" val="1_1_1"/>
  <p:tag name="KSO_WM_TAG_VERSION" val="3.0"/>
  <p:tag name="KSO_WM_DIAGRAM_GROUP_CODE" val="q1-1"/>
  <p:tag name="KSO_WM_UNIT_TYPE" val="q_h_i"/>
  <p:tag name="KSO_WM_UNIT_INDEX" val="1_1_2"/>
  <p:tag name="KSO_WM_DIAGRAM_VERSION" val="3"/>
  <p:tag name="KSO_WM_DIAGRAM_COLOR_TRICK" val="4"/>
  <p:tag name="KSO_WM_DIAGRAM_COLOR_TEXT_CAN_REMOVE" val="n"/>
  <p:tag name="KSO_WM_DIAGRAM_MAX_ITEMCNT" val="4"/>
  <p:tag name="KSO_WM_DIAGRAM_MIN_ITEMCNT" val="2"/>
  <p:tag name="KSO_WM_DIAGRAM_VIRTUALLY_FRAME" val="{&quot;height&quot;:412.4,&quot;left&quot;:21.72503937007873,&quot;top&quot;:76,&quot;width&quot;:875.0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DIAGRAM_USE_COLOR_VALUE" val="{&quot;color_scheme&quot;:1,&quot;color_type&quot;:1,&quot;theme_color_indexes&quot;:[5,6,5,6,5,6]}"/>
</p:tagLst>
</file>

<file path=ppt/tags/tag6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20_2*q_h_i*1_2_1"/>
  <p:tag name="KSO_WM_TEMPLATE_CATEGORY" val="diagram"/>
  <p:tag name="KSO_WM_TEMPLATE_INDEX" val="20230320"/>
  <p:tag name="KSO_WM_UNIT_LAYERLEVEL" val="1_1_1"/>
  <p:tag name="KSO_WM_TAG_VERSION" val="3.0"/>
  <p:tag name="KSO_WM_DIAGRAM_GROUP_CODE" val="q1-1"/>
  <p:tag name="KSO_WM_UNIT_TYPE" val="q_h_i"/>
  <p:tag name="KSO_WM_UNIT_INDEX" val="1_2_1"/>
  <p:tag name="KSO_WM_DIAGRAM_VERSION" val="3"/>
  <p:tag name="KSO_WM_DIAGRAM_COLOR_TRICK" val="4"/>
  <p:tag name="KSO_WM_DIAGRAM_COLOR_TEXT_CAN_REMOVE" val="n"/>
  <p:tag name="KSO_WM_DIAGRAM_MAX_ITEMCNT" val="4"/>
  <p:tag name="KSO_WM_DIAGRAM_MIN_ITEMCNT" val="2"/>
  <p:tag name="KSO_WM_DIAGRAM_VIRTUALLY_FRAME" val="{&quot;height&quot;:412.4,&quot;left&quot;:21.72503937007873,&quot;top&quot;:76,&quot;width&quot;:875.05}"/>
  <p:tag name="KSO_WM_DIAGRAM_COLOR_MATCH_VALUE" val="{&quot;shape&quot;:{&quot;fill&quot;:{&quot;gradient&quot;:[{&quot;brightness&quot;:0,&quot;colorType&quot;:1,&quot;foreColorIndex&quot;:6,&quot;pos&quot;:1,&quot;transparency&quot;:0},{&quot;brightness&quot;:0.4000000059604645,&quot;colorType&quot;:1,&quot;foreColorIndex&quot;:6,&quot;pos&quot;:0,&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61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ID" val="diagram20230320_2*q_h_f*1_1_1"/>
  <p:tag name="KSO_WM_TEMPLATE_CATEGORY" val="diagram"/>
  <p:tag name="KSO_WM_TEMPLATE_INDEX" val="20230320"/>
  <p:tag name="KSO_WM_UNIT_LAYERLEVEL" val="1_1_1"/>
  <p:tag name="KSO_WM_TAG_VERSION" val="3.0"/>
  <p:tag name="KSO_WM_UNIT_TEXT_FILL_FORE_SCHEMECOLOR_INDEX_BRIGHTNESS" val="0.15"/>
  <p:tag name="KSO_WM_DIAGRAM_GROUP_CODE" val="q1-1"/>
  <p:tag name="KSO_WM_DIAGRAM_VERSION" val="3"/>
  <p:tag name="KSO_WM_DIAGRAM_COLOR_TRICK" val="4"/>
  <p:tag name="KSO_WM_DIAGRAM_COLOR_TEXT_CAN_REMOVE" val="n"/>
  <p:tag name="KSO_WM_DIAGRAM_MAX_ITEMCNT" val="4"/>
  <p:tag name="KSO_WM_DIAGRAM_MIN_ITEMCNT" val="2"/>
  <p:tag name="KSO_WM_DIAGRAM_VIRTUALLY_FRAME" val="{&quot;height&quot;:412.4,&quot;left&quot;:21.72503937007873,&quot;top&quot;:76,&quot;width&quot;:875.0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输入正文，文字是您思想的提炼，请尽量言简意赅的阐述观点"/>
  <p:tag name="KSO_WM_UNIT_TEXT_FILL_FORE_SCHEMECOLOR_INDEX" val="1"/>
  <p:tag name="KSO_WM_UNIT_TEXT_FILL_TYPE" val="1"/>
  <p:tag name="KSO_WM_DIAGRAM_USE_COLOR_VALUE" val="{&quot;color_scheme&quot;:1,&quot;color_type&quot;:1,&quot;theme_color_indexes&quot;:[5,6,5,6,5,6]}"/>
</p:tagLst>
</file>

<file path=ppt/tags/tag6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20_2*q_h_i*1_3_2"/>
  <p:tag name="KSO_WM_TEMPLATE_CATEGORY" val="diagram"/>
  <p:tag name="KSO_WM_TEMPLATE_INDEX" val="20230320"/>
  <p:tag name="KSO_WM_UNIT_LAYERLEVEL" val="1_1_1"/>
  <p:tag name="KSO_WM_TAG_VERSION" val="3.0"/>
  <p:tag name="KSO_WM_DIAGRAM_GROUP_CODE" val="q1-1"/>
  <p:tag name="KSO_WM_UNIT_TYPE" val="q_h_i"/>
  <p:tag name="KSO_WM_UNIT_INDEX" val="1_3_2"/>
  <p:tag name="KSO_WM_DIAGRAM_VERSION" val="3"/>
  <p:tag name="KSO_WM_DIAGRAM_COLOR_TRICK" val="4"/>
  <p:tag name="KSO_WM_DIAGRAM_COLOR_TEXT_CAN_REMOVE" val="n"/>
  <p:tag name="KSO_WM_DIAGRAM_MAX_ITEMCNT" val="4"/>
  <p:tag name="KSO_WM_DIAGRAM_MIN_ITEMCNT" val="2"/>
  <p:tag name="KSO_WM_DIAGRAM_VIRTUALLY_FRAME" val="{&quot;height&quot;:412.4,&quot;left&quot;:21.72503937007873,&quot;top&quot;:76,&quot;width&quot;:875.05}"/>
  <p:tag name="KSO_WM_DIAGRAM_COLOR_MATCH_VALUE" val="{&quot;shape&quot;:{&quot;fill&quot;:{&quot;gradient&quot;:[{&quot;brightness&quot;:0,&quot;colorType&quot;:1,&quot;foreColorIndex&quot;:7,&quot;pos&quot;:1,&quot;transparency&quot;:0},{&quot;brightness&quot;:0.4000000059604645,&quot;colorType&quot;:1,&quot;foreColorIndex&quot;:7,&quot;pos&quot;:0,&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62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ID" val="diagram20230320_2*q_h_f*1_3_1"/>
  <p:tag name="KSO_WM_TEMPLATE_CATEGORY" val="diagram"/>
  <p:tag name="KSO_WM_TEMPLATE_INDEX" val="20230320"/>
  <p:tag name="KSO_WM_UNIT_LAYERLEVEL" val="1_1_1"/>
  <p:tag name="KSO_WM_TAG_VERSION" val="3.0"/>
  <p:tag name="KSO_WM_UNIT_TEXT_FILL_FORE_SCHEMECOLOR_INDEX_BRIGHTNESS" val="0.15"/>
  <p:tag name="KSO_WM_DIAGRAM_GROUP_CODE" val="q1-1"/>
  <p:tag name="KSO_WM_DIAGRAM_VERSION" val="3"/>
  <p:tag name="KSO_WM_DIAGRAM_COLOR_TRICK" val="4"/>
  <p:tag name="KSO_WM_DIAGRAM_COLOR_TEXT_CAN_REMOVE" val="n"/>
  <p:tag name="KSO_WM_DIAGRAM_MAX_ITEMCNT" val="4"/>
  <p:tag name="KSO_WM_DIAGRAM_MIN_ITEMCNT" val="2"/>
  <p:tag name="KSO_WM_DIAGRAM_VIRTUALLY_FRAME" val="{&quot;height&quot;:412.4,&quot;left&quot;:21.72503937007873,&quot;top&quot;:76,&quot;width&quot;:875.0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项正文，文字是您思想的提炼，请尽量言简意赅的阐述观点"/>
  <p:tag name="KSO_WM_UNIT_TEXT_FILL_FORE_SCHEMECOLOR_INDEX" val="1"/>
  <p:tag name="KSO_WM_UNIT_TEXT_FILL_TYPE" val="1"/>
  <p:tag name="KSO_WM_DIAGRAM_USE_COLOR_VALUE" val="{&quot;color_scheme&quot;:1,&quot;color_type&quot;:1,&quot;theme_color_indexes&quot;:[5,6,5,6,5,6]}"/>
</p:tagLst>
</file>

<file path=ppt/tags/tag62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ID" val="diagram20230320_2*q_h_f*1_2_1"/>
  <p:tag name="KSO_WM_TEMPLATE_CATEGORY" val="diagram"/>
  <p:tag name="KSO_WM_TEMPLATE_INDEX" val="20230320"/>
  <p:tag name="KSO_WM_UNIT_LAYERLEVEL" val="1_1_1"/>
  <p:tag name="KSO_WM_TAG_VERSION" val="3.0"/>
  <p:tag name="KSO_WM_UNIT_TEXT_FILL_FORE_SCHEMECOLOR_INDEX_BRIGHTNESS" val="0.15"/>
  <p:tag name="KSO_WM_DIAGRAM_GROUP_CODE" val="q1-1"/>
  <p:tag name="KSO_WM_DIAGRAM_VERSION" val="3"/>
  <p:tag name="KSO_WM_DIAGRAM_COLOR_TRICK" val="4"/>
  <p:tag name="KSO_WM_DIAGRAM_COLOR_TEXT_CAN_REMOVE" val="n"/>
  <p:tag name="KSO_WM_DIAGRAM_MAX_ITEMCNT" val="4"/>
  <p:tag name="KSO_WM_DIAGRAM_MIN_ITEMCNT" val="2"/>
  <p:tag name="KSO_WM_DIAGRAM_VIRTUALLY_FRAME" val="{&quot;height&quot;:412.4,&quot;left&quot;:21.72503937007873,&quot;top&quot;:76,&quot;width&quot;:875.0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项正文，文字是您思想的提炼，请尽量言简意赅的阐述观点"/>
  <p:tag name="KSO_WM_UNIT_TEXT_FILL_FORE_SCHEMECOLOR_INDEX" val="1"/>
  <p:tag name="KSO_WM_UNIT_TEXT_FILL_TYPE" val="1"/>
  <p:tag name="KSO_WM_DIAGRAM_USE_COLOR_VALUE" val="{&quot;color_scheme&quot;:1,&quot;color_type&quot;:1,&quot;theme_color_indexes&quot;:[5,6,5,6,5,6]}"/>
</p:tagLst>
</file>

<file path=ppt/tags/tag6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20_2*q_h_i*1_3_1"/>
  <p:tag name="KSO_WM_TEMPLATE_CATEGORY" val="diagram"/>
  <p:tag name="KSO_WM_TEMPLATE_INDEX" val="20230320"/>
  <p:tag name="KSO_WM_UNIT_LAYERLEVEL" val="1_1_1"/>
  <p:tag name="KSO_WM_TAG_VERSION" val="3.0"/>
  <p:tag name="KSO_WM_DIAGRAM_GROUP_CODE" val="q1-1"/>
  <p:tag name="KSO_WM_UNIT_TYPE" val="q_h_i"/>
  <p:tag name="KSO_WM_UNIT_INDEX" val="1_3_1"/>
  <p:tag name="KSO_WM_DIAGRAM_VERSION" val="3"/>
  <p:tag name="KSO_WM_DIAGRAM_COLOR_TRICK" val="4"/>
  <p:tag name="KSO_WM_DIAGRAM_COLOR_TEXT_CAN_REMOVE" val="n"/>
  <p:tag name="KSO_WM_DIAGRAM_MAX_ITEMCNT" val="4"/>
  <p:tag name="KSO_WM_DIAGRAM_MIN_ITEMCNT" val="2"/>
  <p:tag name="KSO_WM_DIAGRAM_VIRTUALLY_FRAME" val="{&quot;height&quot;:412.4,&quot;left&quot;:21.72503937007873,&quot;top&quot;:76,&quot;width&quot;:875.05}"/>
  <p:tag name="KSO_WM_DIAGRAM_COLOR_MATCH_VALUE" val="{&quot;shape&quot;:{&quot;fill&quot;:{&quot;type&quot;:0},&quot;glow&quot;:{&quot;colorType&quot;:0},&quot;line&quot;:{&quot;solidLine&quot;:{&quot;brightness&quot;:0.6000000238418579,&quot;colorType&quot;:1,&quot;foreColorIndex&quot;:7,&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7"/>
  <p:tag name="KSO_WM_DIAGRAM_USE_COLOR_VALUE" val="{&quot;color_scheme&quot;:1,&quot;color_type&quot;:1,&quot;theme_color_indexes&quot;:[5,6,5,6,5,6]}"/>
</p:tagLst>
</file>

<file path=ppt/tags/tag6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20_2*q_h_i*1_2_2"/>
  <p:tag name="KSO_WM_TEMPLATE_CATEGORY" val="diagram"/>
  <p:tag name="KSO_WM_TEMPLATE_INDEX" val="20230320"/>
  <p:tag name="KSO_WM_UNIT_LAYERLEVEL" val="1_1_1"/>
  <p:tag name="KSO_WM_TAG_VERSION" val="3.0"/>
  <p:tag name="KSO_WM_DIAGRAM_GROUP_CODE" val="q1-1"/>
  <p:tag name="KSO_WM_UNIT_TYPE" val="q_h_i"/>
  <p:tag name="KSO_WM_UNIT_INDEX" val="1_2_2"/>
  <p:tag name="KSO_WM_DIAGRAM_VERSION" val="3"/>
  <p:tag name="KSO_WM_DIAGRAM_COLOR_TRICK" val="4"/>
  <p:tag name="KSO_WM_DIAGRAM_COLOR_TEXT_CAN_REMOVE" val="n"/>
  <p:tag name="KSO_WM_DIAGRAM_MAX_ITEMCNT" val="4"/>
  <p:tag name="KSO_WM_DIAGRAM_MIN_ITEMCNT" val="2"/>
  <p:tag name="KSO_WM_DIAGRAM_VIRTUALLY_FRAME" val="{&quot;height&quot;:412.4,&quot;left&quot;:21.72503937007873,&quot;top&quot;:76,&quot;width&quot;:875.05}"/>
  <p:tag name="KSO_WM_DIAGRAM_COLOR_MATCH_VALUE" val="{&quot;shape&quot;:{&quot;fill&quot;:{&quot;type&quot;:0},&quot;glow&quot;:{&quot;colorType&quot;:0},&quot;line&quot;:{&quot;solidLine&quot;:{&quot;brightness&quot;:0.6000000238418579,&quot;colorType&quot;:1,&quot;foreColorIndex&quot;:6,&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DIAGRAM_USE_COLOR_VALUE" val="{&quot;color_scheme&quot;:1,&quot;color_type&quot;:1,&quot;theme_color_indexes&quot;:[5,6,5,6,5,6]}"/>
</p:tagLst>
</file>

<file path=ppt/tags/tag625.xml><?xml version="1.0" encoding="utf-8"?>
<p:tagLst xmlns:p="http://schemas.openxmlformats.org/presentationml/2006/main">
  <p:tag name="PA" val="v5.2.11"/>
</p:tagLst>
</file>

<file path=ppt/tags/tag626.xml><?xml version="1.0" encoding="utf-8"?>
<p:tagLst xmlns:p="http://schemas.openxmlformats.org/presentationml/2006/main">
  <p:tag name="PA" val="v5.2.11"/>
</p:tagLst>
</file>

<file path=ppt/tags/tag627.xml><?xml version="1.0" encoding="utf-8"?>
<p:tagLst xmlns:p="http://schemas.openxmlformats.org/presentationml/2006/main">
  <p:tag name="PA" val="v5.2.11"/>
</p:tagLst>
</file>

<file path=ppt/tags/tag628.xml><?xml version="1.0" encoding="utf-8"?>
<p:tagLst xmlns:p="http://schemas.openxmlformats.org/presentationml/2006/main">
  <p:tag name="PA" val="v5.2.11"/>
</p:tagLst>
</file>

<file path=ppt/tags/tag629.xml><?xml version="1.0" encoding="utf-8"?>
<p:tagLst xmlns:p="http://schemas.openxmlformats.org/presentationml/2006/main">
  <p:tag name="PA" val="v5.2.11"/>
</p:tagLst>
</file>

<file path=ppt/tags/tag630.xml><?xml version="1.0" encoding="utf-8"?>
<p:tagLst xmlns:p="http://schemas.openxmlformats.org/presentationml/2006/main">
  <p:tag name="PA" val="v5.2.11"/>
</p:tagLst>
</file>

<file path=ppt/tags/tag631.xml><?xml version="1.0" encoding="utf-8"?>
<p:tagLst xmlns:p="http://schemas.openxmlformats.org/presentationml/2006/main">
  <p:tag name="PA" val="v5.2.11"/>
</p:tagLst>
</file>

<file path=ppt/tags/tag632.xml><?xml version="1.0" encoding="utf-8"?>
<p:tagLst xmlns:p="http://schemas.openxmlformats.org/presentationml/2006/main">
  <p:tag name="PA" val="v5.2.11"/>
</p:tagLst>
</file>

<file path=ppt/tags/tag633.xml><?xml version="1.0" encoding="utf-8"?>
<p:tagLst xmlns:p="http://schemas.openxmlformats.org/presentationml/2006/main">
  <p:tag name="PA" val="v5.2.11"/>
</p:tagLst>
</file>

<file path=ppt/tags/tag634.xml><?xml version="1.0" encoding="utf-8"?>
<p:tagLst xmlns:p="http://schemas.openxmlformats.org/presentationml/2006/main">
  <p:tag name="PA" val="v5.2.11"/>
</p:tagLst>
</file>

<file path=ppt/tags/tag635.xml><?xml version="1.0" encoding="utf-8"?>
<p:tagLst xmlns:p="http://schemas.openxmlformats.org/presentationml/2006/main">
  <p:tag name="PA" val="v5.2.11"/>
</p:tagLst>
</file>

<file path=ppt/tags/tag636.xml><?xml version="1.0" encoding="utf-8"?>
<p:tagLst xmlns:p="http://schemas.openxmlformats.org/presentationml/2006/main">
  <p:tag name="PA" val="v5.2.11"/>
</p:tagLst>
</file>

<file path=ppt/tags/tag637.xml><?xml version="1.0" encoding="utf-8"?>
<p:tagLst xmlns:p="http://schemas.openxmlformats.org/presentationml/2006/main">
  <p:tag name="PA" val="v5.2.11"/>
</p:tagLst>
</file>

<file path=ppt/tags/tag638.xml><?xml version="1.0" encoding="utf-8"?>
<p:tagLst xmlns:p="http://schemas.openxmlformats.org/presentationml/2006/main">
  <p:tag name="PA" val="v5.2.11"/>
</p:tagLst>
</file>

<file path=ppt/tags/tag639.xml><?xml version="1.0" encoding="utf-8"?>
<p:tagLst xmlns:p="http://schemas.openxmlformats.org/presentationml/2006/main">
  <p:tag name="PICID" val="{e4c4ca7b-25d2-4118-88ec-a1b23607633a}"/>
</p:tagLst>
</file>

<file path=ppt/tags/tag640.xml><?xml version="1.0" encoding="utf-8"?>
<p:tagLst xmlns:p="http://schemas.openxmlformats.org/presentationml/2006/main">
  <p:tag name="ISLIDE.ICON" val="#90858;#90858;#380063;"/>
  <p:tag name="resource_record_key" val="{&quot;13&quot;:[4364912]}"/>
</p:tagLst>
</file>

<file path=ppt/tags/tag641.xml><?xml version="1.0" encoding="utf-8"?>
<p:tagLst xmlns:p="http://schemas.openxmlformats.org/presentationml/2006/main">
  <p:tag name="PA" val="v5.2.11"/>
</p:tagLst>
</file>

<file path=ppt/tags/tag642.xml><?xml version="1.0" encoding="utf-8"?>
<p:tagLst xmlns:p="http://schemas.openxmlformats.org/presentationml/2006/main">
  <p:tag name="PA" val="v5.2.11"/>
</p:tagLst>
</file>

<file path=ppt/tags/tag643.xml><?xml version="1.0" encoding="utf-8"?>
<p:tagLst xmlns:p="http://schemas.openxmlformats.org/presentationml/2006/main">
  <p:tag name="TEXTZ '" val="0"/>
  <p:tag name="TEXTSHADOWSIZE" val="102"/>
</p:tagLst>
</file>

<file path=ppt/tags/tag644.xml><?xml version="1.0" encoding="utf-8"?>
<p:tagLst xmlns:p="http://schemas.openxmlformats.org/presentationml/2006/main">
  <p:tag name="resource_record_key" val="{&quot;12&quot;:[25002166],&quot;13&quot;:[20042469,4364915,4364942,4364957,4364912,4364878,4721712],&quot;29&quot;:[50000159,50000031],&quot;70&quot;:[3312417,3427440,3312479,3428851,3312140]}"/>
</p:tagLst>
</file>

<file path=ppt/theme/theme1.xml><?xml version="1.0" encoding="utf-8"?>
<a:theme xmlns:a="http://schemas.openxmlformats.org/drawingml/2006/main" name="2_Office 主题​​">
  <a:themeElements>
    <a:clrScheme name="自定义 15">
      <a:dk1>
        <a:sysClr val="windowText" lastClr="000000"/>
      </a:dk1>
      <a:lt1>
        <a:sysClr val="window" lastClr="FFFFFF"/>
      </a:lt1>
      <a:dk2>
        <a:srgbClr val="BCFFDA"/>
      </a:dk2>
      <a:lt2>
        <a:srgbClr val="E2DFCC"/>
      </a:lt2>
      <a:accent1>
        <a:srgbClr val="206252"/>
      </a:accent1>
      <a:accent2>
        <a:srgbClr val="30937B"/>
      </a:accent2>
      <a:accent3>
        <a:srgbClr val="37A76F"/>
      </a:accent3>
      <a:accent4>
        <a:srgbClr val="44C1A3"/>
      </a:accent4>
      <a:accent5>
        <a:srgbClr val="4EB3CF"/>
      </a:accent5>
      <a:accent6>
        <a:srgbClr val="51C3F9"/>
      </a:accent6>
      <a:hlink>
        <a:srgbClr val="EE7B08"/>
      </a:hlink>
      <a:folHlink>
        <a:srgbClr val="977B2D"/>
      </a:folHlink>
    </a:clrScheme>
    <a:fontScheme name="思源宋+黑">
      <a:majorFont>
        <a:latin typeface="思源宋体 CN Heavy"/>
        <a:ea typeface="思源宋体 CN Heavy"/>
        <a:cs typeface=""/>
      </a:majorFont>
      <a:minorFont>
        <a:latin typeface="思源黑体 CN Regular"/>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a:gsLst>
            <a:gs pos="0">
              <a:srgbClr val="0070D6">
                <a:lumMod val="40000"/>
                <a:lumOff val="60000"/>
              </a:srgbClr>
            </a:gs>
            <a:gs pos="100000">
              <a:srgbClr val="0070D6">
                <a:lumMod val="75000"/>
              </a:srgbClr>
            </a:gs>
          </a:gsLst>
          <a:lin ang="0" scaled="0"/>
        </a:gradFill>
        <a:ln w="12700" cap="flat" cmpd="sng" algn="ctr">
          <a:noFill/>
          <a:prstDash val="solid"/>
          <a:miter lim="800000"/>
        </a:ln>
      </a:spPr>
      <a:bodyPr wrap="square" rtlCol="0" anchor="ctr">
        <a:noAutofit/>
      </a:bodyPr>
      <a:lstStyle>
        <a:defPPr marL="0" marR="0" indent="0" algn="ctr" defTabSz="914400" rtl="0" eaLnBrk="1" fontAlgn="auto" latinLnBrk="0" hangingPunct="1">
          <a:lnSpc>
            <a:spcPct val="100000"/>
          </a:lnSpc>
          <a:spcBef>
            <a:spcPts val="0"/>
          </a:spcBef>
          <a:spcAft>
            <a:spcPts val="0"/>
          </a:spcAft>
          <a:buClrTx/>
          <a:buSzTx/>
          <a:buFontTx/>
          <a:buNone/>
          <a:defRPr kumimoji="0" sz="1800" b="0" i="0" u="none" strike="noStrike" kern="0" cap="none" spc="0" normalizeH="0" baseline="0" noProof="0" dirty="0">
            <a:ln>
              <a:noFill/>
            </a:ln>
            <a:solidFill>
              <a:srgbClr val="FFFFFF"/>
            </a:solidFill>
            <a:effectLst/>
            <a:uLnTx/>
            <a:uFillTx/>
            <a:latin typeface="思源黑体 CN Normal" panose="020B0400000000000000" charset="-122"/>
            <a:ea typeface="思源黑体 CN Normal" panose="020B0400000000000000" charset="-122"/>
            <a:cs typeface="+mn-cs"/>
          </a:defRPr>
        </a:defPPr>
      </a:lst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5951</Words>
  <Application>WPS 演示</Application>
  <PresentationFormat>宽屏</PresentationFormat>
  <Paragraphs>1270</Paragraphs>
  <Slides>25</Slides>
  <Notes>5</Notes>
  <HiddenSlides>0</HiddenSlides>
  <MMClips>0</MMClips>
  <ScaleCrop>false</ScaleCrop>
  <HeadingPairs>
    <vt:vector size="8" baseType="variant">
      <vt:variant>
        <vt:lpstr>已用的字体</vt:lpstr>
      </vt:variant>
      <vt:variant>
        <vt:i4>53</vt:i4>
      </vt:variant>
      <vt:variant>
        <vt:lpstr>主题</vt:lpstr>
      </vt:variant>
      <vt:variant>
        <vt:i4>1</vt:i4>
      </vt:variant>
      <vt:variant>
        <vt:lpstr>嵌入 OLE 服务器</vt:lpstr>
      </vt:variant>
      <vt:variant>
        <vt:i4>1</vt:i4>
      </vt:variant>
      <vt:variant>
        <vt:lpstr>幻灯片标题</vt:lpstr>
      </vt:variant>
      <vt:variant>
        <vt:i4>25</vt:i4>
      </vt:variant>
    </vt:vector>
  </HeadingPairs>
  <TitlesOfParts>
    <vt:vector size="80" baseType="lpstr">
      <vt:lpstr>Arial</vt:lpstr>
      <vt:lpstr>宋体</vt:lpstr>
      <vt:lpstr>Wingdings</vt:lpstr>
      <vt:lpstr>思源黑体 CN Normal</vt:lpstr>
      <vt:lpstr>微软雅黑</vt:lpstr>
      <vt:lpstr>演示新手书</vt:lpstr>
      <vt:lpstr>华文中宋</vt:lpstr>
      <vt:lpstr>思源宋体 CN Heavy</vt:lpstr>
      <vt:lpstr>等线</vt:lpstr>
      <vt:lpstr>阿里妈妈数黑体</vt:lpstr>
      <vt:lpstr>黑体</vt:lpstr>
      <vt:lpstr>字魂95号-手刻宋</vt:lpstr>
      <vt:lpstr>OPPOSans B</vt:lpstr>
      <vt:lpstr>OPPOSans M</vt:lpstr>
      <vt:lpstr>Roboto Regular</vt:lpstr>
      <vt:lpstr>思源黑体 CN Regular</vt:lpstr>
      <vt:lpstr>思源宋体 CN Heavy</vt:lpstr>
      <vt:lpstr>Montserrat</vt:lpstr>
      <vt:lpstr>Roboto</vt:lpstr>
      <vt:lpstr>汉仪超粗宋简</vt:lpstr>
      <vt:lpstr>Times New Roman</vt:lpstr>
      <vt:lpstr>Arial Unicode MS</vt:lpstr>
      <vt:lpstr>Arial</vt:lpstr>
      <vt:lpstr>Noto Sans SC</vt:lpstr>
      <vt:lpstr>Cambria Math</vt:lpstr>
      <vt:lpstr>MS Mincho</vt:lpstr>
      <vt:lpstr>Segoe Print</vt:lpstr>
      <vt:lpstr>Wingdings</vt:lpstr>
      <vt:lpstr>思源黑体 CN Bold</vt:lpstr>
      <vt:lpstr>Calibri</vt:lpstr>
      <vt:lpstr>Montserrat</vt:lpstr>
      <vt:lpstr>OPPOSans B</vt:lpstr>
      <vt:lpstr>OPPOSans M</vt:lpstr>
      <vt:lpstr>Roboto</vt:lpstr>
      <vt:lpstr>Roboto Regular</vt:lpstr>
      <vt:lpstr>字魂95号-手刻宋</vt:lpstr>
      <vt:lpstr>思源宋体 CN Heavy</vt:lpstr>
      <vt:lpstr>思源黑体 CN Bold</vt:lpstr>
      <vt:lpstr>思源黑体 CN Normal</vt:lpstr>
      <vt:lpstr>思源黑体 CN Regular</vt:lpstr>
      <vt:lpstr>演示新手书</vt:lpstr>
      <vt:lpstr>阿里妈妈数黑体</vt:lpstr>
      <vt:lpstr>方正大黑体_GBK</vt:lpstr>
      <vt:lpstr>镇魂手书</vt:lpstr>
      <vt:lpstr>兰米宋体</vt:lpstr>
      <vt:lpstr>清雅黑体</vt:lpstr>
      <vt:lpstr>字魂手刻宋</vt:lpstr>
      <vt:lpstr>The best part</vt:lpstr>
      <vt:lpstr>仓耳玄三M W05</vt:lpstr>
      <vt:lpstr>Oxford Regular</vt:lpstr>
      <vt:lpstr>方正悠黑体</vt:lpstr>
      <vt:lpstr>Toots Regular</vt:lpstr>
      <vt:lpstr>Ms.Luce</vt:lpstr>
      <vt:lpstr>2_Office 主题​​</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wan wang</dc:creator>
  <cp:lastModifiedBy>WPS_1696686260</cp:lastModifiedBy>
  <cp:revision>80</cp:revision>
  <dcterms:created xsi:type="dcterms:W3CDTF">2025-08-08T14:26:00Z</dcterms:created>
  <dcterms:modified xsi:type="dcterms:W3CDTF">2026-05-13T02:36:11Z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A701F45918B748B4B670E2D99B90F5AC_13</vt:lpwstr>
  </property>
  <property fmtid="{D5CDD505-2E9C-101B-9397-08002B2CF9AE}" pid="3" name="KSOProductBuildVer">
    <vt:lpwstr>2052-12.1.0.25865</vt:lpwstr>
  </property>
</Properties>
</file>