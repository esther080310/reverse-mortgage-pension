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16602608" r:id="rId3"/>
    <p:sldId id="11092801" r:id="rId5"/>
    <p:sldId id="16602591" r:id="rId6"/>
    <p:sldId id="16602592" r:id="rId7"/>
    <p:sldId id="16602593" r:id="rId8"/>
    <p:sldId id="16602621" r:id="rId9"/>
    <p:sldId id="16602594" r:id="rId10"/>
    <p:sldId id="16602609" r:id="rId11"/>
    <p:sldId id="16602595" r:id="rId12"/>
    <p:sldId id="16602596" r:id="rId13"/>
    <p:sldId id="16602597" r:id="rId14"/>
    <p:sldId id="16602598" r:id="rId15"/>
    <p:sldId id="16602599" r:id="rId16"/>
    <p:sldId id="16602600" r:id="rId17"/>
    <p:sldId id="16602601" r:id="rId18"/>
    <p:sldId id="16602602" r:id="rId19"/>
    <p:sldId id="16602603" r:id="rId20"/>
    <p:sldId id="16602605" r:id="rId21"/>
    <p:sldId id="16602620" r:id="rId22"/>
    <p:sldId id="16602615" r:id="rId23"/>
    <p:sldId id="16602617" r:id="rId24"/>
    <p:sldId id="16602616" r:id="rId25"/>
    <p:sldId id="16602619" r:id="rId26"/>
    <p:sldId id="16602614" r:id="rId27"/>
  </p:sldIdLst>
  <p:sldSz cx="12192000" cy="6858000"/>
  <p:notesSz cx="6858000" cy="9144000"/>
  <p:embeddedFontLst>
    <p:embeddedFont>
      <p:font typeface="等线" panose="02010600030101010101" charset="-122"/>
      <p:regular r:id="rId32"/>
    </p:embeddedFont>
    <p:embeddedFont>
      <p:font typeface="微软雅黑" panose="020B0503020204020204" charset="-122"/>
      <p:regular r:id="rId33"/>
    </p:embeddedFont>
    <p:embeddedFont>
      <p:font typeface="Calibri" panose="020F0502020204030204"/>
      <p:regular r:id="rId34"/>
      <p:bold r:id="rId35"/>
      <p:italic r:id="rId36"/>
      <p:boldItalic r:id="rId37"/>
    </p:embeddedFont>
    <p:embeddedFont>
      <p:font typeface="楷体" panose="02010609060101010101" pitchFamily="49" charset="-122"/>
      <p:regular r:id="rId38"/>
    </p:embeddedFont>
    <p:embeddedFont>
      <p:font typeface="汉仪超粗宋简" panose="02010600000101010101" charset="-122"/>
      <p:regular r:id="rId39"/>
    </p:embeddedFont>
    <p:embeddedFont>
      <p:font typeface="仿宋" panose="02010609060101010101" charset="-122"/>
      <p:regular r:id="rId40"/>
    </p:embeddedFont>
  </p:embeddedFontLst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D7B26C5-4107-4FEC-AEDC-1716B250A1EF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88" y="192"/>
      </p:cViewPr>
      <p:guideLst>
        <p:guide orient="horz" pos="211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306.xml"/><Relationship Id="rId40" Type="http://schemas.openxmlformats.org/officeDocument/2006/relationships/font" Target="fonts/font9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40A21-0C98-41FB-8990-0A4A1023F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A9FD1-B9EA-4D3C-88A9-50B794421E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B2C3D50-EFA5-4F6D-A063-BDB718E723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1AD82-60BD-48B8-B293-CB322BD7474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B2C3D50-EFA5-4F6D-A063-BDB718E723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5592377" y="-3289293"/>
            <a:ext cx="23376750" cy="10973626"/>
            <a:chOff x="-5592377" y="-3289293"/>
            <a:chExt cx="23376750" cy="10973626"/>
          </a:xfrm>
        </p:grpSpPr>
        <p:grpSp>
          <p:nvGrpSpPr>
            <p:cNvPr id="13" name="组合 12"/>
            <p:cNvGrpSpPr/>
            <p:nvPr/>
          </p:nvGrpSpPr>
          <p:grpSpPr>
            <a:xfrm>
              <a:off x="-2" y="0"/>
              <a:ext cx="12192001" cy="6858000"/>
              <a:chOff x="0" y="2"/>
              <a:chExt cx="11687176" cy="6858000"/>
            </a:xfrm>
          </p:grpSpPr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-507206" y="507208"/>
                <a:ext cx="6858000" cy="5843588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6200000" flipH="1">
                <a:off x="5336382" y="507208"/>
                <a:ext cx="6858000" cy="5843588"/>
              </a:xfrm>
              <a:prstGeom prst="rect">
                <a:avLst/>
              </a:prstGeom>
            </p:spPr>
          </p:pic>
        </p:grpSp>
        <p:sp>
          <p:nvSpPr>
            <p:cNvPr id="14" name="椭圆 13"/>
            <p:cNvSpPr/>
            <p:nvPr/>
          </p:nvSpPr>
          <p:spPr>
            <a:xfrm>
              <a:off x="-5592377" y="-3289293"/>
              <a:ext cx="23376750" cy="10973626"/>
            </a:xfrm>
            <a:prstGeom prst="ellipse">
              <a:avLst/>
            </a:prstGeom>
            <a:gradFill flip="none" rotWithShape="1">
              <a:gsLst>
                <a:gs pos="7000">
                  <a:srgbClr val="000F46"/>
                </a:gs>
                <a:gs pos="52000">
                  <a:srgbClr val="000F46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演示新手书" panose="00000500000000000000" pitchFamily="2" charset="-122"/>
                <a:ea typeface="演示新手书" panose="00000500000000000000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606425" y="508455"/>
            <a:ext cx="10515600" cy="4767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06544-3376-4519-BD5A-4FF37B9FFC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CE2E7-D22A-422C-A962-6BC860D6EE26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microsoft.com/office/2007/relationships/hdphoto" Target="../media/image8.wdp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.xml"/><Relationship Id="rId10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4.xml"/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5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image" Target="../media/image12.png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27.xml"/><Relationship Id="rId5" Type="http://schemas.openxmlformats.org/officeDocument/2006/relationships/image" Target="../media/image12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45.xml"/><Relationship Id="rId23" Type="http://schemas.openxmlformats.org/officeDocument/2006/relationships/image" Target="../media/image18.png"/><Relationship Id="rId22" Type="http://schemas.openxmlformats.org/officeDocument/2006/relationships/image" Target="../media/image17.png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8.xml"/><Relationship Id="rId19" Type="http://schemas.openxmlformats.org/officeDocument/2006/relationships/image" Target="../media/image16.png"/><Relationship Id="rId18" Type="http://schemas.openxmlformats.org/officeDocument/2006/relationships/image" Target="../media/image15.png"/><Relationship Id="rId17" Type="http://schemas.openxmlformats.org/officeDocument/2006/relationships/image" Target="../media/image14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63.xml"/><Relationship Id="rId23" Type="http://schemas.openxmlformats.org/officeDocument/2006/relationships/image" Target="../media/image20.png"/><Relationship Id="rId22" Type="http://schemas.openxmlformats.org/officeDocument/2006/relationships/image" Target="../media/image19.png"/><Relationship Id="rId21" Type="http://schemas.openxmlformats.org/officeDocument/2006/relationships/tags" Target="../tags/tag62.xml"/><Relationship Id="rId20" Type="http://schemas.openxmlformats.org/officeDocument/2006/relationships/tags" Target="../tags/tag61.xml"/><Relationship Id="rId2" Type="http://schemas.openxmlformats.org/officeDocument/2006/relationships/tags" Target="../tags/tag46.xml"/><Relationship Id="rId19" Type="http://schemas.openxmlformats.org/officeDocument/2006/relationships/image" Target="../media/image16.png"/><Relationship Id="rId18" Type="http://schemas.openxmlformats.org/officeDocument/2006/relationships/image" Target="../media/image15.png"/><Relationship Id="rId17" Type="http://schemas.openxmlformats.org/officeDocument/2006/relationships/image" Target="../media/image14.png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0" Type="http://schemas.openxmlformats.org/officeDocument/2006/relationships/slideLayout" Target="../slideLayouts/slideLayout8.xml"/><Relationship Id="rId3" Type="http://schemas.openxmlformats.org/officeDocument/2006/relationships/tags" Target="../tags/tag65.xml"/><Relationship Id="rId29" Type="http://schemas.openxmlformats.org/officeDocument/2006/relationships/tags" Target="../tags/tag87.xml"/><Relationship Id="rId28" Type="http://schemas.openxmlformats.org/officeDocument/2006/relationships/image" Target="../media/image22.png"/><Relationship Id="rId27" Type="http://schemas.openxmlformats.org/officeDocument/2006/relationships/image" Target="../media/image21.png"/><Relationship Id="rId26" Type="http://schemas.openxmlformats.org/officeDocument/2006/relationships/image" Target="../media/image16.png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4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image" Target="../media/image14.png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88.xml"/><Relationship Id="rId5" Type="http://schemas.openxmlformats.org/officeDocument/2006/relationships/image" Target="../media/image12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microsoft.com/office/2007/relationships/hdphoto" Target="../media/image24.wdp"/><Relationship Id="rId2" Type="http://schemas.openxmlformats.org/officeDocument/2006/relationships/image" Target="../media/image23.png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image" Target="../media/image27.jpeg"/><Relationship Id="rId6" Type="http://schemas.openxmlformats.org/officeDocument/2006/relationships/tags" Target="../tags/tag106.xml"/><Relationship Id="rId5" Type="http://schemas.openxmlformats.org/officeDocument/2006/relationships/image" Target="../media/image26.jpeg"/><Relationship Id="rId40" Type="http://schemas.openxmlformats.org/officeDocument/2006/relationships/notesSlide" Target="../notesSlides/notesSlide2.xml"/><Relationship Id="rId4" Type="http://schemas.openxmlformats.org/officeDocument/2006/relationships/tags" Target="../tags/tag105.xml"/><Relationship Id="rId39" Type="http://schemas.openxmlformats.org/officeDocument/2006/relationships/slideLayout" Target="../slideLayouts/slideLayout7.xml"/><Relationship Id="rId38" Type="http://schemas.openxmlformats.org/officeDocument/2006/relationships/tags" Target="../tags/tag137.xml"/><Relationship Id="rId37" Type="http://schemas.openxmlformats.org/officeDocument/2006/relationships/tags" Target="../tags/tag136.xml"/><Relationship Id="rId36" Type="http://schemas.openxmlformats.org/officeDocument/2006/relationships/tags" Target="../tags/tag135.xml"/><Relationship Id="rId35" Type="http://schemas.openxmlformats.org/officeDocument/2006/relationships/tags" Target="../tags/tag134.xml"/><Relationship Id="rId34" Type="http://schemas.openxmlformats.org/officeDocument/2006/relationships/tags" Target="../tags/tag133.xml"/><Relationship Id="rId33" Type="http://schemas.openxmlformats.org/officeDocument/2006/relationships/tags" Target="../tags/tag132.xml"/><Relationship Id="rId32" Type="http://schemas.openxmlformats.org/officeDocument/2006/relationships/tags" Target="../tags/tag131.xml"/><Relationship Id="rId31" Type="http://schemas.openxmlformats.org/officeDocument/2006/relationships/tags" Target="../tags/tag130.xml"/><Relationship Id="rId30" Type="http://schemas.openxmlformats.org/officeDocument/2006/relationships/tags" Target="../tags/tag129.xml"/><Relationship Id="rId3" Type="http://schemas.openxmlformats.org/officeDocument/2006/relationships/image" Target="../media/image25.jpeg"/><Relationship Id="rId29" Type="http://schemas.openxmlformats.org/officeDocument/2006/relationships/tags" Target="../tags/tag128.xml"/><Relationship Id="rId28" Type="http://schemas.openxmlformats.org/officeDocument/2006/relationships/tags" Target="../tags/tag127.xml"/><Relationship Id="rId27" Type="http://schemas.openxmlformats.org/officeDocument/2006/relationships/tags" Target="../tags/tag126.xml"/><Relationship Id="rId26" Type="http://schemas.openxmlformats.org/officeDocument/2006/relationships/tags" Target="../tags/tag125.xml"/><Relationship Id="rId25" Type="http://schemas.openxmlformats.org/officeDocument/2006/relationships/tags" Target="../tags/tag124.xml"/><Relationship Id="rId24" Type="http://schemas.openxmlformats.org/officeDocument/2006/relationships/tags" Target="../tags/tag123.xml"/><Relationship Id="rId23" Type="http://schemas.openxmlformats.org/officeDocument/2006/relationships/tags" Target="../tags/tag122.xml"/><Relationship Id="rId22" Type="http://schemas.openxmlformats.org/officeDocument/2006/relationships/tags" Target="../tags/tag121.xml"/><Relationship Id="rId21" Type="http://schemas.openxmlformats.org/officeDocument/2006/relationships/tags" Target="../tags/tag120.xml"/><Relationship Id="rId20" Type="http://schemas.openxmlformats.org/officeDocument/2006/relationships/tags" Target="../tags/tag119.xml"/><Relationship Id="rId2" Type="http://schemas.openxmlformats.org/officeDocument/2006/relationships/tags" Target="../tags/tag104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52.xml"/><Relationship Id="rId24" Type="http://schemas.openxmlformats.org/officeDocument/2006/relationships/tags" Target="../tags/tag151.xml"/><Relationship Id="rId23" Type="http://schemas.openxmlformats.org/officeDocument/2006/relationships/tags" Target="../tags/tag150.xml"/><Relationship Id="rId22" Type="http://schemas.openxmlformats.org/officeDocument/2006/relationships/tags" Target="../tags/tag149.xml"/><Relationship Id="rId21" Type="http://schemas.openxmlformats.org/officeDocument/2006/relationships/tags" Target="../tags/tag148.xml"/><Relationship Id="rId20" Type="http://schemas.openxmlformats.org/officeDocument/2006/relationships/tags" Target="../tags/tag147.xml"/><Relationship Id="rId2" Type="http://schemas.openxmlformats.org/officeDocument/2006/relationships/image" Target="../media/image28.png"/><Relationship Id="rId19" Type="http://schemas.openxmlformats.org/officeDocument/2006/relationships/tags" Target="../tags/tag146.xml"/><Relationship Id="rId18" Type="http://schemas.openxmlformats.org/officeDocument/2006/relationships/tags" Target="../tags/tag145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image" Target="../media/image36.jpe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153.xml"/><Relationship Id="rId5" Type="http://schemas.openxmlformats.org/officeDocument/2006/relationships/image" Target="../media/image12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0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9" Type="http://schemas.openxmlformats.org/officeDocument/2006/relationships/tags" Target="../tags/tag169.xml"/><Relationship Id="rId18" Type="http://schemas.openxmlformats.org/officeDocument/2006/relationships/image" Target="../media/image37.png"/><Relationship Id="rId17" Type="http://schemas.openxmlformats.org/officeDocument/2006/relationships/tags" Target="../tags/tag168.xml"/><Relationship Id="rId16" Type="http://schemas.openxmlformats.org/officeDocument/2006/relationships/tags" Target="../tags/tag167.xml"/><Relationship Id="rId15" Type="http://schemas.openxmlformats.org/officeDocument/2006/relationships/tags" Target="../tags/tag166.xml"/><Relationship Id="rId14" Type="http://schemas.openxmlformats.org/officeDocument/2006/relationships/tags" Target="../tags/tag165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image" Target="../media/image9.png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185.xml"/><Relationship Id="rId24" Type="http://schemas.openxmlformats.org/officeDocument/2006/relationships/image" Target="../media/image43.png"/><Relationship Id="rId23" Type="http://schemas.openxmlformats.org/officeDocument/2006/relationships/image" Target="../media/image42.png"/><Relationship Id="rId22" Type="http://schemas.openxmlformats.org/officeDocument/2006/relationships/image" Target="../media/image41.png"/><Relationship Id="rId21" Type="http://schemas.openxmlformats.org/officeDocument/2006/relationships/image" Target="../media/image40.png"/><Relationship Id="rId20" Type="http://schemas.openxmlformats.org/officeDocument/2006/relationships/image" Target="../media/image39.png"/><Relationship Id="rId2" Type="http://schemas.openxmlformats.org/officeDocument/2006/relationships/image" Target="../media/image14.png"/><Relationship Id="rId19" Type="http://schemas.openxmlformats.org/officeDocument/2006/relationships/image" Target="../media/image38.png"/><Relationship Id="rId18" Type="http://schemas.openxmlformats.org/officeDocument/2006/relationships/tags" Target="../tags/tag184.xml"/><Relationship Id="rId17" Type="http://schemas.openxmlformats.org/officeDocument/2006/relationships/tags" Target="../tags/tag183.xml"/><Relationship Id="rId16" Type="http://schemas.openxmlformats.org/officeDocument/2006/relationships/tags" Target="../tags/tag182.xml"/><Relationship Id="rId15" Type="http://schemas.openxmlformats.org/officeDocument/2006/relationships/tags" Target="../tags/tag181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image" Target="../media/image9.png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201.xml"/><Relationship Id="rId20" Type="http://schemas.openxmlformats.org/officeDocument/2006/relationships/image" Target="../media/image45.png"/><Relationship Id="rId2" Type="http://schemas.openxmlformats.org/officeDocument/2006/relationships/image" Target="../media/image14.png"/><Relationship Id="rId19" Type="http://schemas.openxmlformats.org/officeDocument/2006/relationships/image" Target="../media/image44.png"/><Relationship Id="rId18" Type="http://schemas.openxmlformats.org/officeDocument/2006/relationships/tags" Target="../tags/tag200.xml"/><Relationship Id="rId17" Type="http://schemas.openxmlformats.org/officeDocument/2006/relationships/tags" Target="../tags/tag199.xml"/><Relationship Id="rId16" Type="http://schemas.openxmlformats.org/officeDocument/2006/relationships/tags" Target="../tags/tag198.xml"/><Relationship Id="rId15" Type="http://schemas.openxmlformats.org/officeDocument/2006/relationships/tags" Target="../tags/tag197.xml"/><Relationship Id="rId14" Type="http://schemas.openxmlformats.org/officeDocument/2006/relationships/tags" Target="../tags/tag196.xml"/><Relationship Id="rId13" Type="http://schemas.openxmlformats.org/officeDocument/2006/relationships/tags" Target="../tags/tag195.xml"/><Relationship Id="rId12" Type="http://schemas.openxmlformats.org/officeDocument/2006/relationships/tags" Target="../tags/tag194.xml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image" Target="../media/image9.png"/><Relationship Id="rId21" Type="http://schemas.openxmlformats.org/officeDocument/2006/relationships/slideLayout" Target="../slideLayouts/slideLayout8.xml"/><Relationship Id="rId20" Type="http://schemas.openxmlformats.org/officeDocument/2006/relationships/tags" Target="../tags/tag217.xml"/><Relationship Id="rId2" Type="http://schemas.openxmlformats.org/officeDocument/2006/relationships/image" Target="../media/image14.png"/><Relationship Id="rId19" Type="http://schemas.openxmlformats.org/officeDocument/2006/relationships/image" Target="../media/image46.png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image" Target="../media/image9.png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233.xml"/><Relationship Id="rId24" Type="http://schemas.openxmlformats.org/officeDocument/2006/relationships/image" Target="../media/image52.png"/><Relationship Id="rId23" Type="http://schemas.openxmlformats.org/officeDocument/2006/relationships/image" Target="../media/image51.png"/><Relationship Id="rId22" Type="http://schemas.openxmlformats.org/officeDocument/2006/relationships/image" Target="../media/image50.png"/><Relationship Id="rId21" Type="http://schemas.openxmlformats.org/officeDocument/2006/relationships/image" Target="../media/image49.png"/><Relationship Id="rId20" Type="http://schemas.openxmlformats.org/officeDocument/2006/relationships/image" Target="../media/image48.png"/><Relationship Id="rId2" Type="http://schemas.openxmlformats.org/officeDocument/2006/relationships/image" Target="../media/image14.png"/><Relationship Id="rId19" Type="http://schemas.openxmlformats.org/officeDocument/2006/relationships/image" Target="../media/image47.png"/><Relationship Id="rId18" Type="http://schemas.openxmlformats.org/officeDocument/2006/relationships/tags" Target="../tags/tag232.xml"/><Relationship Id="rId17" Type="http://schemas.openxmlformats.org/officeDocument/2006/relationships/tags" Target="../tags/tag231.xml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image" Target="../media/image9.png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image" Target="../media/image14.png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image" Target="../media/image9.png"/><Relationship Id="rId21" Type="http://schemas.openxmlformats.org/officeDocument/2006/relationships/slideLayout" Target="../slideLayouts/slideLayout8.xml"/><Relationship Id="rId20" Type="http://schemas.openxmlformats.org/officeDocument/2006/relationships/tags" Target="../tags/tag268.xml"/><Relationship Id="rId2" Type="http://schemas.openxmlformats.org/officeDocument/2006/relationships/image" Target="../media/image14.png"/><Relationship Id="rId19" Type="http://schemas.openxmlformats.org/officeDocument/2006/relationships/tags" Target="../tags/tag267.xml"/><Relationship Id="rId18" Type="http://schemas.openxmlformats.org/officeDocument/2006/relationships/tags" Target="../tags/tag266.xml"/><Relationship Id="rId17" Type="http://schemas.openxmlformats.org/officeDocument/2006/relationships/tags" Target="../tags/tag265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269.xml"/><Relationship Id="rId5" Type="http://schemas.openxmlformats.org/officeDocument/2006/relationships/image" Target="../media/image12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image" Target="../media/image9.png"/><Relationship Id="rId23" Type="http://schemas.openxmlformats.org/officeDocument/2006/relationships/slideLayout" Target="../slideLayouts/slideLayout8.xml"/><Relationship Id="rId22" Type="http://schemas.openxmlformats.org/officeDocument/2006/relationships/tags" Target="../tags/tag285.xml"/><Relationship Id="rId21" Type="http://schemas.openxmlformats.org/officeDocument/2006/relationships/image" Target="../media/image55.png"/><Relationship Id="rId20" Type="http://schemas.openxmlformats.org/officeDocument/2006/relationships/image" Target="../media/image54.png"/><Relationship Id="rId2" Type="http://schemas.openxmlformats.org/officeDocument/2006/relationships/image" Target="../media/image14.png"/><Relationship Id="rId19" Type="http://schemas.openxmlformats.org/officeDocument/2006/relationships/image" Target="../media/image53.png"/><Relationship Id="rId18" Type="http://schemas.openxmlformats.org/officeDocument/2006/relationships/tags" Target="../tags/tag284.xml"/><Relationship Id="rId17" Type="http://schemas.openxmlformats.org/officeDocument/2006/relationships/tags" Target="../tags/tag283.xml"/><Relationship Id="rId16" Type="http://schemas.openxmlformats.org/officeDocument/2006/relationships/tags" Target="../tags/tag282.xml"/><Relationship Id="rId15" Type="http://schemas.openxmlformats.org/officeDocument/2006/relationships/tags" Target="../tags/tag281.xml"/><Relationship Id="rId14" Type="http://schemas.openxmlformats.org/officeDocument/2006/relationships/tags" Target="../tags/tag280.xml"/><Relationship Id="rId13" Type="http://schemas.openxmlformats.org/officeDocument/2006/relationships/tags" Target="../tags/tag279.xml"/><Relationship Id="rId12" Type="http://schemas.openxmlformats.org/officeDocument/2006/relationships/tags" Target="../tags/tag278.xml"/><Relationship Id="rId11" Type="http://schemas.openxmlformats.org/officeDocument/2006/relationships/tags" Target="../tags/tag277.xml"/><Relationship Id="rId10" Type="http://schemas.openxmlformats.org/officeDocument/2006/relationships/tags" Target="../tags/tag276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tags" Target="../tags/tag290.xml"/><Relationship Id="rId7" Type="http://schemas.openxmlformats.org/officeDocument/2006/relationships/tags" Target="../tags/tag289.xml"/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image" Target="../media/image9.png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301.xml"/><Relationship Id="rId20" Type="http://schemas.openxmlformats.org/officeDocument/2006/relationships/image" Target="../media/image57.png"/><Relationship Id="rId2" Type="http://schemas.openxmlformats.org/officeDocument/2006/relationships/image" Target="../media/image14.png"/><Relationship Id="rId19" Type="http://schemas.openxmlformats.org/officeDocument/2006/relationships/image" Target="../media/image56.png"/><Relationship Id="rId18" Type="http://schemas.openxmlformats.org/officeDocument/2006/relationships/tags" Target="../tags/tag300.xml"/><Relationship Id="rId17" Type="http://schemas.openxmlformats.org/officeDocument/2006/relationships/tags" Target="../tags/tag299.xml"/><Relationship Id="rId16" Type="http://schemas.openxmlformats.org/officeDocument/2006/relationships/tags" Target="../tags/tag298.xml"/><Relationship Id="rId15" Type="http://schemas.openxmlformats.org/officeDocument/2006/relationships/tags" Target="../tags/tag297.xml"/><Relationship Id="rId14" Type="http://schemas.openxmlformats.org/officeDocument/2006/relationships/tags" Target="../tags/tag296.xml"/><Relationship Id="rId13" Type="http://schemas.openxmlformats.org/officeDocument/2006/relationships/tags" Target="../tags/tag295.xml"/><Relationship Id="rId12" Type="http://schemas.openxmlformats.org/officeDocument/2006/relationships/tags" Target="../tags/tag294.xml"/><Relationship Id="rId11" Type="http://schemas.openxmlformats.org/officeDocument/2006/relationships/tags" Target="../tags/tag293.xml"/><Relationship Id="rId10" Type="http://schemas.openxmlformats.org/officeDocument/2006/relationships/tags" Target="../tags/tag29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302.xml"/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tags" Target="../tags/tag304.xml"/><Relationship Id="rId3" Type="http://schemas.openxmlformats.org/officeDocument/2006/relationships/image" Target="../media/image3.png"/><Relationship Id="rId2" Type="http://schemas.openxmlformats.org/officeDocument/2006/relationships/tags" Target="../tags/tag303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05.xml"/><Relationship Id="rId10" Type="http://schemas.microsoft.com/office/2007/relationships/hdphoto" Target="../media/image8.wdp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-19532" y="0"/>
            <a:ext cx="6139097" cy="6906484"/>
          </a:xfrm>
          <a:prstGeom prst="rect">
            <a:avLst/>
          </a:prstGeom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5245" y="0"/>
            <a:ext cx="6139097" cy="6906484"/>
          </a:xfrm>
          <a:prstGeom prst="rect">
            <a:avLst/>
          </a:prstGeom>
        </p:spPr>
      </p:pic>
      <p:pic>
        <p:nvPicPr>
          <p:cNvPr id="142" name="PA-图片 1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" t="8724" r="9739" b="11882"/>
          <a:stretch>
            <a:fillRect/>
          </a:stretch>
        </p:blipFill>
        <p:spPr bwMode="auto">
          <a:xfrm flipH="1">
            <a:off x="-19532" y="-21740"/>
            <a:ext cx="12192000" cy="6725558"/>
          </a:xfrm>
          <a:custGeom>
            <a:avLst/>
            <a:gdLst>
              <a:gd name="connsiteX0" fmla="*/ 12192000 w 12192000"/>
              <a:gd name="connsiteY0" fmla="*/ 0 h 6725558"/>
              <a:gd name="connsiteX1" fmla="*/ 0 w 12192000"/>
              <a:gd name="connsiteY1" fmla="*/ 0 h 6725558"/>
              <a:gd name="connsiteX2" fmla="*/ 0 w 12192000"/>
              <a:gd name="connsiteY2" fmla="*/ 6725558 h 6725558"/>
              <a:gd name="connsiteX3" fmla="*/ 12192000 w 12192000"/>
              <a:gd name="connsiteY3" fmla="*/ 6725558 h 6725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25558">
                <a:moveTo>
                  <a:pt x="12192000" y="0"/>
                </a:moveTo>
                <a:lnTo>
                  <a:pt x="0" y="0"/>
                </a:lnTo>
                <a:lnTo>
                  <a:pt x="0" y="6725558"/>
                </a:lnTo>
                <a:lnTo>
                  <a:pt x="12192000" y="672555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A-图片 13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" t="8724" r="9739" b="11882"/>
          <a:stretch>
            <a:fillRect/>
          </a:stretch>
        </p:blipFill>
        <p:spPr bwMode="auto">
          <a:xfrm>
            <a:off x="40570" y="0"/>
            <a:ext cx="12192000" cy="6725558"/>
          </a:xfrm>
          <a:custGeom>
            <a:avLst/>
            <a:gdLst>
              <a:gd name="connsiteX0" fmla="*/ 12192000 w 12192000"/>
              <a:gd name="connsiteY0" fmla="*/ 0 h 6725558"/>
              <a:gd name="connsiteX1" fmla="*/ 0 w 12192000"/>
              <a:gd name="connsiteY1" fmla="*/ 0 h 6725558"/>
              <a:gd name="connsiteX2" fmla="*/ 0 w 12192000"/>
              <a:gd name="connsiteY2" fmla="*/ 6725558 h 6725558"/>
              <a:gd name="connsiteX3" fmla="*/ 12192000 w 12192000"/>
              <a:gd name="connsiteY3" fmla="*/ 6725558 h 6725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25558">
                <a:moveTo>
                  <a:pt x="12192000" y="0"/>
                </a:moveTo>
                <a:lnTo>
                  <a:pt x="0" y="0"/>
                </a:lnTo>
                <a:lnTo>
                  <a:pt x="0" y="6725558"/>
                </a:lnTo>
                <a:lnTo>
                  <a:pt x="12192000" y="672555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24933" flipH="1" flipV="1">
            <a:off x="-2533934" y="598960"/>
            <a:ext cx="6606451" cy="1811074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75067" flipV="1">
            <a:off x="8893147" y="517062"/>
            <a:ext cx="6606451" cy="1811074"/>
          </a:xfrm>
          <a:prstGeom prst="rect">
            <a:avLst/>
          </a:prstGeom>
        </p:spPr>
      </p:pic>
      <p:pic>
        <p:nvPicPr>
          <p:cNvPr id="2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004" y="38979"/>
            <a:ext cx="9870443" cy="2442935"/>
          </a:xfrm>
          <a:prstGeom prst="rect">
            <a:avLst/>
          </a:prstGeom>
        </p:spPr>
      </p:pic>
      <p:pic>
        <p:nvPicPr>
          <p:cNvPr id="4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670" y="8586"/>
            <a:ext cx="9870443" cy="2442935"/>
          </a:xfrm>
          <a:prstGeom prst="rect">
            <a:avLst/>
          </a:prstGeom>
        </p:spPr>
      </p:pic>
      <p:sp>
        <p:nvSpPr>
          <p:cNvPr id="105" name="椭圆 104"/>
          <p:cNvSpPr/>
          <p:nvPr/>
        </p:nvSpPr>
        <p:spPr>
          <a:xfrm>
            <a:off x="-5611907" y="-2798374"/>
            <a:ext cx="23376750" cy="10973626"/>
          </a:xfrm>
          <a:prstGeom prst="ellipse">
            <a:avLst/>
          </a:prstGeom>
          <a:gradFill flip="none" rotWithShape="1">
            <a:gsLst>
              <a:gs pos="7000">
                <a:schemeClr val="accent2">
                  <a:lumMod val="50000"/>
                </a:schemeClr>
              </a:gs>
              <a:gs pos="52000">
                <a:schemeClr val="accent2">
                  <a:lumMod val="5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演示新手书" panose="00000500000000000000" pitchFamily="2" charset="-122"/>
              <a:ea typeface="演示新手书" panose="00000500000000000000" pitchFamily="2" charset="-122"/>
              <a:cs typeface="+mn-cs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7"/>
          <a:srcRect b="14109"/>
          <a:stretch>
            <a:fillRect/>
          </a:stretch>
        </p:blipFill>
        <p:spPr>
          <a:xfrm>
            <a:off x="1361869" y="1582133"/>
            <a:ext cx="9400723" cy="5374945"/>
          </a:xfrm>
          <a:custGeom>
            <a:avLst/>
            <a:gdLst>
              <a:gd name="connsiteX0" fmla="*/ 0 w 9400723"/>
              <a:gd name="connsiteY0" fmla="*/ 0 h 5374945"/>
              <a:gd name="connsiteX1" fmla="*/ 9400723 w 9400723"/>
              <a:gd name="connsiteY1" fmla="*/ 0 h 5374945"/>
              <a:gd name="connsiteX2" fmla="*/ 9400723 w 9400723"/>
              <a:gd name="connsiteY2" fmla="*/ 5374945 h 5374945"/>
              <a:gd name="connsiteX3" fmla="*/ 0 w 9400723"/>
              <a:gd name="connsiteY3" fmla="*/ 5374945 h 537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00723" h="5374945">
                <a:moveTo>
                  <a:pt x="0" y="0"/>
                </a:moveTo>
                <a:lnTo>
                  <a:pt x="9400723" y="0"/>
                </a:lnTo>
                <a:lnTo>
                  <a:pt x="9400723" y="5374945"/>
                </a:lnTo>
                <a:lnTo>
                  <a:pt x="0" y="5374945"/>
                </a:lnTo>
                <a:close/>
              </a:path>
            </a:pathLst>
          </a:custGeom>
        </p:spPr>
      </p:pic>
      <p:grpSp>
        <p:nvGrpSpPr>
          <p:cNvPr id="3" name="组合 2"/>
          <p:cNvGrpSpPr/>
          <p:nvPr/>
        </p:nvGrpSpPr>
        <p:grpSpPr>
          <a:xfrm>
            <a:off x="512458" y="279489"/>
            <a:ext cx="11630922" cy="3153410"/>
            <a:chOff x="807860" y="278081"/>
            <a:chExt cx="10388486" cy="3153410"/>
          </a:xfrm>
        </p:grpSpPr>
        <p:sp>
          <p:nvSpPr>
            <p:cNvPr id="4" name="文本框 3"/>
            <p:cNvSpPr txBox="1"/>
            <p:nvPr/>
          </p:nvSpPr>
          <p:spPr>
            <a:xfrm>
              <a:off x="807860" y="278081"/>
              <a:ext cx="2420674" cy="31534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9900" b="0" i="0" u="none" strike="noStrike" kern="0" cap="none" spc="0" normalizeH="0" baseline="0" noProof="0" dirty="0">
                  <a:ln w="41275">
                    <a:noFill/>
                  </a:ln>
                  <a:gradFill>
                    <a:gsLst>
                      <a:gs pos="88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+mn-cs"/>
                </a:rPr>
                <a:t>军</a:t>
              </a:r>
              <a:endParaRPr kumimoji="0" lang="zh-CN" altLang="en-US" sz="19900" b="0" i="0" u="none" strike="noStrike" kern="0" cap="none" spc="0" normalizeH="0" baseline="0" noProof="0" dirty="0">
                <a:ln w="41275">
                  <a:noFill/>
                </a:ln>
                <a:gradFill>
                  <a:gsLst>
                    <a:gs pos="88000">
                      <a:srgbClr val="44C1A3">
                        <a:lumMod val="60000"/>
                        <a:lumOff val="40000"/>
                      </a:srgbClr>
                    </a:gs>
                    <a:gs pos="23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480825" y="819590"/>
              <a:ext cx="1694698" cy="21685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0" b="0" i="0" u="none" strike="noStrike" kern="0" cap="none" spc="0" normalizeH="0" baseline="0" noProof="0" dirty="0">
                  <a:ln w="41275">
                    <a:noFill/>
                  </a:ln>
                  <a:gradFill>
                    <a:gsLst>
                      <a:gs pos="88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+mn-cs"/>
                </a:rPr>
                <a:t>社</a:t>
              </a:r>
              <a:endParaRPr kumimoji="0" lang="zh-CN" altLang="en-US" sz="13500" b="0" i="0" u="none" strike="noStrike" kern="0" cap="none" spc="0" normalizeH="0" baseline="0" noProof="0" dirty="0">
                <a:ln w="41275">
                  <a:noFill/>
                </a:ln>
                <a:gradFill>
                  <a:gsLst>
                    <a:gs pos="88000">
                      <a:srgbClr val="44C1A3">
                        <a:lumMod val="60000"/>
                        <a:lumOff val="40000"/>
                      </a:srgbClr>
                    </a:gs>
                    <a:gs pos="23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805270" y="823030"/>
              <a:ext cx="1694698" cy="21685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0" b="0" i="0" u="none" strike="noStrike" kern="0" cap="none" spc="0" normalizeH="0" baseline="0" noProof="0" dirty="0">
                  <a:ln w="41275">
                    <a:noFill/>
                  </a:ln>
                  <a:gradFill>
                    <a:gsLst>
                      <a:gs pos="88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+mn-cs"/>
                </a:rPr>
                <a:t>商</a:t>
              </a:r>
              <a:endParaRPr kumimoji="0" lang="zh-CN" altLang="en-US" sz="13500" b="0" i="0" u="none" strike="noStrike" kern="0" cap="none" spc="0" normalizeH="0" baseline="0" noProof="0" dirty="0">
                <a:ln w="41275">
                  <a:noFill/>
                </a:ln>
                <a:gradFill>
                  <a:gsLst>
                    <a:gs pos="88000">
                      <a:srgbClr val="44C1A3">
                        <a:lumMod val="60000"/>
                        <a:lumOff val="40000"/>
                      </a:srgbClr>
                    </a:gs>
                    <a:gs pos="23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064321" y="539853"/>
              <a:ext cx="2023656" cy="2614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400" b="0" i="0" u="none" strike="noStrike" kern="0" cap="none" spc="0" normalizeH="0" baseline="0" noProof="0" dirty="0">
                  <a:ln w="41275">
                    <a:noFill/>
                  </a:ln>
                  <a:gradFill>
                    <a:gsLst>
                      <a:gs pos="88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+mn-cs"/>
                </a:rPr>
                <a:t>三</a:t>
              </a:r>
              <a:endParaRPr kumimoji="0" lang="zh-CN" altLang="en-US" sz="16400" b="0" i="0" u="none" strike="noStrike" kern="0" cap="none" spc="0" normalizeH="0" baseline="0" noProof="0" dirty="0">
                <a:ln w="41275">
                  <a:noFill/>
                </a:ln>
                <a:gradFill>
                  <a:gsLst>
                    <a:gs pos="88000">
                      <a:srgbClr val="44C1A3">
                        <a:lumMod val="60000"/>
                        <a:lumOff val="40000"/>
                      </a:srgbClr>
                    </a:gs>
                    <a:gs pos="23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304171" y="644075"/>
              <a:ext cx="2023656" cy="2614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400" b="0" i="0" u="none" strike="noStrike" kern="0" cap="none" spc="0" normalizeH="0" baseline="0" noProof="0" dirty="0">
                  <a:ln w="41275">
                    <a:noFill/>
                  </a:ln>
                  <a:gradFill>
                    <a:gsLst>
                      <a:gs pos="88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+mn-cs"/>
                </a:rPr>
                <a:t>位</a:t>
              </a:r>
              <a:endParaRPr kumimoji="0" lang="zh-CN" altLang="en-US" sz="16400" b="0" i="0" u="none" strike="noStrike" kern="0" cap="none" spc="0" normalizeH="0" baseline="0" noProof="0" dirty="0">
                <a:ln w="41275">
                  <a:noFill/>
                </a:ln>
                <a:gradFill>
                  <a:gsLst>
                    <a:gs pos="88000">
                      <a:srgbClr val="44C1A3">
                        <a:lumMod val="60000"/>
                        <a:lumOff val="40000"/>
                      </a:srgbClr>
                    </a:gs>
                    <a:gs pos="23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563195" y="646923"/>
              <a:ext cx="1932909" cy="249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600" b="0" i="0" u="none" strike="noStrike" kern="0" cap="none" spc="0" normalizeH="0" baseline="0" noProof="0" dirty="0">
                  <a:ln w="41275">
                    <a:noFill/>
                  </a:ln>
                  <a:gradFill>
                    <a:gsLst>
                      <a:gs pos="88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+mn-cs"/>
                </a:rPr>
                <a:t>一</a:t>
              </a:r>
              <a:endParaRPr kumimoji="0" lang="zh-CN" altLang="en-US" sz="15600" b="0" i="0" u="none" strike="noStrike" kern="0" cap="none" spc="0" normalizeH="0" baseline="0" noProof="0" dirty="0">
                <a:ln w="41275">
                  <a:noFill/>
                </a:ln>
                <a:gradFill>
                  <a:gsLst>
                    <a:gs pos="88000">
                      <a:srgbClr val="44C1A3">
                        <a:lumMod val="60000"/>
                        <a:lumOff val="40000"/>
                      </a:srgbClr>
                    </a:gs>
                    <a:gs pos="23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816660" y="503033"/>
              <a:ext cx="2023656" cy="2614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400" b="0" i="0" u="none" strike="noStrike" kern="0" cap="none" spc="0" normalizeH="0" baseline="0" noProof="0" dirty="0">
                  <a:ln w="41275">
                    <a:noFill/>
                  </a:ln>
                  <a:gradFill>
                    <a:gsLst>
                      <a:gs pos="88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+mn-cs"/>
                </a:rPr>
                <a:t>体</a:t>
              </a:r>
              <a:endParaRPr kumimoji="0" lang="zh-CN" altLang="en-US" sz="16400" b="0" i="0" u="none" strike="noStrike" kern="0" cap="none" spc="0" normalizeH="0" baseline="0" noProof="0" dirty="0">
                <a:ln w="41275">
                  <a:noFill/>
                </a:ln>
                <a:gradFill>
                  <a:gsLst>
                    <a:gs pos="88000">
                      <a:srgbClr val="44C1A3">
                        <a:lumMod val="60000"/>
                        <a:lumOff val="40000"/>
                      </a:srgbClr>
                    </a:gs>
                    <a:gs pos="23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3181933" y="1158621"/>
              <a:ext cx="831594" cy="1662522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1549533" y="273128"/>
              <a:ext cx="831594" cy="1662522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8385071" y="427779"/>
              <a:ext cx="831594" cy="1662522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9949288" y="1439973"/>
              <a:ext cx="831594" cy="1662522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6921541" y="702595"/>
              <a:ext cx="831594" cy="1662522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3766272" y="684959"/>
              <a:ext cx="831594" cy="1662522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5652982" y="736343"/>
              <a:ext cx="831594" cy="1662522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</p:grpSp>
      <p:pic>
        <p:nvPicPr>
          <p:cNvPr id="85" name="Picture 15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3975" y="3563079"/>
            <a:ext cx="9936302" cy="3323692"/>
          </a:xfrm>
          <a:prstGeom prst="rect">
            <a:avLst/>
          </a:prstGeom>
        </p:spPr>
      </p:pic>
      <p:pic>
        <p:nvPicPr>
          <p:cNvPr id="86" name="Picture 15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-67414" y="3578681"/>
            <a:ext cx="9936302" cy="3323692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416882" y="2944955"/>
            <a:ext cx="7377518" cy="665748"/>
          </a:xfrm>
          <a:prstGeom prst="rect">
            <a:avLst/>
          </a:prstGeom>
          <a:gradFill flip="none" rotWithShape="1">
            <a:gsLst>
              <a:gs pos="86782">
                <a:schemeClr val="accent5">
                  <a:lumMod val="40000"/>
                  <a:lumOff val="60000"/>
                  <a:alpha val="0"/>
                </a:schemeClr>
              </a:gs>
              <a:gs pos="0">
                <a:schemeClr val="accent5">
                  <a:lumMod val="40000"/>
                  <a:lumOff val="60000"/>
                  <a:alpha val="0"/>
                </a:schemeClr>
              </a:gs>
              <a:gs pos="51000">
                <a:schemeClr val="accent1">
                  <a:lumMod val="75000"/>
                  <a:alpha val="4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3362325" y="2990215"/>
            <a:ext cx="5570220" cy="5321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2445" tIns="51223" rIns="102445" bIns="51223" rtlCol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33000">
                      <a:prstClr val="white"/>
                    </a:gs>
                    <a:gs pos="87000">
                      <a:srgbClr val="99CB38">
                        <a:lumMod val="20000"/>
                        <a:lumOff val="80000"/>
                      </a:srgbClr>
                    </a:gs>
                  </a:gsLst>
                  <a:lin ang="5400000" scaled="0"/>
                </a:gradFill>
                <a:effectLst>
                  <a:outerShdw blurRad="213128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rPr>
              <a:t>退役军人医疗保障协同创新研究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gradFill>
                <a:gsLst>
                  <a:gs pos="33000">
                    <a:prstClr val="white"/>
                  </a:gs>
                  <a:gs pos="87000">
                    <a:srgbClr val="99CB38">
                      <a:lumMod val="20000"/>
                      <a:lumOff val="80000"/>
                    </a:srgbClr>
                  </a:gs>
                </a:gsLst>
                <a:lin ang="5400000" scaled="0"/>
              </a:gradFill>
              <a:effectLst>
                <a:outerShdw blurRad="213128" sx="102000" sy="102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阿里妈妈数黑体" pitchFamily="2" charset="-122"/>
              <a:ea typeface="阿里妈妈数黑体" pitchFamily="2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1812167" y="2964627"/>
            <a:ext cx="9195217" cy="0"/>
          </a:xfrm>
          <a:prstGeom prst="line">
            <a:avLst/>
          </a:prstGeom>
          <a:ln w="2222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47000">
                  <a:schemeClr val="accent1">
                    <a:lumMod val="45000"/>
                    <a:lumOff val="5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812167" y="3610703"/>
            <a:ext cx="919521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47000">
                  <a:schemeClr val="accent1">
                    <a:lumMod val="45000"/>
                    <a:lumOff val="5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 rot="16200000">
            <a:off x="3460912" y="3085582"/>
            <a:ext cx="450349" cy="333930"/>
            <a:chOff x="2492304" y="2822879"/>
            <a:chExt cx="649193" cy="301383"/>
          </a:xfrm>
        </p:grpSpPr>
        <p:sp>
          <p:nvSpPr>
            <p:cNvPr id="30" name="任意形状 268"/>
            <p:cNvSpPr/>
            <p:nvPr/>
          </p:nvSpPr>
          <p:spPr>
            <a:xfrm rot="10800000" flipH="1">
              <a:off x="2492304" y="2822879"/>
              <a:ext cx="649193" cy="237017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" name="任意形状 291"/>
            <p:cNvSpPr/>
            <p:nvPr/>
          </p:nvSpPr>
          <p:spPr>
            <a:xfrm rot="10800000" flipH="1">
              <a:off x="2631185" y="2988654"/>
              <a:ext cx="371432" cy="135608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 rot="5400000" flipH="1">
            <a:off x="7852102" y="3085583"/>
            <a:ext cx="450349" cy="333930"/>
            <a:chOff x="2492304" y="2822879"/>
            <a:chExt cx="649193" cy="301383"/>
          </a:xfrm>
        </p:grpSpPr>
        <p:sp>
          <p:nvSpPr>
            <p:cNvPr id="37" name="任意形状 268"/>
            <p:cNvSpPr/>
            <p:nvPr/>
          </p:nvSpPr>
          <p:spPr>
            <a:xfrm rot="10800000" flipH="1">
              <a:off x="2492304" y="2822879"/>
              <a:ext cx="649193" cy="237017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9" name="任意形状 291"/>
            <p:cNvSpPr/>
            <p:nvPr/>
          </p:nvSpPr>
          <p:spPr>
            <a:xfrm rot="10800000" flipH="1">
              <a:off x="2631185" y="2988654"/>
              <a:ext cx="371432" cy="135608"/>
            </a:xfrm>
            <a:custGeom>
              <a:avLst/>
              <a:gdLst>
                <a:gd name="connsiteX0" fmla="*/ 732665 w 1457604"/>
                <a:gd name="connsiteY0" fmla="*/ 0 h 715059"/>
                <a:gd name="connsiteX1" fmla="*/ 728802 w 1457604"/>
                <a:gd name="connsiteY1" fmla="*/ 3771 h 715059"/>
                <a:gd name="connsiteX2" fmla="*/ 724939 w 1457604"/>
                <a:gd name="connsiteY2" fmla="*/ 0 h 715059"/>
                <a:gd name="connsiteX3" fmla="*/ 724921 w 1457604"/>
                <a:gd name="connsiteY3" fmla="*/ 7558 h 715059"/>
                <a:gd name="connsiteX4" fmla="*/ 0 w 1457604"/>
                <a:gd name="connsiteY4" fmla="*/ 715059 h 715059"/>
                <a:gd name="connsiteX5" fmla="*/ 728802 w 1457604"/>
                <a:gd name="connsiteY5" fmla="*/ 483764 h 715059"/>
                <a:gd name="connsiteX6" fmla="*/ 1457604 w 1457604"/>
                <a:gd name="connsiteY6" fmla="*/ 715059 h 715059"/>
                <a:gd name="connsiteX7" fmla="*/ 732683 w 1457604"/>
                <a:gd name="connsiteY7" fmla="*/ 7558 h 7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7604" h="715059">
                  <a:moveTo>
                    <a:pt x="732665" y="0"/>
                  </a:moveTo>
                  <a:lnTo>
                    <a:pt x="728802" y="3771"/>
                  </a:lnTo>
                  <a:lnTo>
                    <a:pt x="724939" y="0"/>
                  </a:lnTo>
                  <a:lnTo>
                    <a:pt x="724921" y="7558"/>
                  </a:lnTo>
                  <a:lnTo>
                    <a:pt x="0" y="715059"/>
                  </a:lnTo>
                  <a:lnTo>
                    <a:pt x="728802" y="483764"/>
                  </a:lnTo>
                  <a:lnTo>
                    <a:pt x="1457604" y="715059"/>
                  </a:lnTo>
                  <a:lnTo>
                    <a:pt x="732683" y="7558"/>
                  </a:lnTo>
                  <a:close/>
                </a:path>
              </a:pathLst>
            </a:custGeom>
            <a:gradFill flip="none" rotWithShape="1">
              <a:gsLst>
                <a:gs pos="8900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776215" y="5667575"/>
            <a:ext cx="5001702" cy="369824"/>
            <a:chOff x="2321457" y="5026856"/>
            <a:chExt cx="5001702" cy="369824"/>
          </a:xfrm>
        </p:grpSpPr>
        <p:grpSp>
          <p:nvGrpSpPr>
            <p:cNvPr id="88" name="组合 87"/>
            <p:cNvGrpSpPr/>
            <p:nvPr/>
          </p:nvGrpSpPr>
          <p:grpSpPr>
            <a:xfrm>
              <a:off x="2321457" y="5026856"/>
              <a:ext cx="1932861" cy="369824"/>
              <a:chOff x="581001" y="2791943"/>
              <a:chExt cx="1932861" cy="369824"/>
            </a:xfrm>
          </p:grpSpPr>
          <p:sp>
            <p:nvSpPr>
              <p:cNvPr id="101" name="八边形 100"/>
              <p:cNvSpPr/>
              <p:nvPr/>
            </p:nvSpPr>
            <p:spPr>
              <a:xfrm>
                <a:off x="581001" y="2791943"/>
                <a:ext cx="1932861" cy="354312"/>
              </a:xfrm>
              <a:prstGeom prst="octagon">
                <a:avLst>
                  <a:gd name="adj" fmla="val 12131"/>
                </a:avLst>
              </a:prstGeom>
              <a:gradFill flip="none" rotWithShape="1">
                <a:gsLst>
                  <a:gs pos="8000">
                    <a:schemeClr val="bg1"/>
                  </a:gs>
                  <a:gs pos="95000">
                    <a:schemeClr val="accent5">
                      <a:lumMod val="20000"/>
                      <a:lumOff val="80000"/>
                    </a:schemeClr>
                  </a:gs>
                </a:gsLst>
                <a:lin ang="5400000" scaled="1"/>
                <a:tileRect/>
              </a:gradFill>
              <a:ln w="3493">
                <a:gradFill>
                  <a:gsLst>
                    <a:gs pos="8000">
                      <a:srgbClr val="48E9FF">
                        <a:alpha val="0"/>
                      </a:srgbClr>
                    </a:gs>
                    <a:gs pos="51000">
                      <a:srgbClr val="02BBFF"/>
                    </a:gs>
                    <a:gs pos="95000">
                      <a:srgbClr val="48E9FF">
                        <a:alpha val="0"/>
                      </a:srgbClr>
                    </a:gs>
                  </a:gsLst>
                  <a:lin ang="2700000" scaled="0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0584" tIns="50292" rIns="100584" bIns="50292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02" name="八边形 101"/>
              <p:cNvSpPr/>
              <p:nvPr/>
            </p:nvSpPr>
            <p:spPr>
              <a:xfrm>
                <a:off x="582806" y="2808755"/>
                <a:ext cx="924019" cy="320687"/>
              </a:xfrm>
              <a:prstGeom prst="octagon">
                <a:avLst>
                  <a:gd name="adj" fmla="val 12131"/>
                </a:avLst>
              </a:prstGeom>
              <a:gradFill flip="none" rotWithShape="1">
                <a:gsLst>
                  <a:gs pos="99000">
                    <a:schemeClr val="accent4"/>
                  </a:gs>
                  <a:gs pos="2000">
                    <a:schemeClr val="accent2"/>
                  </a:gs>
                </a:gsLst>
                <a:lin ang="5400000" scaled="1"/>
                <a:tileRect/>
              </a:gra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100584" tIns="50292" rIns="100584" bIns="50292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14500" spc="-300" dirty="0">
                  <a:ln w="0">
                    <a:noFill/>
                  </a:ln>
                  <a:gradFill flip="none" rotWithShape="1">
                    <a:gsLst>
                      <a:gs pos="62000">
                        <a:srgbClr val="02BBFF"/>
                      </a:gs>
                      <a:gs pos="12000">
                        <a:srgbClr val="48E9FF">
                          <a:lumMod val="98000"/>
                        </a:srgbClr>
                      </a:gs>
                    </a:gsLst>
                    <a:lin ang="5400000" scaled="1"/>
                    <a:tileRect/>
                  </a:gra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OPPOSans B" panose="00020600040101010101" pitchFamily="18" charset="-122"/>
                </a:endParaRPr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1558336" y="2815692"/>
                <a:ext cx="924560" cy="346075"/>
              </a:xfrm>
              <a:prstGeom prst="rect">
                <a:avLst/>
              </a:prstGeom>
              <a:noFill/>
              <a:effectLst/>
            </p:spPr>
            <p:txBody>
              <a:bodyPr wrap="none" lIns="100584" tIns="50292" rIns="100584" bIns="50292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+mn-cs"/>
                    <a:sym typeface="OPPOSans M" panose="00020600040101010101" pitchFamily="18" charset="-122"/>
                  </a:rPr>
                  <a:t>郑逸</a:t>
                </a:r>
                <a:r>
                  <a:rPr kumimoji="0" lang="zh-CN" altLang="en-US" sz="16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+mn-cs"/>
                    <a:sym typeface="OPPOSans M" panose="00020600040101010101" pitchFamily="18" charset="-122"/>
                  </a:rPr>
                  <a:t>琳</a:t>
                </a:r>
                <a:endParaRPr kumimoji="0" lang="zh-CN" altLang="en-US" sz="16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endParaRP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642861" y="2799822"/>
                <a:ext cx="830437" cy="347788"/>
              </a:xfrm>
              <a:prstGeom prst="rect">
                <a:avLst/>
              </a:prstGeom>
              <a:noFill/>
              <a:effectLst/>
            </p:spPr>
            <p:txBody>
              <a:bodyPr wrap="square" lIns="100584" tIns="50292" rIns="100584" bIns="50292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B" panose="00020600040101010101" pitchFamily="18" charset="-122"/>
                    <a:sym typeface="OPPOSans M" panose="00020600040101010101" pitchFamily="18" charset="-122"/>
                  </a:rPr>
                  <a:t>汇报人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B" panose="00020600040101010101" pitchFamily="18" charset="-122"/>
                  <a:sym typeface="OPPOSans M" panose="00020600040101010101" pitchFamily="18" charset="-122"/>
                </a:endParaRPr>
              </a:p>
            </p:txBody>
          </p:sp>
        </p:grpSp>
        <p:grpSp>
          <p:nvGrpSpPr>
            <p:cNvPr id="89" name="Group 16+"/>
            <p:cNvGrpSpPr/>
            <p:nvPr/>
          </p:nvGrpSpPr>
          <p:grpSpPr>
            <a:xfrm>
              <a:off x="4446609" y="5026856"/>
              <a:ext cx="2876550" cy="359657"/>
              <a:chOff x="783601" y="2791943"/>
              <a:chExt cx="2280441" cy="359657"/>
            </a:xfrm>
          </p:grpSpPr>
          <p:sp>
            <p:nvSpPr>
              <p:cNvPr id="97" name="八边形 96"/>
              <p:cNvSpPr/>
              <p:nvPr/>
            </p:nvSpPr>
            <p:spPr>
              <a:xfrm>
                <a:off x="783601" y="2791943"/>
                <a:ext cx="2261311" cy="337185"/>
              </a:xfrm>
              <a:prstGeom prst="octagon">
                <a:avLst>
                  <a:gd name="adj" fmla="val 12131"/>
                </a:avLst>
              </a:prstGeom>
              <a:gradFill flip="none" rotWithShape="1">
                <a:gsLst>
                  <a:gs pos="8000">
                    <a:schemeClr val="bg1"/>
                  </a:gs>
                  <a:gs pos="95000">
                    <a:schemeClr val="accent5">
                      <a:lumMod val="20000"/>
                      <a:lumOff val="80000"/>
                    </a:schemeClr>
                  </a:gs>
                </a:gsLst>
                <a:lin ang="5400000" scaled="1"/>
                <a:tileRect/>
              </a:gradFill>
              <a:ln w="3493">
                <a:gradFill>
                  <a:gsLst>
                    <a:gs pos="8000">
                      <a:srgbClr val="48E9FF">
                        <a:alpha val="0"/>
                      </a:srgbClr>
                    </a:gs>
                    <a:gs pos="51000">
                      <a:srgbClr val="02BBFF"/>
                    </a:gs>
                    <a:gs pos="95000">
                      <a:srgbClr val="48E9FF">
                        <a:alpha val="0"/>
                      </a:srgbClr>
                    </a:gs>
                  </a:gsLst>
                  <a:lin ang="2700000" scaled="0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0584" tIns="50292" rIns="100584" bIns="50292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98" name="八边形 97"/>
              <p:cNvSpPr/>
              <p:nvPr/>
            </p:nvSpPr>
            <p:spPr>
              <a:xfrm>
                <a:off x="820130" y="2808755"/>
                <a:ext cx="924019" cy="320687"/>
              </a:xfrm>
              <a:prstGeom prst="octagon">
                <a:avLst>
                  <a:gd name="adj" fmla="val 12131"/>
                </a:avLst>
              </a:prstGeom>
              <a:gradFill flip="none" rotWithShape="1">
                <a:gsLst>
                  <a:gs pos="99000">
                    <a:schemeClr val="accent4"/>
                  </a:gs>
                  <a:gs pos="2000">
                    <a:schemeClr val="accent2"/>
                  </a:gs>
                </a:gsLst>
                <a:lin ang="5400000" scaled="1"/>
                <a:tileRect/>
              </a:gradFill>
              <a:ln w="0">
                <a:noFill/>
              </a:ln>
              <a:effectLst/>
            </p:spPr>
            <p:txBody>
              <a:bodyPr rot="0" spcFirstLastPara="0" vertOverflow="overflow" horzOverflow="overflow" vert="horz" wrap="square" lIns="100584" tIns="50292" rIns="100584" bIns="50292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14500" spc="-300">
                  <a:ln w="0">
                    <a:noFill/>
                  </a:ln>
                  <a:gradFill flip="none" rotWithShape="1">
                    <a:gsLst>
                      <a:gs pos="62000">
                        <a:srgbClr val="02BBFF"/>
                      </a:gs>
                      <a:gs pos="12000">
                        <a:srgbClr val="48E9FF">
                          <a:lumMod val="98000"/>
                        </a:srgbClr>
                      </a:gs>
                    </a:gsLst>
                    <a:lin ang="5400000" scaled="1"/>
                    <a:tileRect/>
                  </a:gra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OPPOSans B" panose="00020600040101010101" pitchFamily="18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687220" y="2791943"/>
                <a:ext cx="1376822" cy="346075"/>
              </a:xfrm>
              <a:prstGeom prst="rect">
                <a:avLst/>
              </a:prstGeom>
              <a:noFill/>
              <a:effectLst/>
            </p:spPr>
            <p:txBody>
              <a:bodyPr wrap="square" lIns="100584" tIns="50292" rIns="100584" bIns="50292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+mn-cs"/>
                    <a:sym typeface="OPPOSans M" panose="00020600040101010101" pitchFamily="18" charset="-122"/>
                  </a:rPr>
                  <a:t>2025.11.5</a:t>
                </a:r>
                <a:endParaRPr kumimoji="0" lang="en-US" altLang="zh-CN" sz="16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972809" y="2803812"/>
                <a:ext cx="533328" cy="347788"/>
              </a:xfrm>
              <a:prstGeom prst="rect">
                <a:avLst/>
              </a:prstGeom>
              <a:noFill/>
              <a:effectLst/>
            </p:spPr>
            <p:txBody>
              <a:bodyPr wrap="square" lIns="100584" tIns="50292" rIns="100584" bIns="50292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B" panose="00020600040101010101" pitchFamily="18" charset="-122"/>
                    <a:sym typeface="OPPOSans M" panose="00020600040101010101" pitchFamily="18" charset="-122"/>
                  </a:rPr>
                  <a:t>日期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B" panose="00020600040101010101" pitchFamily="18" charset="-122"/>
                  <a:sym typeface="OPPOSans M" panose="00020600040101010101" pitchFamily="18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任意多边形: 形状 12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FAD77E">
                  <a:lumMod val="20000"/>
                  <a:lumOff val="80000"/>
                </a:srgbClr>
              </a:gs>
              <a:gs pos="54000">
                <a:schemeClr val="accent3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pic>
        <p:nvPicPr>
          <p:cNvPr id="122" name="Picture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9038" y="-423714"/>
            <a:ext cx="5608320" cy="6858000"/>
          </a:xfrm>
          <a:prstGeom prst="rect">
            <a:avLst/>
          </a:prstGeom>
        </p:spPr>
      </p:pic>
      <p:pic>
        <p:nvPicPr>
          <p:cNvPr id="135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602" y="0"/>
            <a:ext cx="7782155" cy="6235700"/>
          </a:xfrm>
          <a:prstGeom prst="rect">
            <a:avLst/>
          </a:prstGeom>
        </p:spPr>
      </p:pic>
      <p:pic>
        <p:nvPicPr>
          <p:cNvPr id="5" name="Picture 1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" y="4021183"/>
            <a:ext cx="12185106" cy="2869592"/>
          </a:xfrm>
          <a:prstGeom prst="rect">
            <a:avLst/>
          </a:prstGeom>
        </p:spPr>
      </p:pic>
      <p:grpSp>
        <p:nvGrpSpPr>
          <p:cNvPr id="141" name="组合 140"/>
          <p:cNvGrpSpPr/>
          <p:nvPr/>
        </p:nvGrpSpPr>
        <p:grpSpPr>
          <a:xfrm>
            <a:off x="-1111817" y="1605742"/>
            <a:ext cx="8802672" cy="3152834"/>
            <a:chOff x="-1198766" y="1399948"/>
            <a:chExt cx="8802672" cy="3152834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3691259">
              <a:off x="396584" y="3635238"/>
              <a:ext cx="1007909" cy="827179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sp>
          <p:nvSpPr>
            <p:cNvPr id="116" name="文本框 115"/>
            <p:cNvSpPr txBox="1"/>
            <p:nvPr/>
          </p:nvSpPr>
          <p:spPr>
            <a:xfrm>
              <a:off x="442897" y="2688929"/>
              <a:ext cx="5059680" cy="1568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文献</a:t>
              </a: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研究</a:t>
              </a:r>
              <a:endParaRPr kumimoji="0" lang="zh-CN" altLang="en-US" sz="96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100000">
                      <a:prstClr val="white"/>
                    </a:gs>
                    <a:gs pos="7000">
                      <a:prstClr val="white"/>
                    </a:gs>
                    <a:gs pos="43000">
                      <a:srgbClr val="206252">
                        <a:lumMod val="20000"/>
                        <a:lumOff val="80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srgbClr val="206252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1348908" y="1399948"/>
              <a:ext cx="4564380" cy="1861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500" b="0" i="1" u="none" strike="noStrike" kern="0" cap="none" spc="0" normalizeH="0" baseline="0" noProof="0" dirty="0">
                  <a:ln w="22225">
                    <a:gradFill flip="none" rotWithShape="1">
                      <a:gsLst>
                        <a:gs pos="24000">
                          <a:srgbClr val="FAD77E">
                            <a:lumMod val="20000"/>
                            <a:lumOff val="80000"/>
                          </a:srgbClr>
                        </a:gs>
                        <a:gs pos="76000">
                          <a:srgbClr val="FAD77E">
                            <a:lumMod val="20000"/>
                            <a:lumOff val="80000"/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</a:ln>
                  <a:gradFill flip="none" rotWithShape="1">
                    <a:gsLst>
                      <a:gs pos="15000">
                        <a:srgbClr val="FAD77E">
                          <a:lumMod val="20000"/>
                          <a:lumOff val="80000"/>
                          <a:alpha val="22000"/>
                        </a:srgbClr>
                      </a:gs>
                      <a:gs pos="68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思源宋体 CN Heavy"/>
                  <a:ea typeface="思源宋体 CN Heavy"/>
                  <a:cs typeface="+mn-cs"/>
                </a:rPr>
                <a:t>PART 1</a:t>
              </a:r>
              <a:endParaRPr kumimoji="0" lang="zh-CN" altLang="en-US" sz="11500" b="0" i="1" u="none" strike="noStrike" kern="0" cap="none" spc="0" normalizeH="0" baseline="0" noProof="0" dirty="0">
                <a:ln w="22225">
                  <a:gradFill flip="none" rotWithShape="1">
                    <a:gsLst>
                      <a:gs pos="24000">
                        <a:srgbClr val="FAD77E">
                          <a:lumMod val="20000"/>
                          <a:lumOff val="80000"/>
                        </a:srgbClr>
                      </a:gs>
                      <a:gs pos="76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</a:ln>
                <a:gradFill flip="none" rotWithShape="1">
                  <a:gsLst>
                    <a:gs pos="15000">
                      <a:srgbClr val="FAD77E">
                        <a:lumMod val="20000"/>
                        <a:lumOff val="80000"/>
                        <a:alpha val="22000"/>
                      </a:srgbClr>
                    </a:gs>
                    <a:gs pos="68000">
                      <a:srgbClr val="FAD77E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思源宋体 CN Heavy"/>
                <a:ea typeface="思源宋体 CN Heavy"/>
                <a:cs typeface="+mn-cs"/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>
            <a:xfrm flipV="1">
              <a:off x="580355" y="1399948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bg1"/>
                  </a:gs>
                  <a:gs pos="82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grpSp>
          <p:nvGrpSpPr>
            <p:cNvPr id="137" name="组合 136"/>
            <p:cNvGrpSpPr/>
            <p:nvPr/>
          </p:nvGrpSpPr>
          <p:grpSpPr>
            <a:xfrm>
              <a:off x="4092130" y="4111884"/>
              <a:ext cx="2501787" cy="228031"/>
              <a:chOff x="4178932" y="1978005"/>
              <a:chExt cx="616525" cy="142461"/>
            </a:xfrm>
          </p:grpSpPr>
          <p:sp>
            <p:nvSpPr>
              <p:cNvPr id="138" name="平行四边形 137"/>
              <p:cNvSpPr/>
              <p:nvPr/>
            </p:nvSpPr>
            <p:spPr>
              <a:xfrm flipH="1" flipV="1">
                <a:off x="4281389" y="1978005"/>
                <a:ext cx="514068" cy="111045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39" name="平行四边形 138"/>
              <p:cNvSpPr/>
              <p:nvPr/>
            </p:nvSpPr>
            <p:spPr>
              <a:xfrm flipH="1" flipV="1">
                <a:off x="4178932" y="2048105"/>
                <a:ext cx="501708" cy="72361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cxnSp>
          <p:nvCxnSpPr>
            <p:cNvPr id="140" name="直接连接符 139"/>
            <p:cNvCxnSpPr/>
            <p:nvPr/>
          </p:nvCxnSpPr>
          <p:spPr>
            <a:xfrm flipH="1" flipV="1">
              <a:off x="-1198766" y="4424486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82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</p:grp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图片 108"/>
          <p:cNvPicPr>
            <a:picLocks noChangeAspect="1"/>
          </p:cNvPicPr>
          <p:nvPr/>
        </p:nvPicPr>
        <p:blipFill>
          <a:blip r:embed="rId1"/>
          <a:srcRect l="1166" t="25924" r="132"/>
          <a:stretch>
            <a:fillRect/>
          </a:stretch>
        </p:blipFill>
        <p:spPr>
          <a:xfrm>
            <a:off x="-4272" y="313690"/>
            <a:ext cx="12158172" cy="5080177"/>
          </a:xfrm>
          <a:custGeom>
            <a:avLst/>
            <a:gdLst>
              <a:gd name="connsiteX0" fmla="*/ 0 w 12158172"/>
              <a:gd name="connsiteY0" fmla="*/ 0 h 5080177"/>
              <a:gd name="connsiteX1" fmla="*/ 12158172 w 12158172"/>
              <a:gd name="connsiteY1" fmla="*/ 0 h 5080177"/>
              <a:gd name="connsiteX2" fmla="*/ 12158172 w 12158172"/>
              <a:gd name="connsiteY2" fmla="*/ 5080177 h 5080177"/>
              <a:gd name="connsiteX3" fmla="*/ 0 w 12158172"/>
              <a:gd name="connsiteY3" fmla="*/ 5080177 h 508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58172" h="5080177">
                <a:moveTo>
                  <a:pt x="0" y="0"/>
                </a:moveTo>
                <a:lnTo>
                  <a:pt x="12158172" y="0"/>
                </a:lnTo>
                <a:lnTo>
                  <a:pt x="12158172" y="5080177"/>
                </a:lnTo>
                <a:lnTo>
                  <a:pt x="0" y="5080177"/>
                </a:lnTo>
                <a:close/>
              </a:path>
            </a:pathLst>
          </a:custGeom>
        </p:spPr>
      </p:pic>
      <p:sp>
        <p:nvSpPr>
          <p:cNvPr id="38" name="任意多边形: 形状 37"/>
          <p:cNvSpPr/>
          <p:nvPr/>
        </p:nvSpPr>
        <p:spPr>
          <a:xfrm rot="814907">
            <a:off x="7306015" y="-1138815"/>
            <a:ext cx="3981918" cy="12983075"/>
          </a:xfrm>
          <a:custGeom>
            <a:avLst/>
            <a:gdLst>
              <a:gd name="connsiteX0" fmla="*/ 339087 w 348678"/>
              <a:gd name="connsiteY0" fmla="*/ 22906 h 622687"/>
              <a:gd name="connsiteX1" fmla="*/ 326120 w 348678"/>
              <a:gd name="connsiteY1" fmla="*/ 784 h 622687"/>
              <a:gd name="connsiteX2" fmla="*/ 326104 w 348678"/>
              <a:gd name="connsiteY2" fmla="*/ 16626 h 622687"/>
              <a:gd name="connsiteX3" fmla="*/ 330463 w 348678"/>
              <a:gd name="connsiteY3" fmla="*/ 27249 h 622687"/>
              <a:gd name="connsiteX4" fmla="*/ 339087 w 348678"/>
              <a:gd name="connsiteY4" fmla="*/ 22906 h 622687"/>
              <a:gd name="connsiteX5" fmla="*/ 343711 w 348678"/>
              <a:gd name="connsiteY5" fmla="*/ 42997 h 622687"/>
              <a:gd name="connsiteX6" fmla="*/ 342602 w 348678"/>
              <a:gd name="connsiteY6" fmla="*/ 38263 h 622687"/>
              <a:gd name="connsiteX7" fmla="*/ 343711 w 348678"/>
              <a:gd name="connsiteY7" fmla="*/ 42997 h 622687"/>
              <a:gd name="connsiteX8" fmla="*/ 135306 w 348678"/>
              <a:gd name="connsiteY8" fmla="*/ 15657 h 622687"/>
              <a:gd name="connsiteX9" fmla="*/ 136150 w 348678"/>
              <a:gd name="connsiteY9" fmla="*/ 25327 h 622687"/>
              <a:gd name="connsiteX10" fmla="*/ 135306 w 348678"/>
              <a:gd name="connsiteY10" fmla="*/ 15657 h 622687"/>
              <a:gd name="connsiteX11" fmla="*/ 122730 w 348678"/>
              <a:gd name="connsiteY11" fmla="*/ 146387 h 622687"/>
              <a:gd name="connsiteX12" fmla="*/ 122152 w 348678"/>
              <a:gd name="connsiteY12" fmla="*/ 150495 h 622687"/>
              <a:gd name="connsiteX13" fmla="*/ 124417 w 348678"/>
              <a:gd name="connsiteY13" fmla="*/ 147012 h 622687"/>
              <a:gd name="connsiteX14" fmla="*/ 122730 w 348678"/>
              <a:gd name="connsiteY14" fmla="*/ 146387 h 622687"/>
              <a:gd name="connsiteX15" fmla="*/ 111263 w 348678"/>
              <a:gd name="connsiteY15" fmla="*/ 164071 h 622687"/>
              <a:gd name="connsiteX16" fmla="*/ 110154 w 348678"/>
              <a:gd name="connsiteY16" fmla="*/ 169414 h 622687"/>
              <a:gd name="connsiteX17" fmla="*/ 111263 w 348678"/>
              <a:gd name="connsiteY17" fmla="*/ 164071 h 622687"/>
              <a:gd name="connsiteX18" fmla="*/ 123402 w 348678"/>
              <a:gd name="connsiteY18" fmla="*/ 170758 h 622687"/>
              <a:gd name="connsiteX19" fmla="*/ 123683 w 348678"/>
              <a:gd name="connsiteY19" fmla="*/ 168696 h 622687"/>
              <a:gd name="connsiteX20" fmla="*/ 123402 w 348678"/>
              <a:gd name="connsiteY20" fmla="*/ 170758 h 622687"/>
              <a:gd name="connsiteX21" fmla="*/ 98359 w 348678"/>
              <a:gd name="connsiteY21" fmla="*/ 217953 h 622687"/>
              <a:gd name="connsiteX22" fmla="*/ 100624 w 348678"/>
              <a:gd name="connsiteY22" fmla="*/ 210158 h 622687"/>
              <a:gd name="connsiteX23" fmla="*/ 98359 w 348678"/>
              <a:gd name="connsiteY23" fmla="*/ 217953 h 622687"/>
              <a:gd name="connsiteX24" fmla="*/ 96641 w 348678"/>
              <a:gd name="connsiteY24" fmla="*/ 223093 h 622687"/>
              <a:gd name="connsiteX25" fmla="*/ 97781 w 348678"/>
              <a:gd name="connsiteY25" fmla="*/ 219203 h 622687"/>
              <a:gd name="connsiteX26" fmla="*/ 96641 w 348678"/>
              <a:gd name="connsiteY26" fmla="*/ 223093 h 622687"/>
              <a:gd name="connsiteX27" fmla="*/ 94391 w 348678"/>
              <a:gd name="connsiteY27" fmla="*/ 226561 h 622687"/>
              <a:gd name="connsiteX28" fmla="*/ 96078 w 348678"/>
              <a:gd name="connsiteY28" fmla="*/ 224312 h 622687"/>
              <a:gd name="connsiteX29" fmla="*/ 94391 w 348678"/>
              <a:gd name="connsiteY29" fmla="*/ 226561 h 622687"/>
              <a:gd name="connsiteX30" fmla="*/ 88861 w 348678"/>
              <a:gd name="connsiteY30" fmla="*/ 245762 h 622687"/>
              <a:gd name="connsiteX31" fmla="*/ 87736 w 348678"/>
              <a:gd name="connsiteY31" fmla="*/ 249667 h 622687"/>
              <a:gd name="connsiteX32" fmla="*/ 88861 w 348678"/>
              <a:gd name="connsiteY32" fmla="*/ 245762 h 622687"/>
              <a:gd name="connsiteX33" fmla="*/ 84908 w 348678"/>
              <a:gd name="connsiteY33" fmla="*/ 247168 h 622687"/>
              <a:gd name="connsiteX34" fmla="*/ 82768 w 348678"/>
              <a:gd name="connsiteY34" fmla="*/ 254651 h 622687"/>
              <a:gd name="connsiteX35" fmla="*/ 84908 w 348678"/>
              <a:gd name="connsiteY35" fmla="*/ 247168 h 622687"/>
              <a:gd name="connsiteX36" fmla="*/ 78831 w 348678"/>
              <a:gd name="connsiteY36" fmla="*/ 250308 h 622687"/>
              <a:gd name="connsiteX37" fmla="*/ 78268 w 348678"/>
              <a:gd name="connsiteY37" fmla="*/ 251526 h 622687"/>
              <a:gd name="connsiteX38" fmla="*/ 78831 w 348678"/>
              <a:gd name="connsiteY38" fmla="*/ 250308 h 622687"/>
              <a:gd name="connsiteX39" fmla="*/ 81502 w 348678"/>
              <a:gd name="connsiteY39" fmla="*/ 258853 h 622687"/>
              <a:gd name="connsiteX40" fmla="*/ 82486 w 348678"/>
              <a:gd name="connsiteY40" fmla="*/ 255260 h 622687"/>
              <a:gd name="connsiteX41" fmla="*/ 81502 w 348678"/>
              <a:gd name="connsiteY41" fmla="*/ 258853 h 622687"/>
              <a:gd name="connsiteX42" fmla="*/ 78971 w 348678"/>
              <a:gd name="connsiteY42" fmla="*/ 254307 h 622687"/>
              <a:gd name="connsiteX43" fmla="*/ 77534 w 348678"/>
              <a:gd name="connsiteY43" fmla="*/ 254495 h 622687"/>
              <a:gd name="connsiteX44" fmla="*/ 76691 w 348678"/>
              <a:gd name="connsiteY44" fmla="*/ 262103 h 622687"/>
              <a:gd name="connsiteX45" fmla="*/ 78971 w 348678"/>
              <a:gd name="connsiteY45" fmla="*/ 254307 h 622687"/>
              <a:gd name="connsiteX46" fmla="*/ 73019 w 348678"/>
              <a:gd name="connsiteY46" fmla="*/ 255697 h 622687"/>
              <a:gd name="connsiteX47" fmla="*/ 72582 w 348678"/>
              <a:gd name="connsiteY47" fmla="*/ 259494 h 622687"/>
              <a:gd name="connsiteX48" fmla="*/ 73019 w 348678"/>
              <a:gd name="connsiteY48" fmla="*/ 255697 h 622687"/>
              <a:gd name="connsiteX49" fmla="*/ 89251 w 348678"/>
              <a:gd name="connsiteY49" fmla="*/ 263556 h 622687"/>
              <a:gd name="connsiteX50" fmla="*/ 88532 w 348678"/>
              <a:gd name="connsiteY50" fmla="*/ 267977 h 622687"/>
              <a:gd name="connsiteX51" fmla="*/ 89251 w 348678"/>
              <a:gd name="connsiteY51" fmla="*/ 263556 h 622687"/>
              <a:gd name="connsiteX52" fmla="*/ 78253 w 348678"/>
              <a:gd name="connsiteY52" fmla="*/ 265930 h 622687"/>
              <a:gd name="connsiteX53" fmla="*/ 77659 w 348678"/>
              <a:gd name="connsiteY53" fmla="*/ 268602 h 622687"/>
              <a:gd name="connsiteX54" fmla="*/ 78253 w 348678"/>
              <a:gd name="connsiteY54" fmla="*/ 265930 h 622687"/>
              <a:gd name="connsiteX55" fmla="*/ 87142 w 348678"/>
              <a:gd name="connsiteY55" fmla="*/ 269602 h 622687"/>
              <a:gd name="connsiteX56" fmla="*/ 85986 w 348678"/>
              <a:gd name="connsiteY56" fmla="*/ 273492 h 622687"/>
              <a:gd name="connsiteX57" fmla="*/ 87142 w 348678"/>
              <a:gd name="connsiteY57" fmla="*/ 269602 h 622687"/>
              <a:gd name="connsiteX58" fmla="*/ 94610 w 348678"/>
              <a:gd name="connsiteY58" fmla="*/ 274913 h 622687"/>
              <a:gd name="connsiteX59" fmla="*/ 93625 w 348678"/>
              <a:gd name="connsiteY59" fmla="*/ 277069 h 622687"/>
              <a:gd name="connsiteX60" fmla="*/ 94610 w 348678"/>
              <a:gd name="connsiteY60" fmla="*/ 274913 h 622687"/>
              <a:gd name="connsiteX61" fmla="*/ 64817 w 348678"/>
              <a:gd name="connsiteY61" fmla="*/ 280725 h 622687"/>
              <a:gd name="connsiteX62" fmla="*/ 63677 w 348678"/>
              <a:gd name="connsiteY62" fmla="*/ 286068 h 622687"/>
              <a:gd name="connsiteX63" fmla="*/ 64817 w 348678"/>
              <a:gd name="connsiteY63" fmla="*/ 280725 h 622687"/>
              <a:gd name="connsiteX64" fmla="*/ 85111 w 348678"/>
              <a:gd name="connsiteY64" fmla="*/ 294066 h 622687"/>
              <a:gd name="connsiteX65" fmla="*/ 84549 w 348678"/>
              <a:gd name="connsiteY65" fmla="*/ 296738 h 622687"/>
              <a:gd name="connsiteX66" fmla="*/ 85111 w 348678"/>
              <a:gd name="connsiteY66" fmla="*/ 294066 h 622687"/>
              <a:gd name="connsiteX67" fmla="*/ 53444 w 348678"/>
              <a:gd name="connsiteY67" fmla="*/ 290895 h 622687"/>
              <a:gd name="connsiteX68" fmla="*/ 53350 w 348678"/>
              <a:gd name="connsiteY68" fmla="*/ 291208 h 622687"/>
              <a:gd name="connsiteX69" fmla="*/ 53444 w 348678"/>
              <a:gd name="connsiteY69" fmla="*/ 290895 h 622687"/>
              <a:gd name="connsiteX70" fmla="*/ 52788 w 348678"/>
              <a:gd name="connsiteY70" fmla="*/ 285240 h 622687"/>
              <a:gd name="connsiteX71" fmla="*/ 53444 w 348678"/>
              <a:gd name="connsiteY71" fmla="*/ 290895 h 622687"/>
              <a:gd name="connsiteX72" fmla="*/ 54506 w 348678"/>
              <a:gd name="connsiteY72" fmla="*/ 285880 h 622687"/>
              <a:gd name="connsiteX73" fmla="*/ 52788 w 348678"/>
              <a:gd name="connsiteY73" fmla="*/ 285240 h 622687"/>
              <a:gd name="connsiteX74" fmla="*/ 59974 w 348678"/>
              <a:gd name="connsiteY74" fmla="*/ 292598 h 622687"/>
              <a:gd name="connsiteX75" fmla="*/ 59271 w 348678"/>
              <a:gd name="connsiteY75" fmla="*/ 294129 h 622687"/>
              <a:gd name="connsiteX76" fmla="*/ 59974 w 348678"/>
              <a:gd name="connsiteY76" fmla="*/ 292598 h 622687"/>
              <a:gd name="connsiteX77" fmla="*/ 56459 w 348678"/>
              <a:gd name="connsiteY77" fmla="*/ 303174 h 622687"/>
              <a:gd name="connsiteX78" fmla="*/ 59287 w 348678"/>
              <a:gd name="connsiteY78" fmla="*/ 295582 h 622687"/>
              <a:gd name="connsiteX79" fmla="*/ 56459 w 348678"/>
              <a:gd name="connsiteY79" fmla="*/ 303174 h 622687"/>
              <a:gd name="connsiteX80" fmla="*/ 65770 w 348678"/>
              <a:gd name="connsiteY80" fmla="*/ 301612 h 622687"/>
              <a:gd name="connsiteX81" fmla="*/ 66473 w 348678"/>
              <a:gd name="connsiteY81" fmla="*/ 298628 h 622687"/>
              <a:gd name="connsiteX82" fmla="*/ 65770 w 348678"/>
              <a:gd name="connsiteY82" fmla="*/ 301612 h 622687"/>
              <a:gd name="connsiteX83" fmla="*/ 48961 w 348678"/>
              <a:gd name="connsiteY83" fmla="*/ 309377 h 622687"/>
              <a:gd name="connsiteX84" fmla="*/ 54350 w 348678"/>
              <a:gd name="connsiteY84" fmla="*/ 294816 h 622687"/>
              <a:gd name="connsiteX85" fmla="*/ 47711 w 348678"/>
              <a:gd name="connsiteY85" fmla="*/ 304940 h 622687"/>
              <a:gd name="connsiteX86" fmla="*/ 47976 w 348678"/>
              <a:gd name="connsiteY86" fmla="*/ 310080 h 622687"/>
              <a:gd name="connsiteX87" fmla="*/ 48961 w 348678"/>
              <a:gd name="connsiteY87" fmla="*/ 309377 h 622687"/>
              <a:gd name="connsiteX88" fmla="*/ 50929 w 348678"/>
              <a:gd name="connsiteY88" fmla="*/ 295004 h 622687"/>
              <a:gd name="connsiteX89" fmla="*/ 48820 w 348678"/>
              <a:gd name="connsiteY89" fmla="*/ 302503 h 622687"/>
              <a:gd name="connsiteX90" fmla="*/ 50929 w 348678"/>
              <a:gd name="connsiteY90" fmla="*/ 295004 h 622687"/>
              <a:gd name="connsiteX91" fmla="*/ 87501 w 348678"/>
              <a:gd name="connsiteY91" fmla="*/ 314766 h 622687"/>
              <a:gd name="connsiteX92" fmla="*/ 88204 w 348678"/>
              <a:gd name="connsiteY92" fmla="*/ 311782 h 622687"/>
              <a:gd name="connsiteX93" fmla="*/ 87501 w 348678"/>
              <a:gd name="connsiteY93" fmla="*/ 314766 h 622687"/>
              <a:gd name="connsiteX94" fmla="*/ 101030 w 348678"/>
              <a:gd name="connsiteY94" fmla="*/ 327014 h 622687"/>
              <a:gd name="connsiteX95" fmla="*/ 98203 w 348678"/>
              <a:gd name="connsiteY95" fmla="*/ 331717 h 622687"/>
              <a:gd name="connsiteX96" fmla="*/ 101030 w 348678"/>
              <a:gd name="connsiteY96" fmla="*/ 327014 h 622687"/>
              <a:gd name="connsiteX97" fmla="*/ 107092 w 348678"/>
              <a:gd name="connsiteY97" fmla="*/ 339716 h 622687"/>
              <a:gd name="connsiteX98" fmla="*/ 107514 w 348678"/>
              <a:gd name="connsiteY98" fmla="*/ 337357 h 622687"/>
              <a:gd name="connsiteX99" fmla="*/ 107092 w 348678"/>
              <a:gd name="connsiteY99" fmla="*/ 339716 h 622687"/>
              <a:gd name="connsiteX100" fmla="*/ 50226 w 348678"/>
              <a:gd name="connsiteY100" fmla="*/ 318141 h 622687"/>
              <a:gd name="connsiteX101" fmla="*/ 49070 w 348678"/>
              <a:gd name="connsiteY101" fmla="*/ 322031 h 622687"/>
              <a:gd name="connsiteX102" fmla="*/ 50226 w 348678"/>
              <a:gd name="connsiteY102" fmla="*/ 318141 h 622687"/>
              <a:gd name="connsiteX103" fmla="*/ 101437 w 348678"/>
              <a:gd name="connsiteY103" fmla="*/ 340497 h 622687"/>
              <a:gd name="connsiteX104" fmla="*/ 102015 w 348678"/>
              <a:gd name="connsiteY104" fmla="*/ 337825 h 622687"/>
              <a:gd name="connsiteX105" fmla="*/ 101437 w 348678"/>
              <a:gd name="connsiteY105" fmla="*/ 340497 h 622687"/>
              <a:gd name="connsiteX106" fmla="*/ 47242 w 348678"/>
              <a:gd name="connsiteY106" fmla="*/ 324593 h 622687"/>
              <a:gd name="connsiteX107" fmla="*/ 46101 w 348678"/>
              <a:gd name="connsiteY107" fmla="*/ 329936 h 622687"/>
              <a:gd name="connsiteX108" fmla="*/ 47242 w 348678"/>
              <a:gd name="connsiteY108" fmla="*/ 324593 h 622687"/>
              <a:gd name="connsiteX109" fmla="*/ 55569 w 348678"/>
              <a:gd name="connsiteY109" fmla="*/ 328061 h 622687"/>
              <a:gd name="connsiteX110" fmla="*/ 52304 w 348678"/>
              <a:gd name="connsiteY110" fmla="*/ 332248 h 622687"/>
              <a:gd name="connsiteX111" fmla="*/ 55569 w 348678"/>
              <a:gd name="connsiteY111" fmla="*/ 328061 h 622687"/>
              <a:gd name="connsiteX112" fmla="*/ 50351 w 348678"/>
              <a:gd name="connsiteY112" fmla="*/ 326468 h 622687"/>
              <a:gd name="connsiteX113" fmla="*/ 48507 w 348678"/>
              <a:gd name="connsiteY113" fmla="*/ 333342 h 622687"/>
              <a:gd name="connsiteX114" fmla="*/ 50351 w 348678"/>
              <a:gd name="connsiteY114" fmla="*/ 326468 h 622687"/>
              <a:gd name="connsiteX115" fmla="*/ 42290 w 348678"/>
              <a:gd name="connsiteY115" fmla="*/ 335357 h 622687"/>
              <a:gd name="connsiteX116" fmla="*/ 40884 w 348678"/>
              <a:gd name="connsiteY116" fmla="*/ 336997 h 622687"/>
              <a:gd name="connsiteX117" fmla="*/ 42430 w 348678"/>
              <a:gd name="connsiteY117" fmla="*/ 337935 h 622687"/>
              <a:gd name="connsiteX118" fmla="*/ 42290 w 348678"/>
              <a:gd name="connsiteY118" fmla="*/ 335357 h 622687"/>
              <a:gd name="connsiteX119" fmla="*/ 99874 w 348678"/>
              <a:gd name="connsiteY119" fmla="*/ 356838 h 622687"/>
              <a:gd name="connsiteX120" fmla="*/ 99874 w 348678"/>
              <a:gd name="connsiteY120" fmla="*/ 356838 h 622687"/>
              <a:gd name="connsiteX121" fmla="*/ 111451 w 348678"/>
              <a:gd name="connsiteY121" fmla="*/ 361884 h 622687"/>
              <a:gd name="connsiteX122" fmla="*/ 111451 w 348678"/>
              <a:gd name="connsiteY122" fmla="*/ 361884 h 622687"/>
              <a:gd name="connsiteX123" fmla="*/ 92391 w 348678"/>
              <a:gd name="connsiteY123" fmla="*/ 358728 h 622687"/>
              <a:gd name="connsiteX124" fmla="*/ 90548 w 348678"/>
              <a:gd name="connsiteY124" fmla="*/ 362728 h 622687"/>
              <a:gd name="connsiteX125" fmla="*/ 92391 w 348678"/>
              <a:gd name="connsiteY125" fmla="*/ 358728 h 622687"/>
              <a:gd name="connsiteX126" fmla="*/ 86455 w 348678"/>
              <a:gd name="connsiteY126" fmla="*/ 361556 h 622687"/>
              <a:gd name="connsiteX127" fmla="*/ 75269 w 348678"/>
              <a:gd name="connsiteY127" fmla="*/ 381506 h 622687"/>
              <a:gd name="connsiteX128" fmla="*/ 86455 w 348678"/>
              <a:gd name="connsiteY128" fmla="*/ 361556 h 622687"/>
              <a:gd name="connsiteX129" fmla="*/ 93079 w 348678"/>
              <a:gd name="connsiteY129" fmla="*/ 370148 h 622687"/>
              <a:gd name="connsiteX130" fmla="*/ 91235 w 348678"/>
              <a:gd name="connsiteY130" fmla="*/ 372695 h 622687"/>
              <a:gd name="connsiteX131" fmla="*/ 93079 w 348678"/>
              <a:gd name="connsiteY131" fmla="*/ 370148 h 622687"/>
              <a:gd name="connsiteX132" fmla="*/ 100546 w 348678"/>
              <a:gd name="connsiteY132" fmla="*/ 374023 h 622687"/>
              <a:gd name="connsiteX133" fmla="*/ 98843 w 348678"/>
              <a:gd name="connsiteY133" fmla="*/ 379162 h 622687"/>
              <a:gd name="connsiteX134" fmla="*/ 100546 w 348678"/>
              <a:gd name="connsiteY134" fmla="*/ 374023 h 622687"/>
              <a:gd name="connsiteX135" fmla="*/ 83877 w 348678"/>
              <a:gd name="connsiteY135" fmla="*/ 374288 h 622687"/>
              <a:gd name="connsiteX136" fmla="*/ 86720 w 348678"/>
              <a:gd name="connsiteY136" fmla="*/ 369586 h 622687"/>
              <a:gd name="connsiteX137" fmla="*/ 83877 w 348678"/>
              <a:gd name="connsiteY137" fmla="*/ 374288 h 622687"/>
              <a:gd name="connsiteX138" fmla="*/ 242399 w 348678"/>
              <a:gd name="connsiteY138" fmla="*/ 438106 h 622687"/>
              <a:gd name="connsiteX139" fmla="*/ 245523 w 348678"/>
              <a:gd name="connsiteY139" fmla="*/ 429904 h 622687"/>
              <a:gd name="connsiteX140" fmla="*/ 242399 w 348678"/>
              <a:gd name="connsiteY140" fmla="*/ 438106 h 622687"/>
              <a:gd name="connsiteX141" fmla="*/ 237759 w 348678"/>
              <a:gd name="connsiteY141" fmla="*/ 428092 h 622687"/>
              <a:gd name="connsiteX142" fmla="*/ 237618 w 348678"/>
              <a:gd name="connsiteY142" fmla="*/ 431279 h 622687"/>
              <a:gd name="connsiteX143" fmla="*/ 237759 w 348678"/>
              <a:gd name="connsiteY143" fmla="*/ 428092 h 622687"/>
              <a:gd name="connsiteX144" fmla="*/ 33072 w 348678"/>
              <a:gd name="connsiteY144" fmla="*/ 356760 h 622687"/>
              <a:gd name="connsiteX145" fmla="*/ 30948 w 348678"/>
              <a:gd name="connsiteY145" fmla="*/ 361368 h 622687"/>
              <a:gd name="connsiteX146" fmla="*/ 33072 w 348678"/>
              <a:gd name="connsiteY146" fmla="*/ 356760 h 622687"/>
              <a:gd name="connsiteX147" fmla="*/ 21480 w 348678"/>
              <a:gd name="connsiteY147" fmla="*/ 363243 h 622687"/>
              <a:gd name="connsiteX148" fmla="*/ 22340 w 348678"/>
              <a:gd name="connsiteY148" fmla="*/ 361400 h 622687"/>
              <a:gd name="connsiteX149" fmla="*/ 18528 w 348678"/>
              <a:gd name="connsiteY149" fmla="*/ 361056 h 622687"/>
              <a:gd name="connsiteX150" fmla="*/ 21480 w 348678"/>
              <a:gd name="connsiteY150" fmla="*/ 363243 h 622687"/>
              <a:gd name="connsiteX151" fmla="*/ 20481 w 348678"/>
              <a:gd name="connsiteY151" fmla="*/ 374023 h 622687"/>
              <a:gd name="connsiteX152" fmla="*/ 17372 w 348678"/>
              <a:gd name="connsiteY152" fmla="*/ 372148 h 622687"/>
              <a:gd name="connsiteX153" fmla="*/ 16231 w 348678"/>
              <a:gd name="connsiteY153" fmla="*/ 374601 h 622687"/>
              <a:gd name="connsiteX154" fmla="*/ 18481 w 348678"/>
              <a:gd name="connsiteY154" fmla="*/ 378319 h 622687"/>
              <a:gd name="connsiteX155" fmla="*/ 20481 w 348678"/>
              <a:gd name="connsiteY155" fmla="*/ 374023 h 622687"/>
              <a:gd name="connsiteX156" fmla="*/ 207357 w 348678"/>
              <a:gd name="connsiteY156" fmla="*/ 456744 h 622687"/>
              <a:gd name="connsiteX157" fmla="*/ 210747 w 348678"/>
              <a:gd name="connsiteY157" fmla="*/ 447933 h 622687"/>
              <a:gd name="connsiteX158" fmla="*/ 207357 w 348678"/>
              <a:gd name="connsiteY158" fmla="*/ 456744 h 622687"/>
              <a:gd name="connsiteX159" fmla="*/ 6905 w 348678"/>
              <a:gd name="connsiteY159" fmla="*/ 384818 h 622687"/>
              <a:gd name="connsiteX160" fmla="*/ 8607 w 348678"/>
              <a:gd name="connsiteY160" fmla="*/ 389770 h 622687"/>
              <a:gd name="connsiteX161" fmla="*/ 10029 w 348678"/>
              <a:gd name="connsiteY161" fmla="*/ 386693 h 622687"/>
              <a:gd name="connsiteX162" fmla="*/ 6905 w 348678"/>
              <a:gd name="connsiteY162" fmla="*/ 384818 h 622687"/>
              <a:gd name="connsiteX163" fmla="*/ 23136 w 348678"/>
              <a:gd name="connsiteY163" fmla="*/ 395551 h 622687"/>
              <a:gd name="connsiteX164" fmla="*/ 21152 w 348678"/>
              <a:gd name="connsiteY164" fmla="*/ 401300 h 622687"/>
              <a:gd name="connsiteX165" fmla="*/ 23136 w 348678"/>
              <a:gd name="connsiteY165" fmla="*/ 395551 h 622687"/>
              <a:gd name="connsiteX166" fmla="*/ 35822 w 348678"/>
              <a:gd name="connsiteY166" fmla="*/ 405330 h 622687"/>
              <a:gd name="connsiteX167" fmla="*/ 36119 w 348678"/>
              <a:gd name="connsiteY167" fmla="*/ 407611 h 622687"/>
              <a:gd name="connsiteX168" fmla="*/ 35822 w 348678"/>
              <a:gd name="connsiteY168" fmla="*/ 405330 h 622687"/>
              <a:gd name="connsiteX169" fmla="*/ 9357 w 348678"/>
              <a:gd name="connsiteY169" fmla="*/ 452729 h 622687"/>
              <a:gd name="connsiteX170" fmla="*/ 12357 w 348678"/>
              <a:gd name="connsiteY170" fmla="*/ 450604 h 622687"/>
              <a:gd name="connsiteX171" fmla="*/ 26917 w 348678"/>
              <a:gd name="connsiteY171" fmla="*/ 424687 h 622687"/>
              <a:gd name="connsiteX172" fmla="*/ 34275 w 348678"/>
              <a:gd name="connsiteY172" fmla="*/ 408705 h 622687"/>
              <a:gd name="connsiteX173" fmla="*/ 25105 w 348678"/>
              <a:gd name="connsiteY173" fmla="*/ 421484 h 622687"/>
              <a:gd name="connsiteX174" fmla="*/ 24824 w 348678"/>
              <a:gd name="connsiteY174" fmla="*/ 416328 h 622687"/>
              <a:gd name="connsiteX175" fmla="*/ 14200 w 348678"/>
              <a:gd name="connsiteY175" fmla="*/ 440825 h 622687"/>
              <a:gd name="connsiteX176" fmla="*/ 11794 w 348678"/>
              <a:gd name="connsiteY176" fmla="*/ 441731 h 622687"/>
              <a:gd name="connsiteX177" fmla="*/ 13357 w 348678"/>
              <a:gd name="connsiteY177" fmla="*/ 442668 h 622687"/>
              <a:gd name="connsiteX178" fmla="*/ 1749 w 348678"/>
              <a:gd name="connsiteY178" fmla="*/ 466430 h 622687"/>
              <a:gd name="connsiteX179" fmla="*/ 7826 w 348678"/>
              <a:gd name="connsiteY179" fmla="*/ 457525 h 622687"/>
              <a:gd name="connsiteX180" fmla="*/ 9357 w 348678"/>
              <a:gd name="connsiteY180" fmla="*/ 452729 h 622687"/>
              <a:gd name="connsiteX181" fmla="*/ 1937 w 348678"/>
              <a:gd name="connsiteY181" fmla="*/ 401331 h 622687"/>
              <a:gd name="connsiteX182" fmla="*/ 1249 w 348678"/>
              <a:gd name="connsiteY182" fmla="*/ 405752 h 622687"/>
              <a:gd name="connsiteX183" fmla="*/ 1937 w 348678"/>
              <a:gd name="connsiteY183" fmla="*/ 401331 h 622687"/>
              <a:gd name="connsiteX184" fmla="*/ 121511 w 348678"/>
              <a:gd name="connsiteY184" fmla="*/ 449198 h 622687"/>
              <a:gd name="connsiteX185" fmla="*/ 117965 w 348678"/>
              <a:gd name="connsiteY185" fmla="*/ 458322 h 622687"/>
              <a:gd name="connsiteX186" fmla="*/ 121511 w 348678"/>
              <a:gd name="connsiteY186" fmla="*/ 449198 h 622687"/>
              <a:gd name="connsiteX187" fmla="*/ 82955 w 348678"/>
              <a:gd name="connsiteY187" fmla="*/ 439497 h 622687"/>
              <a:gd name="connsiteX188" fmla="*/ 80268 w 348678"/>
              <a:gd name="connsiteY188" fmla="*/ 445324 h 622687"/>
              <a:gd name="connsiteX189" fmla="*/ 82955 w 348678"/>
              <a:gd name="connsiteY189" fmla="*/ 439497 h 622687"/>
              <a:gd name="connsiteX190" fmla="*/ 124183 w 348678"/>
              <a:gd name="connsiteY190" fmla="*/ 454869 h 622687"/>
              <a:gd name="connsiteX191" fmla="*/ 122761 w 348678"/>
              <a:gd name="connsiteY191" fmla="*/ 457947 h 622687"/>
              <a:gd name="connsiteX192" fmla="*/ 124183 w 348678"/>
              <a:gd name="connsiteY192" fmla="*/ 454869 h 622687"/>
              <a:gd name="connsiteX193" fmla="*/ 116965 w 348678"/>
              <a:gd name="connsiteY193" fmla="*/ 470539 h 622687"/>
              <a:gd name="connsiteX194" fmla="*/ 121777 w 348678"/>
              <a:gd name="connsiteY194" fmla="*/ 460087 h 622687"/>
              <a:gd name="connsiteX195" fmla="*/ 116965 w 348678"/>
              <a:gd name="connsiteY195" fmla="*/ 470539 h 622687"/>
              <a:gd name="connsiteX196" fmla="*/ 114856 w 348678"/>
              <a:gd name="connsiteY196" fmla="*/ 463634 h 622687"/>
              <a:gd name="connsiteX197" fmla="*/ 116419 w 348678"/>
              <a:gd name="connsiteY197" fmla="*/ 460259 h 622687"/>
              <a:gd name="connsiteX198" fmla="*/ 114856 w 348678"/>
              <a:gd name="connsiteY198" fmla="*/ 463634 h 622687"/>
              <a:gd name="connsiteX199" fmla="*/ 35494 w 348678"/>
              <a:gd name="connsiteY199" fmla="*/ 441949 h 622687"/>
              <a:gd name="connsiteX200" fmla="*/ 31557 w 348678"/>
              <a:gd name="connsiteY200" fmla="*/ 449136 h 622687"/>
              <a:gd name="connsiteX201" fmla="*/ 35494 w 348678"/>
              <a:gd name="connsiteY201" fmla="*/ 441949 h 622687"/>
              <a:gd name="connsiteX202" fmla="*/ 189220 w 348678"/>
              <a:gd name="connsiteY202" fmla="*/ 501831 h 622687"/>
              <a:gd name="connsiteX203" fmla="*/ 189673 w 348678"/>
              <a:gd name="connsiteY203" fmla="*/ 499472 h 622687"/>
              <a:gd name="connsiteX204" fmla="*/ 189220 w 348678"/>
              <a:gd name="connsiteY204" fmla="*/ 501831 h 622687"/>
              <a:gd name="connsiteX205" fmla="*/ 109185 w 348678"/>
              <a:gd name="connsiteY205" fmla="*/ 471601 h 622687"/>
              <a:gd name="connsiteX206" fmla="*/ 106358 w 348678"/>
              <a:gd name="connsiteY206" fmla="*/ 479194 h 622687"/>
              <a:gd name="connsiteX207" fmla="*/ 109185 w 348678"/>
              <a:gd name="connsiteY207" fmla="*/ 471601 h 622687"/>
              <a:gd name="connsiteX208" fmla="*/ 91548 w 348678"/>
              <a:gd name="connsiteY208" fmla="*/ 465383 h 622687"/>
              <a:gd name="connsiteX209" fmla="*/ 67067 w 348678"/>
              <a:gd name="connsiteY209" fmla="*/ 509923 h 622687"/>
              <a:gd name="connsiteX210" fmla="*/ 91548 w 348678"/>
              <a:gd name="connsiteY210" fmla="*/ 465383 h 622687"/>
              <a:gd name="connsiteX211" fmla="*/ 131916 w 348678"/>
              <a:gd name="connsiteY211" fmla="*/ 481162 h 622687"/>
              <a:gd name="connsiteX212" fmla="*/ 130791 w 348678"/>
              <a:gd name="connsiteY212" fmla="*/ 485068 h 622687"/>
              <a:gd name="connsiteX213" fmla="*/ 131916 w 348678"/>
              <a:gd name="connsiteY213" fmla="*/ 481162 h 622687"/>
              <a:gd name="connsiteX214" fmla="*/ 30698 w 348678"/>
              <a:gd name="connsiteY214" fmla="*/ 453838 h 622687"/>
              <a:gd name="connsiteX215" fmla="*/ 31432 w 348678"/>
              <a:gd name="connsiteY215" fmla="*/ 449433 h 622687"/>
              <a:gd name="connsiteX216" fmla="*/ 30698 w 348678"/>
              <a:gd name="connsiteY216" fmla="*/ 453838 h 622687"/>
              <a:gd name="connsiteX217" fmla="*/ 100421 w 348678"/>
              <a:gd name="connsiteY217" fmla="*/ 490661 h 622687"/>
              <a:gd name="connsiteX218" fmla="*/ 105514 w 348678"/>
              <a:gd name="connsiteY218" fmla="*/ 479600 h 622687"/>
              <a:gd name="connsiteX219" fmla="*/ 100421 w 348678"/>
              <a:gd name="connsiteY219" fmla="*/ 490661 h 622687"/>
              <a:gd name="connsiteX220" fmla="*/ 175519 w 348678"/>
              <a:gd name="connsiteY220" fmla="*/ 511485 h 622687"/>
              <a:gd name="connsiteX221" fmla="*/ 174785 w 348678"/>
              <a:gd name="connsiteY221" fmla="*/ 514454 h 622687"/>
              <a:gd name="connsiteX222" fmla="*/ 175519 w 348678"/>
              <a:gd name="connsiteY222" fmla="*/ 511485 h 622687"/>
              <a:gd name="connsiteX223" fmla="*/ 169566 w 348678"/>
              <a:gd name="connsiteY223" fmla="*/ 522952 h 622687"/>
              <a:gd name="connsiteX224" fmla="*/ 169988 w 348678"/>
              <a:gd name="connsiteY224" fmla="*/ 520578 h 622687"/>
              <a:gd name="connsiteX225" fmla="*/ 169566 w 348678"/>
              <a:gd name="connsiteY225" fmla="*/ 522952 h 622687"/>
              <a:gd name="connsiteX226" fmla="*/ 96890 w 348678"/>
              <a:gd name="connsiteY226" fmla="*/ 495472 h 622687"/>
              <a:gd name="connsiteX227" fmla="*/ 96328 w 348678"/>
              <a:gd name="connsiteY227" fmla="*/ 496706 h 622687"/>
              <a:gd name="connsiteX228" fmla="*/ 96890 w 348678"/>
              <a:gd name="connsiteY228" fmla="*/ 495472 h 622687"/>
              <a:gd name="connsiteX229" fmla="*/ 166317 w 348678"/>
              <a:gd name="connsiteY229" fmla="*/ 524265 h 622687"/>
              <a:gd name="connsiteX230" fmla="*/ 165458 w 348678"/>
              <a:gd name="connsiteY230" fmla="*/ 530436 h 622687"/>
              <a:gd name="connsiteX231" fmla="*/ 168285 w 348678"/>
              <a:gd name="connsiteY231" fmla="*/ 524280 h 622687"/>
              <a:gd name="connsiteX232" fmla="*/ 166317 w 348678"/>
              <a:gd name="connsiteY232" fmla="*/ 524265 h 622687"/>
              <a:gd name="connsiteX233" fmla="*/ 94469 w 348678"/>
              <a:gd name="connsiteY233" fmla="*/ 499253 h 622687"/>
              <a:gd name="connsiteX234" fmla="*/ 93203 w 348678"/>
              <a:gd name="connsiteY234" fmla="*/ 503455 h 622687"/>
              <a:gd name="connsiteX235" fmla="*/ 94469 w 348678"/>
              <a:gd name="connsiteY235" fmla="*/ 499253 h 622687"/>
              <a:gd name="connsiteX236" fmla="*/ 149945 w 348678"/>
              <a:gd name="connsiteY236" fmla="*/ 531107 h 622687"/>
              <a:gd name="connsiteX237" fmla="*/ 154178 w 348678"/>
              <a:gd name="connsiteY237" fmla="*/ 524765 h 622687"/>
              <a:gd name="connsiteX238" fmla="*/ 149945 w 348678"/>
              <a:gd name="connsiteY238" fmla="*/ 531107 h 622687"/>
              <a:gd name="connsiteX239" fmla="*/ 119590 w 348678"/>
              <a:gd name="connsiteY239" fmla="*/ 519422 h 622687"/>
              <a:gd name="connsiteX240" fmla="*/ 118153 w 348678"/>
              <a:gd name="connsiteY240" fmla="*/ 523937 h 622687"/>
              <a:gd name="connsiteX241" fmla="*/ 119590 w 348678"/>
              <a:gd name="connsiteY241" fmla="*/ 519422 h 622687"/>
              <a:gd name="connsiteX242" fmla="*/ 148945 w 348678"/>
              <a:gd name="connsiteY242" fmla="*/ 537591 h 622687"/>
              <a:gd name="connsiteX243" fmla="*/ 148351 w 348678"/>
              <a:gd name="connsiteY243" fmla="*/ 541684 h 622687"/>
              <a:gd name="connsiteX244" fmla="*/ 154881 w 348678"/>
              <a:gd name="connsiteY244" fmla="*/ 539075 h 622687"/>
              <a:gd name="connsiteX245" fmla="*/ 148945 w 348678"/>
              <a:gd name="connsiteY245" fmla="*/ 537591 h 622687"/>
              <a:gd name="connsiteX246" fmla="*/ 52366 w 348678"/>
              <a:gd name="connsiteY246" fmla="*/ 505877 h 622687"/>
              <a:gd name="connsiteX247" fmla="*/ 49257 w 348678"/>
              <a:gd name="connsiteY247" fmla="*/ 512642 h 622687"/>
              <a:gd name="connsiteX248" fmla="*/ 52366 w 348678"/>
              <a:gd name="connsiteY248" fmla="*/ 505877 h 622687"/>
              <a:gd name="connsiteX249" fmla="*/ 141305 w 348678"/>
              <a:gd name="connsiteY249" fmla="*/ 542652 h 622687"/>
              <a:gd name="connsiteX250" fmla="*/ 142024 w 348678"/>
              <a:gd name="connsiteY250" fmla="*/ 539684 h 622687"/>
              <a:gd name="connsiteX251" fmla="*/ 141305 w 348678"/>
              <a:gd name="connsiteY251" fmla="*/ 542652 h 622687"/>
              <a:gd name="connsiteX252" fmla="*/ 62396 w 348678"/>
              <a:gd name="connsiteY252" fmla="*/ 518609 h 622687"/>
              <a:gd name="connsiteX253" fmla="*/ 64364 w 348678"/>
              <a:gd name="connsiteY253" fmla="*/ 512860 h 622687"/>
              <a:gd name="connsiteX254" fmla="*/ 62396 w 348678"/>
              <a:gd name="connsiteY254" fmla="*/ 518609 h 622687"/>
              <a:gd name="connsiteX255" fmla="*/ 101202 w 348678"/>
              <a:gd name="connsiteY255" fmla="*/ 537778 h 622687"/>
              <a:gd name="connsiteX256" fmla="*/ 103342 w 348678"/>
              <a:gd name="connsiteY256" fmla="*/ 531732 h 622687"/>
              <a:gd name="connsiteX257" fmla="*/ 101202 w 348678"/>
              <a:gd name="connsiteY257" fmla="*/ 537778 h 622687"/>
              <a:gd name="connsiteX258" fmla="*/ 131416 w 348678"/>
              <a:gd name="connsiteY258" fmla="*/ 546886 h 622687"/>
              <a:gd name="connsiteX259" fmla="*/ 129573 w 348678"/>
              <a:gd name="connsiteY259" fmla="*/ 550885 h 622687"/>
              <a:gd name="connsiteX260" fmla="*/ 132541 w 348678"/>
              <a:gd name="connsiteY260" fmla="*/ 548745 h 622687"/>
              <a:gd name="connsiteX261" fmla="*/ 131416 w 348678"/>
              <a:gd name="connsiteY261" fmla="*/ 546886 h 622687"/>
              <a:gd name="connsiteX262" fmla="*/ 98375 w 348678"/>
              <a:gd name="connsiteY262" fmla="*/ 539606 h 622687"/>
              <a:gd name="connsiteX263" fmla="*/ 94703 w 348678"/>
              <a:gd name="connsiteY263" fmla="*/ 544715 h 622687"/>
              <a:gd name="connsiteX264" fmla="*/ 98375 w 348678"/>
              <a:gd name="connsiteY264" fmla="*/ 539606 h 622687"/>
              <a:gd name="connsiteX265" fmla="*/ 116434 w 348678"/>
              <a:gd name="connsiteY265" fmla="*/ 553557 h 622687"/>
              <a:gd name="connsiteX266" fmla="*/ 117715 w 348678"/>
              <a:gd name="connsiteY266" fmla="*/ 549354 h 622687"/>
              <a:gd name="connsiteX267" fmla="*/ 112310 w 348678"/>
              <a:gd name="connsiteY267" fmla="*/ 563899 h 622687"/>
              <a:gd name="connsiteX268" fmla="*/ 120668 w 348678"/>
              <a:gd name="connsiteY268" fmla="*/ 552979 h 622687"/>
              <a:gd name="connsiteX269" fmla="*/ 116434 w 348678"/>
              <a:gd name="connsiteY269" fmla="*/ 553557 h 622687"/>
              <a:gd name="connsiteX270" fmla="*/ 90157 w 348678"/>
              <a:gd name="connsiteY270" fmla="*/ 551667 h 622687"/>
              <a:gd name="connsiteX271" fmla="*/ 89032 w 348678"/>
              <a:gd name="connsiteY271" fmla="*/ 554135 h 622687"/>
              <a:gd name="connsiteX272" fmla="*/ 90157 w 348678"/>
              <a:gd name="connsiteY272" fmla="*/ 551667 h 622687"/>
              <a:gd name="connsiteX273" fmla="*/ 131104 w 348678"/>
              <a:gd name="connsiteY273" fmla="*/ 567664 h 622687"/>
              <a:gd name="connsiteX274" fmla="*/ 130245 w 348678"/>
              <a:gd name="connsiteY274" fmla="*/ 570945 h 622687"/>
              <a:gd name="connsiteX275" fmla="*/ 131104 w 348678"/>
              <a:gd name="connsiteY275" fmla="*/ 567664 h 622687"/>
              <a:gd name="connsiteX276" fmla="*/ 128995 w 348678"/>
              <a:gd name="connsiteY276" fmla="*/ 570835 h 622687"/>
              <a:gd name="connsiteX277" fmla="*/ 128557 w 348678"/>
              <a:gd name="connsiteY277" fmla="*/ 573195 h 622687"/>
              <a:gd name="connsiteX278" fmla="*/ 128995 w 348678"/>
              <a:gd name="connsiteY278" fmla="*/ 570835 h 622687"/>
              <a:gd name="connsiteX279" fmla="*/ 127854 w 348678"/>
              <a:gd name="connsiteY279" fmla="*/ 573304 h 622687"/>
              <a:gd name="connsiteX280" fmla="*/ 127417 w 348678"/>
              <a:gd name="connsiteY280" fmla="*/ 575663 h 622687"/>
              <a:gd name="connsiteX281" fmla="*/ 127854 w 348678"/>
              <a:gd name="connsiteY281" fmla="*/ 573304 h 622687"/>
              <a:gd name="connsiteX282" fmla="*/ 146898 w 348678"/>
              <a:gd name="connsiteY282" fmla="*/ 586521 h 622687"/>
              <a:gd name="connsiteX283" fmla="*/ 139962 w 348678"/>
              <a:gd name="connsiteY283" fmla="*/ 597253 h 622687"/>
              <a:gd name="connsiteX284" fmla="*/ 146898 w 348678"/>
              <a:gd name="connsiteY284" fmla="*/ 586521 h 622687"/>
              <a:gd name="connsiteX285" fmla="*/ 113169 w 348678"/>
              <a:gd name="connsiteY285" fmla="*/ 579334 h 622687"/>
              <a:gd name="connsiteX286" fmla="*/ 111747 w 348678"/>
              <a:gd name="connsiteY286" fmla="*/ 582412 h 622687"/>
              <a:gd name="connsiteX287" fmla="*/ 113169 w 348678"/>
              <a:gd name="connsiteY287" fmla="*/ 579334 h 622687"/>
              <a:gd name="connsiteX288" fmla="*/ 111591 w 348678"/>
              <a:gd name="connsiteY288" fmla="*/ 589911 h 622687"/>
              <a:gd name="connsiteX289" fmla="*/ 110154 w 348678"/>
              <a:gd name="connsiteY289" fmla="*/ 595863 h 622687"/>
              <a:gd name="connsiteX290" fmla="*/ 114106 w 348678"/>
              <a:gd name="connsiteY290" fmla="*/ 591582 h 622687"/>
              <a:gd name="connsiteX291" fmla="*/ 111591 w 348678"/>
              <a:gd name="connsiteY291" fmla="*/ 589911 h 622687"/>
              <a:gd name="connsiteX292" fmla="*/ 132885 w 348678"/>
              <a:gd name="connsiteY292" fmla="*/ 609751 h 622687"/>
              <a:gd name="connsiteX293" fmla="*/ 133885 w 348678"/>
              <a:gd name="connsiteY293" fmla="*/ 607595 h 622687"/>
              <a:gd name="connsiteX294" fmla="*/ 132885 w 348678"/>
              <a:gd name="connsiteY294" fmla="*/ 609751 h 622687"/>
              <a:gd name="connsiteX295" fmla="*/ 121434 w 348678"/>
              <a:gd name="connsiteY295" fmla="*/ 615922 h 622687"/>
              <a:gd name="connsiteX296" fmla="*/ 126808 w 348678"/>
              <a:gd name="connsiteY296" fmla="*/ 607127 h 622687"/>
              <a:gd name="connsiteX297" fmla="*/ 121434 w 348678"/>
              <a:gd name="connsiteY297" fmla="*/ 615922 h 622687"/>
              <a:gd name="connsiteX298" fmla="*/ 97140 w 348678"/>
              <a:gd name="connsiteY298" fmla="*/ 385708 h 622687"/>
              <a:gd name="connsiteX299" fmla="*/ 93032 w 348678"/>
              <a:gd name="connsiteY299" fmla="*/ 400378 h 622687"/>
              <a:gd name="connsiteX300" fmla="*/ 101249 w 348678"/>
              <a:gd name="connsiteY300" fmla="*/ 378241 h 622687"/>
              <a:gd name="connsiteX301" fmla="*/ 98125 w 348678"/>
              <a:gd name="connsiteY301" fmla="*/ 382131 h 622687"/>
              <a:gd name="connsiteX302" fmla="*/ 98125 w 348678"/>
              <a:gd name="connsiteY302" fmla="*/ 379241 h 622687"/>
              <a:gd name="connsiteX303" fmla="*/ 96141 w 348678"/>
              <a:gd name="connsiteY303" fmla="*/ 383537 h 622687"/>
              <a:gd name="connsiteX304" fmla="*/ 86658 w 348678"/>
              <a:gd name="connsiteY304" fmla="*/ 405565 h 622687"/>
              <a:gd name="connsiteX305" fmla="*/ 97140 w 348678"/>
              <a:gd name="connsiteY305" fmla="*/ 385708 h 622687"/>
              <a:gd name="connsiteX306" fmla="*/ 56490 w 348678"/>
              <a:gd name="connsiteY306" fmla="*/ 499847 h 622687"/>
              <a:gd name="connsiteX307" fmla="*/ 57194 w 348678"/>
              <a:gd name="connsiteY307" fmla="*/ 498316 h 622687"/>
              <a:gd name="connsiteX308" fmla="*/ 79690 w 348678"/>
              <a:gd name="connsiteY308" fmla="*/ 462415 h 622687"/>
              <a:gd name="connsiteX309" fmla="*/ 85642 w 348678"/>
              <a:gd name="connsiteY309" fmla="*/ 456697 h 622687"/>
              <a:gd name="connsiteX310" fmla="*/ 87158 w 348678"/>
              <a:gd name="connsiteY310" fmla="*/ 457634 h 622687"/>
              <a:gd name="connsiteX311" fmla="*/ 93813 w 348678"/>
              <a:gd name="connsiteY311" fmla="*/ 448948 h 622687"/>
              <a:gd name="connsiteX312" fmla="*/ 94516 w 348678"/>
              <a:gd name="connsiteY312" fmla="*/ 453166 h 622687"/>
              <a:gd name="connsiteX313" fmla="*/ 91110 w 348678"/>
              <a:gd name="connsiteY313" fmla="*/ 460540 h 622687"/>
              <a:gd name="connsiteX314" fmla="*/ 92516 w 348678"/>
              <a:gd name="connsiteY314" fmla="*/ 464665 h 622687"/>
              <a:gd name="connsiteX315" fmla="*/ 96750 w 348678"/>
              <a:gd name="connsiteY315" fmla="*/ 459759 h 622687"/>
              <a:gd name="connsiteX316" fmla="*/ 94360 w 348678"/>
              <a:gd name="connsiteY316" fmla="*/ 466430 h 622687"/>
              <a:gd name="connsiteX317" fmla="*/ 118122 w 348678"/>
              <a:gd name="connsiteY317" fmla="*/ 429201 h 622687"/>
              <a:gd name="connsiteX318" fmla="*/ 121808 w 348678"/>
              <a:gd name="connsiteY318" fmla="*/ 426983 h 622687"/>
              <a:gd name="connsiteX319" fmla="*/ 131697 w 348678"/>
              <a:gd name="connsiteY319" fmla="*/ 408345 h 622687"/>
              <a:gd name="connsiteX320" fmla="*/ 125308 w 348678"/>
              <a:gd name="connsiteY320" fmla="*/ 430811 h 622687"/>
              <a:gd name="connsiteX321" fmla="*/ 128995 w 348678"/>
              <a:gd name="connsiteY321" fmla="*/ 432904 h 622687"/>
              <a:gd name="connsiteX322" fmla="*/ 127151 w 348678"/>
              <a:gd name="connsiteY322" fmla="*/ 432576 h 622687"/>
              <a:gd name="connsiteX323" fmla="*/ 123168 w 348678"/>
              <a:gd name="connsiteY323" fmla="*/ 448370 h 622687"/>
              <a:gd name="connsiteX324" fmla="*/ 133244 w 348678"/>
              <a:gd name="connsiteY324" fmla="*/ 430873 h 622687"/>
              <a:gd name="connsiteX325" fmla="*/ 137040 w 348678"/>
              <a:gd name="connsiteY325" fmla="*/ 428327 h 622687"/>
              <a:gd name="connsiteX326" fmla="*/ 128120 w 348678"/>
              <a:gd name="connsiteY326" fmla="*/ 447699 h 622687"/>
              <a:gd name="connsiteX327" fmla="*/ 130526 w 348678"/>
              <a:gd name="connsiteY327" fmla="*/ 446792 h 622687"/>
              <a:gd name="connsiteX328" fmla="*/ 121308 w 348678"/>
              <a:gd name="connsiteY328" fmla="*/ 471086 h 622687"/>
              <a:gd name="connsiteX329" fmla="*/ 134338 w 348678"/>
              <a:gd name="connsiteY329" fmla="*/ 451464 h 622687"/>
              <a:gd name="connsiteX330" fmla="*/ 133932 w 348678"/>
              <a:gd name="connsiteY330" fmla="*/ 446621 h 622687"/>
              <a:gd name="connsiteX331" fmla="*/ 155850 w 348678"/>
              <a:gd name="connsiteY331" fmla="*/ 409048 h 622687"/>
              <a:gd name="connsiteX332" fmla="*/ 141977 w 348678"/>
              <a:gd name="connsiteY332" fmla="*/ 446371 h 622687"/>
              <a:gd name="connsiteX333" fmla="*/ 130104 w 348678"/>
              <a:gd name="connsiteY333" fmla="*/ 459228 h 622687"/>
              <a:gd name="connsiteX334" fmla="*/ 110841 w 348678"/>
              <a:gd name="connsiteY334" fmla="*/ 503908 h 622687"/>
              <a:gd name="connsiteX335" fmla="*/ 126839 w 348678"/>
              <a:gd name="connsiteY335" fmla="*/ 479272 h 622687"/>
              <a:gd name="connsiteX336" fmla="*/ 148929 w 348678"/>
              <a:gd name="connsiteY336" fmla="*/ 437091 h 622687"/>
              <a:gd name="connsiteX337" fmla="*/ 153288 w 348678"/>
              <a:gd name="connsiteY337" fmla="*/ 433326 h 622687"/>
              <a:gd name="connsiteX338" fmla="*/ 157693 w 348678"/>
              <a:gd name="connsiteY338" fmla="*/ 419484 h 622687"/>
              <a:gd name="connsiteX339" fmla="*/ 166458 w 348678"/>
              <a:gd name="connsiteY339" fmla="*/ 410501 h 622687"/>
              <a:gd name="connsiteX340" fmla="*/ 173831 w 348678"/>
              <a:gd name="connsiteY340" fmla="*/ 397410 h 622687"/>
              <a:gd name="connsiteX341" fmla="*/ 163208 w 348678"/>
              <a:gd name="connsiteY341" fmla="*/ 420468 h 622687"/>
              <a:gd name="connsiteX342" fmla="*/ 158537 w 348678"/>
              <a:gd name="connsiteY342" fmla="*/ 429170 h 622687"/>
              <a:gd name="connsiteX343" fmla="*/ 156006 w 348678"/>
              <a:gd name="connsiteY343" fmla="*/ 430373 h 622687"/>
              <a:gd name="connsiteX344" fmla="*/ 156553 w 348678"/>
              <a:gd name="connsiteY344" fmla="*/ 432014 h 622687"/>
              <a:gd name="connsiteX345" fmla="*/ 153178 w 348678"/>
              <a:gd name="connsiteY345" fmla="*/ 436528 h 622687"/>
              <a:gd name="connsiteX346" fmla="*/ 135759 w 348678"/>
              <a:gd name="connsiteY346" fmla="*/ 474319 h 622687"/>
              <a:gd name="connsiteX347" fmla="*/ 138150 w 348678"/>
              <a:gd name="connsiteY347" fmla="*/ 474866 h 622687"/>
              <a:gd name="connsiteX348" fmla="*/ 129354 w 348678"/>
              <a:gd name="connsiteY348" fmla="*/ 489583 h 622687"/>
              <a:gd name="connsiteX349" fmla="*/ 128807 w 348678"/>
              <a:gd name="connsiteY349" fmla="*/ 487942 h 622687"/>
              <a:gd name="connsiteX350" fmla="*/ 128932 w 348678"/>
              <a:gd name="connsiteY350" fmla="*/ 490504 h 622687"/>
              <a:gd name="connsiteX351" fmla="*/ 125839 w 348678"/>
              <a:gd name="connsiteY351" fmla="*/ 495832 h 622687"/>
              <a:gd name="connsiteX352" fmla="*/ 124433 w 348678"/>
              <a:gd name="connsiteY352" fmla="*/ 493145 h 622687"/>
              <a:gd name="connsiteX353" fmla="*/ 124699 w 348678"/>
              <a:gd name="connsiteY353" fmla="*/ 496847 h 622687"/>
              <a:gd name="connsiteX354" fmla="*/ 122449 w 348678"/>
              <a:gd name="connsiteY354" fmla="*/ 498878 h 622687"/>
              <a:gd name="connsiteX355" fmla="*/ 124277 w 348678"/>
              <a:gd name="connsiteY355" fmla="*/ 497769 h 622687"/>
              <a:gd name="connsiteX356" fmla="*/ 121308 w 348678"/>
              <a:gd name="connsiteY356" fmla="*/ 499909 h 622687"/>
              <a:gd name="connsiteX357" fmla="*/ 112529 w 348678"/>
              <a:gd name="connsiteY357" fmla="*/ 518953 h 622687"/>
              <a:gd name="connsiteX358" fmla="*/ 119887 w 348678"/>
              <a:gd name="connsiteY358" fmla="*/ 508736 h 622687"/>
              <a:gd name="connsiteX359" fmla="*/ 119012 w 348678"/>
              <a:gd name="connsiteY359" fmla="*/ 513454 h 622687"/>
              <a:gd name="connsiteX360" fmla="*/ 145211 w 348678"/>
              <a:gd name="connsiteY360" fmla="*/ 468117 h 622687"/>
              <a:gd name="connsiteX361" fmla="*/ 125089 w 348678"/>
              <a:gd name="connsiteY361" fmla="*/ 508876 h 622687"/>
              <a:gd name="connsiteX362" fmla="*/ 123386 w 348678"/>
              <a:gd name="connsiteY362" fmla="*/ 516891 h 622687"/>
              <a:gd name="connsiteX363" fmla="*/ 132447 w 348678"/>
              <a:gd name="connsiteY363" fmla="*/ 505861 h 622687"/>
              <a:gd name="connsiteX364" fmla="*/ 128620 w 348678"/>
              <a:gd name="connsiteY364" fmla="*/ 514157 h 622687"/>
              <a:gd name="connsiteX365" fmla="*/ 130994 w 348678"/>
              <a:gd name="connsiteY365" fmla="*/ 513251 h 622687"/>
              <a:gd name="connsiteX366" fmla="*/ 119527 w 348678"/>
              <a:gd name="connsiteY366" fmla="*/ 538137 h 622687"/>
              <a:gd name="connsiteX367" fmla="*/ 131151 w 348678"/>
              <a:gd name="connsiteY367" fmla="*/ 521578 h 622687"/>
              <a:gd name="connsiteX368" fmla="*/ 145414 w 348678"/>
              <a:gd name="connsiteY368" fmla="*/ 500612 h 622687"/>
              <a:gd name="connsiteX369" fmla="*/ 136228 w 348678"/>
              <a:gd name="connsiteY369" fmla="*/ 517719 h 622687"/>
              <a:gd name="connsiteX370" fmla="*/ 136369 w 348678"/>
              <a:gd name="connsiteY370" fmla="*/ 523171 h 622687"/>
              <a:gd name="connsiteX371" fmla="*/ 138462 w 348678"/>
              <a:gd name="connsiteY371" fmla="*/ 525749 h 622687"/>
              <a:gd name="connsiteX372" fmla="*/ 151335 w 348678"/>
              <a:gd name="connsiteY372" fmla="*/ 506424 h 622687"/>
              <a:gd name="connsiteX373" fmla="*/ 138743 w 348678"/>
              <a:gd name="connsiteY373" fmla="*/ 532342 h 622687"/>
              <a:gd name="connsiteX374" fmla="*/ 140571 w 348678"/>
              <a:gd name="connsiteY374" fmla="*/ 536981 h 622687"/>
              <a:gd name="connsiteX375" fmla="*/ 152866 w 348678"/>
              <a:gd name="connsiteY375" fmla="*/ 521765 h 622687"/>
              <a:gd name="connsiteX376" fmla="*/ 150913 w 348678"/>
              <a:gd name="connsiteY376" fmla="*/ 520312 h 622687"/>
              <a:gd name="connsiteX377" fmla="*/ 157256 w 348678"/>
              <a:gd name="connsiteY377" fmla="*/ 518000 h 622687"/>
              <a:gd name="connsiteX378" fmla="*/ 155006 w 348678"/>
              <a:gd name="connsiteY378" fmla="*/ 518594 h 622687"/>
              <a:gd name="connsiteX379" fmla="*/ 157537 w 348678"/>
              <a:gd name="connsiteY379" fmla="*/ 515938 h 622687"/>
              <a:gd name="connsiteX380" fmla="*/ 155865 w 348678"/>
              <a:gd name="connsiteY380" fmla="*/ 513876 h 622687"/>
              <a:gd name="connsiteX381" fmla="*/ 159115 w 348678"/>
              <a:gd name="connsiteY381" fmla="*/ 514016 h 622687"/>
              <a:gd name="connsiteX382" fmla="*/ 185142 w 348678"/>
              <a:gd name="connsiteY382" fmla="*/ 470429 h 622687"/>
              <a:gd name="connsiteX383" fmla="*/ 185986 w 348678"/>
              <a:gd name="connsiteY383" fmla="*/ 474351 h 622687"/>
              <a:gd name="connsiteX384" fmla="*/ 180174 w 348678"/>
              <a:gd name="connsiteY384" fmla="*/ 481193 h 622687"/>
              <a:gd name="connsiteX385" fmla="*/ 162896 w 348678"/>
              <a:gd name="connsiteY385" fmla="*/ 517250 h 622687"/>
              <a:gd name="connsiteX386" fmla="*/ 168020 w 348678"/>
              <a:gd name="connsiteY386" fmla="*/ 510517 h 622687"/>
              <a:gd name="connsiteX387" fmla="*/ 169395 w 348678"/>
              <a:gd name="connsiteY387" fmla="*/ 511751 h 622687"/>
              <a:gd name="connsiteX388" fmla="*/ 174628 w 348678"/>
              <a:gd name="connsiteY388" fmla="*/ 503268 h 622687"/>
              <a:gd name="connsiteX389" fmla="*/ 177159 w 348678"/>
              <a:gd name="connsiteY389" fmla="*/ 504940 h 622687"/>
              <a:gd name="connsiteX390" fmla="*/ 176456 w 348678"/>
              <a:gd name="connsiteY390" fmla="*/ 507923 h 622687"/>
              <a:gd name="connsiteX391" fmla="*/ 177862 w 348678"/>
              <a:gd name="connsiteY391" fmla="*/ 509173 h 622687"/>
              <a:gd name="connsiteX392" fmla="*/ 195125 w 348678"/>
              <a:gd name="connsiteY392" fmla="*/ 478881 h 622687"/>
              <a:gd name="connsiteX393" fmla="*/ 189470 w 348678"/>
              <a:gd name="connsiteY393" fmla="*/ 485411 h 622687"/>
              <a:gd name="connsiteX394" fmla="*/ 208842 w 348678"/>
              <a:gd name="connsiteY394" fmla="*/ 446183 h 622687"/>
              <a:gd name="connsiteX395" fmla="*/ 211404 w 348678"/>
              <a:gd name="connsiteY395" fmla="*/ 447855 h 622687"/>
              <a:gd name="connsiteX396" fmla="*/ 228792 w 348678"/>
              <a:gd name="connsiteY396" fmla="*/ 417250 h 622687"/>
              <a:gd name="connsiteX397" fmla="*/ 226526 w 348678"/>
              <a:gd name="connsiteY397" fmla="*/ 416407 h 622687"/>
              <a:gd name="connsiteX398" fmla="*/ 230776 w 348678"/>
              <a:gd name="connsiteY398" fmla="*/ 414391 h 622687"/>
              <a:gd name="connsiteX399" fmla="*/ 232603 w 348678"/>
              <a:gd name="connsiteY399" fmla="*/ 417594 h 622687"/>
              <a:gd name="connsiteX400" fmla="*/ 235712 w 348678"/>
              <a:gd name="connsiteY400" fmla="*/ 413720 h 622687"/>
              <a:gd name="connsiteX401" fmla="*/ 235994 w 348678"/>
              <a:gd name="connsiteY401" fmla="*/ 421750 h 622687"/>
              <a:gd name="connsiteX402" fmla="*/ 242086 w 348678"/>
              <a:gd name="connsiteY402" fmla="*/ 417172 h 622687"/>
              <a:gd name="connsiteX403" fmla="*/ 238540 w 348678"/>
              <a:gd name="connsiteY403" fmla="*/ 426296 h 622687"/>
              <a:gd name="connsiteX404" fmla="*/ 242196 w 348678"/>
              <a:gd name="connsiteY404" fmla="*/ 426936 h 622687"/>
              <a:gd name="connsiteX405" fmla="*/ 243477 w 348678"/>
              <a:gd name="connsiteY405" fmla="*/ 421281 h 622687"/>
              <a:gd name="connsiteX406" fmla="*/ 258771 w 348678"/>
              <a:gd name="connsiteY406" fmla="*/ 395301 h 622687"/>
              <a:gd name="connsiteX407" fmla="*/ 255928 w 348678"/>
              <a:gd name="connsiteY407" fmla="*/ 402877 h 622687"/>
              <a:gd name="connsiteX408" fmla="*/ 255803 w 348678"/>
              <a:gd name="connsiteY408" fmla="*/ 406064 h 622687"/>
              <a:gd name="connsiteX409" fmla="*/ 275894 w 348678"/>
              <a:gd name="connsiteY409" fmla="*/ 359541 h 622687"/>
              <a:gd name="connsiteX410" fmla="*/ 273628 w 348678"/>
              <a:gd name="connsiteY410" fmla="*/ 360134 h 622687"/>
              <a:gd name="connsiteX411" fmla="*/ 277300 w 348678"/>
              <a:gd name="connsiteY411" fmla="*/ 350714 h 622687"/>
              <a:gd name="connsiteX412" fmla="*/ 278159 w 348678"/>
              <a:gd name="connsiteY412" fmla="*/ 353198 h 622687"/>
              <a:gd name="connsiteX413" fmla="*/ 289204 w 348678"/>
              <a:gd name="connsiteY413" fmla="*/ 329233 h 622687"/>
              <a:gd name="connsiteX414" fmla="*/ 286642 w 348678"/>
              <a:gd name="connsiteY414" fmla="*/ 327561 h 622687"/>
              <a:gd name="connsiteX415" fmla="*/ 287501 w 348678"/>
              <a:gd name="connsiteY415" fmla="*/ 321390 h 622687"/>
              <a:gd name="connsiteX416" fmla="*/ 292719 w 348678"/>
              <a:gd name="connsiteY416" fmla="*/ 318656 h 622687"/>
              <a:gd name="connsiteX417" fmla="*/ 290048 w 348678"/>
              <a:gd name="connsiteY417" fmla="*/ 315860 h 622687"/>
              <a:gd name="connsiteX418" fmla="*/ 294875 w 348678"/>
              <a:gd name="connsiteY418" fmla="*/ 303971 h 622687"/>
              <a:gd name="connsiteX419" fmla="*/ 296953 w 348678"/>
              <a:gd name="connsiteY419" fmla="*/ 296347 h 622687"/>
              <a:gd name="connsiteX420" fmla="*/ 296437 w 348678"/>
              <a:gd name="connsiteY420" fmla="*/ 296269 h 622687"/>
              <a:gd name="connsiteX421" fmla="*/ 298984 w 348678"/>
              <a:gd name="connsiteY421" fmla="*/ 296504 h 622687"/>
              <a:gd name="connsiteX422" fmla="*/ 300827 w 348678"/>
              <a:gd name="connsiteY422" fmla="*/ 285318 h 622687"/>
              <a:gd name="connsiteX423" fmla="*/ 305092 w 348678"/>
              <a:gd name="connsiteY423" fmla="*/ 270336 h 622687"/>
              <a:gd name="connsiteX424" fmla="*/ 309045 w 348678"/>
              <a:gd name="connsiteY424" fmla="*/ 268930 h 622687"/>
              <a:gd name="connsiteX425" fmla="*/ 306795 w 348678"/>
              <a:gd name="connsiteY425" fmla="*/ 266649 h 622687"/>
              <a:gd name="connsiteX426" fmla="*/ 314856 w 348678"/>
              <a:gd name="connsiteY426" fmla="*/ 249136 h 622687"/>
              <a:gd name="connsiteX427" fmla="*/ 316981 w 348678"/>
              <a:gd name="connsiteY427" fmla="*/ 247402 h 622687"/>
              <a:gd name="connsiteX428" fmla="*/ 320543 w 348678"/>
              <a:gd name="connsiteY428" fmla="*/ 228202 h 622687"/>
              <a:gd name="connsiteX429" fmla="*/ 334431 w 348678"/>
              <a:gd name="connsiteY429" fmla="*/ 177928 h 622687"/>
              <a:gd name="connsiteX430" fmla="*/ 335869 w 348678"/>
              <a:gd name="connsiteY430" fmla="*/ 173414 h 622687"/>
              <a:gd name="connsiteX431" fmla="*/ 339259 w 348678"/>
              <a:gd name="connsiteY431" fmla="*/ 167477 h 622687"/>
              <a:gd name="connsiteX432" fmla="*/ 340555 w 348678"/>
              <a:gd name="connsiteY432" fmla="*/ 158947 h 622687"/>
              <a:gd name="connsiteX433" fmla="*/ 347929 w 348678"/>
              <a:gd name="connsiteY433" fmla="*/ 121375 h 622687"/>
              <a:gd name="connsiteX434" fmla="*/ 348679 w 348678"/>
              <a:gd name="connsiteY434" fmla="*/ 86708 h 622687"/>
              <a:gd name="connsiteX435" fmla="*/ 346148 w 348678"/>
              <a:gd name="connsiteY435" fmla="*/ 80725 h 622687"/>
              <a:gd name="connsiteX436" fmla="*/ 346586 w 348678"/>
              <a:gd name="connsiteY436" fmla="*/ 71164 h 622687"/>
              <a:gd name="connsiteX437" fmla="*/ 343461 w 348678"/>
              <a:gd name="connsiteY437" fmla="*/ 70711 h 622687"/>
              <a:gd name="connsiteX438" fmla="*/ 342211 w 348678"/>
              <a:gd name="connsiteY438" fmla="*/ 66290 h 622687"/>
              <a:gd name="connsiteX439" fmla="*/ 345195 w 348678"/>
              <a:gd name="connsiteY439" fmla="*/ 59838 h 622687"/>
              <a:gd name="connsiteX440" fmla="*/ 342649 w 348678"/>
              <a:gd name="connsiteY440" fmla="*/ 62493 h 622687"/>
              <a:gd name="connsiteX441" fmla="*/ 339399 w 348678"/>
              <a:gd name="connsiteY441" fmla="*/ 58041 h 622687"/>
              <a:gd name="connsiteX442" fmla="*/ 334306 w 348678"/>
              <a:gd name="connsiteY442" fmla="*/ 59025 h 622687"/>
              <a:gd name="connsiteX443" fmla="*/ 327823 w 348678"/>
              <a:gd name="connsiteY443" fmla="*/ 40044 h 622687"/>
              <a:gd name="connsiteX444" fmla="*/ 322636 w 348678"/>
              <a:gd name="connsiteY444" fmla="*/ 28389 h 622687"/>
              <a:gd name="connsiteX445" fmla="*/ 324058 w 348678"/>
              <a:gd name="connsiteY445" fmla="*/ 23875 h 622687"/>
              <a:gd name="connsiteX446" fmla="*/ 303311 w 348678"/>
              <a:gd name="connsiteY446" fmla="*/ 20094 h 622687"/>
              <a:gd name="connsiteX447" fmla="*/ 284533 w 348678"/>
              <a:gd name="connsiteY447" fmla="*/ 17766 h 622687"/>
              <a:gd name="connsiteX448" fmla="*/ 271238 w 348678"/>
              <a:gd name="connsiteY448" fmla="*/ 17844 h 622687"/>
              <a:gd name="connsiteX449" fmla="*/ 246976 w 348678"/>
              <a:gd name="connsiteY449" fmla="*/ 13111 h 622687"/>
              <a:gd name="connsiteX450" fmla="*/ 237368 w 348678"/>
              <a:gd name="connsiteY450" fmla="*/ 13845 h 622687"/>
              <a:gd name="connsiteX451" fmla="*/ 223402 w 348678"/>
              <a:gd name="connsiteY451" fmla="*/ 6830 h 622687"/>
              <a:gd name="connsiteX452" fmla="*/ 209998 w 348678"/>
              <a:gd name="connsiteY452" fmla="*/ 5784 h 622687"/>
              <a:gd name="connsiteX453" fmla="*/ 172847 w 348678"/>
              <a:gd name="connsiteY453" fmla="*/ 13173 h 622687"/>
              <a:gd name="connsiteX454" fmla="*/ 169707 w 348678"/>
              <a:gd name="connsiteY454" fmla="*/ 32889 h 622687"/>
              <a:gd name="connsiteX455" fmla="*/ 154866 w 348678"/>
              <a:gd name="connsiteY455" fmla="*/ 42122 h 622687"/>
              <a:gd name="connsiteX456" fmla="*/ 147664 w 348678"/>
              <a:gd name="connsiteY456" fmla="*/ 44840 h 622687"/>
              <a:gd name="connsiteX457" fmla="*/ 145680 w 348678"/>
              <a:gd name="connsiteY457" fmla="*/ 39060 h 622687"/>
              <a:gd name="connsiteX458" fmla="*/ 141040 w 348678"/>
              <a:gd name="connsiteY458" fmla="*/ 37701 h 622687"/>
              <a:gd name="connsiteX459" fmla="*/ 135541 w 348678"/>
              <a:gd name="connsiteY459" fmla="*/ 30967 h 622687"/>
              <a:gd name="connsiteX460" fmla="*/ 131557 w 348678"/>
              <a:gd name="connsiteY460" fmla="*/ 46777 h 622687"/>
              <a:gd name="connsiteX461" fmla="*/ 124199 w 348678"/>
              <a:gd name="connsiteY461" fmla="*/ 64196 h 622687"/>
              <a:gd name="connsiteX462" fmla="*/ 106014 w 348678"/>
              <a:gd name="connsiteY462" fmla="*/ 152495 h 622687"/>
              <a:gd name="connsiteX463" fmla="*/ 107717 w 348678"/>
              <a:gd name="connsiteY463" fmla="*/ 150245 h 622687"/>
              <a:gd name="connsiteX464" fmla="*/ 110513 w 348678"/>
              <a:gd name="connsiteY464" fmla="*/ 151292 h 622687"/>
              <a:gd name="connsiteX465" fmla="*/ 117043 w 348678"/>
              <a:gd name="connsiteY465" fmla="*/ 140044 h 622687"/>
              <a:gd name="connsiteX466" fmla="*/ 116309 w 348678"/>
              <a:gd name="connsiteY466" fmla="*/ 147340 h 622687"/>
              <a:gd name="connsiteX467" fmla="*/ 122543 w 348678"/>
              <a:gd name="connsiteY467" fmla="*/ 129499 h 622687"/>
              <a:gd name="connsiteX468" fmla="*/ 122668 w 348678"/>
              <a:gd name="connsiteY468" fmla="*/ 139263 h 622687"/>
              <a:gd name="connsiteX469" fmla="*/ 129042 w 348678"/>
              <a:gd name="connsiteY469" fmla="*/ 129749 h 622687"/>
              <a:gd name="connsiteX470" fmla="*/ 127479 w 348678"/>
              <a:gd name="connsiteY470" fmla="*/ 144652 h 622687"/>
              <a:gd name="connsiteX471" fmla="*/ 131838 w 348678"/>
              <a:gd name="connsiteY471" fmla="*/ 146636 h 622687"/>
              <a:gd name="connsiteX472" fmla="*/ 122480 w 348678"/>
              <a:gd name="connsiteY472" fmla="*/ 178444 h 622687"/>
              <a:gd name="connsiteX473" fmla="*/ 122621 w 348678"/>
              <a:gd name="connsiteY473" fmla="*/ 172367 h 622687"/>
              <a:gd name="connsiteX474" fmla="*/ 120777 w 348678"/>
              <a:gd name="connsiteY474" fmla="*/ 174913 h 622687"/>
              <a:gd name="connsiteX475" fmla="*/ 124324 w 348678"/>
              <a:gd name="connsiteY475" fmla="*/ 167227 h 622687"/>
              <a:gd name="connsiteX476" fmla="*/ 122496 w 348678"/>
              <a:gd name="connsiteY476" fmla="*/ 162587 h 622687"/>
              <a:gd name="connsiteX477" fmla="*/ 114028 w 348678"/>
              <a:gd name="connsiteY477" fmla="*/ 172383 h 622687"/>
              <a:gd name="connsiteX478" fmla="*/ 108482 w 348678"/>
              <a:gd name="connsiteY478" fmla="*/ 187240 h 622687"/>
              <a:gd name="connsiteX479" fmla="*/ 112466 w 348678"/>
              <a:gd name="connsiteY479" fmla="*/ 177194 h 622687"/>
              <a:gd name="connsiteX480" fmla="*/ 111747 w 348678"/>
              <a:gd name="connsiteY480" fmla="*/ 185927 h 622687"/>
              <a:gd name="connsiteX481" fmla="*/ 111747 w 348678"/>
              <a:gd name="connsiteY481" fmla="*/ 190255 h 622687"/>
              <a:gd name="connsiteX482" fmla="*/ 108498 w 348678"/>
              <a:gd name="connsiteY482" fmla="*/ 188677 h 622687"/>
              <a:gd name="connsiteX483" fmla="*/ 106373 w 348678"/>
              <a:gd name="connsiteY483" fmla="*/ 194723 h 622687"/>
              <a:gd name="connsiteX484" fmla="*/ 108904 w 348678"/>
              <a:gd name="connsiteY484" fmla="*/ 196379 h 622687"/>
              <a:gd name="connsiteX485" fmla="*/ 105217 w 348678"/>
              <a:gd name="connsiteY485" fmla="*/ 204377 h 622687"/>
              <a:gd name="connsiteX486" fmla="*/ 105780 w 348678"/>
              <a:gd name="connsiteY486" fmla="*/ 198831 h 622687"/>
              <a:gd name="connsiteX487" fmla="*/ 102249 w 348678"/>
              <a:gd name="connsiteY487" fmla="*/ 206518 h 622687"/>
              <a:gd name="connsiteX488" fmla="*/ 104655 w 348678"/>
              <a:gd name="connsiteY488" fmla="*/ 208502 h 622687"/>
              <a:gd name="connsiteX489" fmla="*/ 99827 w 348678"/>
              <a:gd name="connsiteY489" fmla="*/ 227593 h 622687"/>
              <a:gd name="connsiteX490" fmla="*/ 102515 w 348678"/>
              <a:gd name="connsiteY490" fmla="*/ 226077 h 622687"/>
              <a:gd name="connsiteX491" fmla="*/ 97718 w 348678"/>
              <a:gd name="connsiteY491" fmla="*/ 232201 h 622687"/>
              <a:gd name="connsiteX492" fmla="*/ 99687 w 348678"/>
              <a:gd name="connsiteY492" fmla="*/ 233654 h 622687"/>
              <a:gd name="connsiteX493" fmla="*/ 98281 w 348678"/>
              <a:gd name="connsiteY493" fmla="*/ 235294 h 622687"/>
              <a:gd name="connsiteX494" fmla="*/ 93891 w 348678"/>
              <a:gd name="connsiteY494" fmla="*/ 233295 h 622687"/>
              <a:gd name="connsiteX495" fmla="*/ 89517 w 348678"/>
              <a:gd name="connsiteY495" fmla="*/ 245715 h 622687"/>
              <a:gd name="connsiteX496" fmla="*/ 91766 w 348678"/>
              <a:gd name="connsiteY496" fmla="*/ 245121 h 622687"/>
              <a:gd name="connsiteX497" fmla="*/ 88923 w 348678"/>
              <a:gd name="connsiteY497" fmla="*/ 258463 h 622687"/>
              <a:gd name="connsiteX498" fmla="*/ 94000 w 348678"/>
              <a:gd name="connsiteY498" fmla="*/ 256041 h 622687"/>
              <a:gd name="connsiteX499" fmla="*/ 91876 w 348678"/>
              <a:gd name="connsiteY499" fmla="*/ 266415 h 622687"/>
              <a:gd name="connsiteX500" fmla="*/ 95828 w 348678"/>
              <a:gd name="connsiteY500" fmla="*/ 260681 h 622687"/>
              <a:gd name="connsiteX501" fmla="*/ 86486 w 348678"/>
              <a:gd name="connsiteY501" fmla="*/ 292489 h 622687"/>
              <a:gd name="connsiteX502" fmla="*/ 93157 w 348678"/>
              <a:gd name="connsiteY502" fmla="*/ 273726 h 622687"/>
              <a:gd name="connsiteX503" fmla="*/ 96109 w 348678"/>
              <a:gd name="connsiteY503" fmla="*/ 274460 h 622687"/>
              <a:gd name="connsiteX504" fmla="*/ 98531 w 348678"/>
              <a:gd name="connsiteY504" fmla="*/ 272117 h 622687"/>
              <a:gd name="connsiteX505" fmla="*/ 91876 w 348678"/>
              <a:gd name="connsiteY505" fmla="*/ 296644 h 622687"/>
              <a:gd name="connsiteX506" fmla="*/ 94266 w 348678"/>
              <a:gd name="connsiteY506" fmla="*/ 294301 h 622687"/>
              <a:gd name="connsiteX507" fmla="*/ 93266 w 348678"/>
              <a:gd name="connsiteY507" fmla="*/ 299331 h 622687"/>
              <a:gd name="connsiteX508" fmla="*/ 96515 w 348678"/>
              <a:gd name="connsiteY508" fmla="*/ 296582 h 622687"/>
              <a:gd name="connsiteX509" fmla="*/ 94110 w 348678"/>
              <a:gd name="connsiteY509" fmla="*/ 307564 h 622687"/>
              <a:gd name="connsiteX510" fmla="*/ 94813 w 348678"/>
              <a:gd name="connsiteY510" fmla="*/ 311782 h 622687"/>
              <a:gd name="connsiteX511" fmla="*/ 87704 w 348678"/>
              <a:gd name="connsiteY511" fmla="*/ 335794 h 622687"/>
              <a:gd name="connsiteX512" fmla="*/ 93657 w 348678"/>
              <a:gd name="connsiteY512" fmla="*/ 321453 h 622687"/>
              <a:gd name="connsiteX513" fmla="*/ 97187 w 348678"/>
              <a:gd name="connsiteY513" fmla="*/ 316641 h 622687"/>
              <a:gd name="connsiteX514" fmla="*/ 99468 w 348678"/>
              <a:gd name="connsiteY514" fmla="*/ 316047 h 622687"/>
              <a:gd name="connsiteX515" fmla="*/ 104983 w 348678"/>
              <a:gd name="connsiteY515" fmla="*/ 302612 h 622687"/>
              <a:gd name="connsiteX516" fmla="*/ 108654 w 348678"/>
              <a:gd name="connsiteY516" fmla="*/ 297503 h 622687"/>
              <a:gd name="connsiteX517" fmla="*/ 108076 w 348678"/>
              <a:gd name="connsiteY517" fmla="*/ 307377 h 622687"/>
              <a:gd name="connsiteX518" fmla="*/ 105264 w 348678"/>
              <a:gd name="connsiteY518" fmla="*/ 307767 h 622687"/>
              <a:gd name="connsiteX519" fmla="*/ 101265 w 348678"/>
              <a:gd name="connsiteY519" fmla="*/ 326452 h 622687"/>
              <a:gd name="connsiteX520" fmla="*/ 104514 w 348678"/>
              <a:gd name="connsiteY520" fmla="*/ 325140 h 622687"/>
              <a:gd name="connsiteX521" fmla="*/ 106076 w 348678"/>
              <a:gd name="connsiteY521" fmla="*/ 327514 h 622687"/>
              <a:gd name="connsiteX522" fmla="*/ 103655 w 348678"/>
              <a:gd name="connsiteY522" fmla="*/ 335622 h 622687"/>
              <a:gd name="connsiteX523" fmla="*/ 112872 w 348678"/>
              <a:gd name="connsiteY523" fmla="*/ 314204 h 622687"/>
              <a:gd name="connsiteX524" fmla="*/ 118387 w 348678"/>
              <a:gd name="connsiteY524" fmla="*/ 305096 h 622687"/>
              <a:gd name="connsiteX525" fmla="*/ 108170 w 348678"/>
              <a:gd name="connsiteY525" fmla="*/ 335857 h 622687"/>
              <a:gd name="connsiteX526" fmla="*/ 111997 w 348678"/>
              <a:gd name="connsiteY526" fmla="*/ 327561 h 622687"/>
              <a:gd name="connsiteX527" fmla="*/ 117247 w 348678"/>
              <a:gd name="connsiteY527" fmla="*/ 323390 h 622687"/>
              <a:gd name="connsiteX528" fmla="*/ 116372 w 348678"/>
              <a:gd name="connsiteY528" fmla="*/ 330998 h 622687"/>
              <a:gd name="connsiteX529" fmla="*/ 114263 w 348678"/>
              <a:gd name="connsiteY529" fmla="*/ 334170 h 622687"/>
              <a:gd name="connsiteX530" fmla="*/ 115809 w 348678"/>
              <a:gd name="connsiteY530" fmla="*/ 332217 h 622687"/>
              <a:gd name="connsiteX531" fmla="*/ 106889 w 348678"/>
              <a:gd name="connsiteY531" fmla="*/ 354463 h 622687"/>
              <a:gd name="connsiteX532" fmla="*/ 105327 w 348678"/>
              <a:gd name="connsiteY532" fmla="*/ 352073 h 622687"/>
              <a:gd name="connsiteX533" fmla="*/ 98390 w 348678"/>
              <a:gd name="connsiteY533" fmla="*/ 368570 h 622687"/>
              <a:gd name="connsiteX534" fmla="*/ 93157 w 348678"/>
              <a:gd name="connsiteY534" fmla="*/ 375632 h 622687"/>
              <a:gd name="connsiteX535" fmla="*/ 87611 w 348678"/>
              <a:gd name="connsiteY535" fmla="*/ 384724 h 622687"/>
              <a:gd name="connsiteX536" fmla="*/ 90751 w 348678"/>
              <a:gd name="connsiteY536" fmla="*/ 375085 h 622687"/>
              <a:gd name="connsiteX537" fmla="*/ 83658 w 348678"/>
              <a:gd name="connsiteY537" fmla="*/ 391895 h 622687"/>
              <a:gd name="connsiteX538" fmla="*/ 88204 w 348678"/>
              <a:gd name="connsiteY538" fmla="*/ 386380 h 622687"/>
              <a:gd name="connsiteX539" fmla="*/ 85361 w 348678"/>
              <a:gd name="connsiteY539" fmla="*/ 396847 h 622687"/>
              <a:gd name="connsiteX540" fmla="*/ 84220 w 348678"/>
              <a:gd name="connsiteY540" fmla="*/ 399316 h 622687"/>
              <a:gd name="connsiteX541" fmla="*/ 85908 w 348678"/>
              <a:gd name="connsiteY541" fmla="*/ 397066 h 622687"/>
              <a:gd name="connsiteX542" fmla="*/ 95531 w 348678"/>
              <a:gd name="connsiteY542" fmla="*/ 381943 h 622687"/>
              <a:gd name="connsiteX543" fmla="*/ 93985 w 348678"/>
              <a:gd name="connsiteY543" fmla="*/ 379553 h 622687"/>
              <a:gd name="connsiteX544" fmla="*/ 106733 w 348678"/>
              <a:gd name="connsiteY544" fmla="*/ 354776 h 622687"/>
              <a:gd name="connsiteX545" fmla="*/ 101608 w 348678"/>
              <a:gd name="connsiteY545" fmla="*/ 373038 h 622687"/>
              <a:gd name="connsiteX546" fmla="*/ 104717 w 348678"/>
              <a:gd name="connsiteY546" fmla="*/ 370601 h 622687"/>
              <a:gd name="connsiteX547" fmla="*/ 111794 w 348678"/>
              <a:gd name="connsiteY547" fmla="*/ 359556 h 622687"/>
              <a:gd name="connsiteX548" fmla="*/ 115637 w 348678"/>
              <a:gd name="connsiteY548" fmla="*/ 348386 h 622687"/>
              <a:gd name="connsiteX549" fmla="*/ 125823 w 348678"/>
              <a:gd name="connsiteY549" fmla="*/ 332014 h 622687"/>
              <a:gd name="connsiteX550" fmla="*/ 120137 w 348678"/>
              <a:gd name="connsiteY550" fmla="*/ 350058 h 622687"/>
              <a:gd name="connsiteX551" fmla="*/ 117606 w 348678"/>
              <a:gd name="connsiteY551" fmla="*/ 349839 h 622687"/>
              <a:gd name="connsiteX552" fmla="*/ 114341 w 348678"/>
              <a:gd name="connsiteY552" fmla="*/ 358338 h 622687"/>
              <a:gd name="connsiteX553" fmla="*/ 115325 w 348678"/>
              <a:gd name="connsiteY553" fmla="*/ 360509 h 622687"/>
              <a:gd name="connsiteX554" fmla="*/ 87720 w 348678"/>
              <a:gd name="connsiteY554" fmla="*/ 423327 h 622687"/>
              <a:gd name="connsiteX555" fmla="*/ 94219 w 348678"/>
              <a:gd name="connsiteY555" fmla="*/ 412064 h 622687"/>
              <a:gd name="connsiteX556" fmla="*/ 96484 w 348678"/>
              <a:gd name="connsiteY556" fmla="*/ 412907 h 622687"/>
              <a:gd name="connsiteX557" fmla="*/ 106967 w 348678"/>
              <a:gd name="connsiteY557" fmla="*/ 395925 h 622687"/>
              <a:gd name="connsiteX558" fmla="*/ 104264 w 348678"/>
              <a:gd name="connsiteY558" fmla="*/ 393113 h 622687"/>
              <a:gd name="connsiteX559" fmla="*/ 121121 w 348678"/>
              <a:gd name="connsiteY559" fmla="*/ 357978 h 622687"/>
              <a:gd name="connsiteX560" fmla="*/ 121980 w 348678"/>
              <a:gd name="connsiteY560" fmla="*/ 363337 h 622687"/>
              <a:gd name="connsiteX561" fmla="*/ 92797 w 348678"/>
              <a:gd name="connsiteY561" fmla="*/ 425202 h 622687"/>
              <a:gd name="connsiteX562" fmla="*/ 75253 w 348678"/>
              <a:gd name="connsiteY562" fmla="*/ 464758 h 622687"/>
              <a:gd name="connsiteX563" fmla="*/ 56553 w 348678"/>
              <a:gd name="connsiteY563" fmla="*/ 498113 h 622687"/>
              <a:gd name="connsiteX564" fmla="*/ 55834 w 348678"/>
              <a:gd name="connsiteY564" fmla="*/ 499659 h 622687"/>
              <a:gd name="connsiteX565" fmla="*/ 56490 w 348678"/>
              <a:gd name="connsiteY565" fmla="*/ 499847 h 622687"/>
              <a:gd name="connsiteX566" fmla="*/ 97625 w 348678"/>
              <a:gd name="connsiteY566" fmla="*/ 457931 h 622687"/>
              <a:gd name="connsiteX567" fmla="*/ 97921 w 348678"/>
              <a:gd name="connsiteY567" fmla="*/ 455869 h 622687"/>
              <a:gd name="connsiteX568" fmla="*/ 97625 w 348678"/>
              <a:gd name="connsiteY568" fmla="*/ 457931 h 622687"/>
              <a:gd name="connsiteX569" fmla="*/ 129729 w 348678"/>
              <a:gd name="connsiteY569" fmla="*/ 428483 h 622687"/>
              <a:gd name="connsiteX570" fmla="*/ 129995 w 348678"/>
              <a:gd name="connsiteY570" fmla="*/ 426421 h 622687"/>
              <a:gd name="connsiteX571" fmla="*/ 129729 w 348678"/>
              <a:gd name="connsiteY571" fmla="*/ 428483 h 622687"/>
              <a:gd name="connsiteX572" fmla="*/ 135947 w 348678"/>
              <a:gd name="connsiteY572" fmla="*/ 427920 h 622687"/>
              <a:gd name="connsiteX573" fmla="*/ 141462 w 348678"/>
              <a:gd name="connsiteY573" fmla="*/ 418813 h 622687"/>
              <a:gd name="connsiteX574" fmla="*/ 135947 w 348678"/>
              <a:gd name="connsiteY574" fmla="*/ 427920 h 622687"/>
              <a:gd name="connsiteX575" fmla="*/ 133447 w 348678"/>
              <a:gd name="connsiteY575" fmla="*/ 503721 h 622687"/>
              <a:gd name="connsiteX576" fmla="*/ 134291 w 348678"/>
              <a:gd name="connsiteY576" fmla="*/ 500425 h 622687"/>
              <a:gd name="connsiteX577" fmla="*/ 133447 w 348678"/>
              <a:gd name="connsiteY577" fmla="*/ 503721 h 622687"/>
              <a:gd name="connsiteX578" fmla="*/ 154319 w 348678"/>
              <a:gd name="connsiteY578" fmla="*/ 518703 h 622687"/>
              <a:gd name="connsiteX579" fmla="*/ 152069 w 348678"/>
              <a:gd name="connsiteY579" fmla="*/ 519312 h 622687"/>
              <a:gd name="connsiteX580" fmla="*/ 152772 w 348678"/>
              <a:gd name="connsiteY580" fmla="*/ 517766 h 622687"/>
              <a:gd name="connsiteX581" fmla="*/ 154319 w 348678"/>
              <a:gd name="connsiteY581" fmla="*/ 518703 h 622687"/>
              <a:gd name="connsiteX582" fmla="*/ 177081 w 348678"/>
              <a:gd name="connsiteY582" fmla="*/ 503784 h 622687"/>
              <a:gd name="connsiteX583" fmla="*/ 177378 w 348678"/>
              <a:gd name="connsiteY583" fmla="*/ 501737 h 622687"/>
              <a:gd name="connsiteX584" fmla="*/ 177081 w 348678"/>
              <a:gd name="connsiteY584" fmla="*/ 503784 h 622687"/>
              <a:gd name="connsiteX585" fmla="*/ 181034 w 348678"/>
              <a:gd name="connsiteY585" fmla="*/ 496613 h 622687"/>
              <a:gd name="connsiteX586" fmla="*/ 181471 w 348678"/>
              <a:gd name="connsiteY586" fmla="*/ 494254 h 622687"/>
              <a:gd name="connsiteX587" fmla="*/ 181034 w 348678"/>
              <a:gd name="connsiteY587" fmla="*/ 496613 h 622687"/>
              <a:gd name="connsiteX588" fmla="*/ 185142 w 348678"/>
              <a:gd name="connsiteY588" fmla="*/ 489145 h 622687"/>
              <a:gd name="connsiteX589" fmla="*/ 181612 w 348678"/>
              <a:gd name="connsiteY589" fmla="*/ 488177 h 622687"/>
              <a:gd name="connsiteX590" fmla="*/ 184033 w 348678"/>
              <a:gd name="connsiteY590" fmla="*/ 484396 h 622687"/>
              <a:gd name="connsiteX591" fmla="*/ 185142 w 348678"/>
              <a:gd name="connsiteY591" fmla="*/ 489145 h 622687"/>
              <a:gd name="connsiteX592" fmla="*/ 146445 w 348678"/>
              <a:gd name="connsiteY592" fmla="*/ 48980 h 622687"/>
              <a:gd name="connsiteX593" fmla="*/ 141915 w 348678"/>
              <a:gd name="connsiteY593" fmla="*/ 54495 h 622687"/>
              <a:gd name="connsiteX594" fmla="*/ 146445 w 348678"/>
              <a:gd name="connsiteY594" fmla="*/ 48980 h 622687"/>
              <a:gd name="connsiteX595" fmla="*/ 126776 w 348678"/>
              <a:gd name="connsiteY595" fmla="*/ 179225 h 622687"/>
              <a:gd name="connsiteX596" fmla="*/ 133463 w 348678"/>
              <a:gd name="connsiteY596" fmla="*/ 154713 h 622687"/>
              <a:gd name="connsiteX597" fmla="*/ 138556 w 348678"/>
              <a:gd name="connsiteY597" fmla="*/ 143653 h 622687"/>
              <a:gd name="connsiteX598" fmla="*/ 141087 w 348678"/>
              <a:gd name="connsiteY598" fmla="*/ 146761 h 622687"/>
              <a:gd name="connsiteX599" fmla="*/ 126073 w 348678"/>
              <a:gd name="connsiteY599" fmla="*/ 186537 h 622687"/>
              <a:gd name="connsiteX600" fmla="*/ 126776 w 348678"/>
              <a:gd name="connsiteY600" fmla="*/ 179225 h 622687"/>
              <a:gd name="connsiteX601" fmla="*/ 116184 w 348678"/>
              <a:gd name="connsiteY601" fmla="*/ 186443 h 622687"/>
              <a:gd name="connsiteX602" fmla="*/ 111076 w 348678"/>
              <a:gd name="connsiteY602" fmla="*/ 207580 h 622687"/>
              <a:gd name="connsiteX603" fmla="*/ 116184 w 348678"/>
              <a:gd name="connsiteY603" fmla="*/ 186443 h 622687"/>
              <a:gd name="connsiteX604" fmla="*/ 114747 w 348678"/>
              <a:gd name="connsiteY604" fmla="*/ 212548 h 622687"/>
              <a:gd name="connsiteX605" fmla="*/ 114325 w 348678"/>
              <a:gd name="connsiteY605" fmla="*/ 214907 h 622687"/>
              <a:gd name="connsiteX606" fmla="*/ 114747 w 348678"/>
              <a:gd name="connsiteY606" fmla="*/ 212548 h 622687"/>
              <a:gd name="connsiteX607" fmla="*/ 102296 w 348678"/>
              <a:gd name="connsiteY607" fmla="*/ 220875 h 622687"/>
              <a:gd name="connsiteX608" fmla="*/ 103983 w 348678"/>
              <a:gd name="connsiteY608" fmla="*/ 221500 h 622687"/>
              <a:gd name="connsiteX609" fmla="*/ 102702 w 348678"/>
              <a:gd name="connsiteY609" fmla="*/ 224265 h 622687"/>
              <a:gd name="connsiteX610" fmla="*/ 102296 w 348678"/>
              <a:gd name="connsiteY610" fmla="*/ 220875 h 622687"/>
              <a:gd name="connsiteX611" fmla="*/ 288470 w 348678"/>
              <a:gd name="connsiteY611" fmla="*/ 303674 h 622687"/>
              <a:gd name="connsiteX612" fmla="*/ 286470 w 348678"/>
              <a:gd name="connsiteY612" fmla="*/ 306533 h 622687"/>
              <a:gd name="connsiteX613" fmla="*/ 288470 w 348678"/>
              <a:gd name="connsiteY613" fmla="*/ 303674 h 622687"/>
              <a:gd name="connsiteX614" fmla="*/ 281955 w 348678"/>
              <a:gd name="connsiteY614" fmla="*/ 301972 h 622687"/>
              <a:gd name="connsiteX615" fmla="*/ 281377 w 348678"/>
              <a:gd name="connsiteY615" fmla="*/ 307518 h 622687"/>
              <a:gd name="connsiteX616" fmla="*/ 281955 w 348678"/>
              <a:gd name="connsiteY616" fmla="*/ 301972 h 622687"/>
              <a:gd name="connsiteX617" fmla="*/ 93969 w 348678"/>
              <a:gd name="connsiteY617" fmla="*/ 236138 h 622687"/>
              <a:gd name="connsiteX618" fmla="*/ 92532 w 348678"/>
              <a:gd name="connsiteY618" fmla="*/ 243528 h 622687"/>
              <a:gd name="connsiteX619" fmla="*/ 93969 w 348678"/>
              <a:gd name="connsiteY619" fmla="*/ 236138 h 622687"/>
              <a:gd name="connsiteX620" fmla="*/ 103405 w 348678"/>
              <a:gd name="connsiteY620" fmla="*/ 237138 h 622687"/>
              <a:gd name="connsiteX621" fmla="*/ 99562 w 348678"/>
              <a:gd name="connsiteY621" fmla="*/ 249745 h 622687"/>
              <a:gd name="connsiteX622" fmla="*/ 103405 w 348678"/>
              <a:gd name="connsiteY622" fmla="*/ 237138 h 622687"/>
              <a:gd name="connsiteX623" fmla="*/ 276722 w 348678"/>
              <a:gd name="connsiteY623" fmla="*/ 316219 h 622687"/>
              <a:gd name="connsiteX624" fmla="*/ 276722 w 348678"/>
              <a:gd name="connsiteY624" fmla="*/ 316219 h 622687"/>
              <a:gd name="connsiteX625" fmla="*/ 94219 w 348678"/>
              <a:gd name="connsiteY625" fmla="*/ 251354 h 622687"/>
              <a:gd name="connsiteX626" fmla="*/ 94203 w 348678"/>
              <a:gd name="connsiteY626" fmla="*/ 255666 h 622687"/>
              <a:gd name="connsiteX627" fmla="*/ 94219 w 348678"/>
              <a:gd name="connsiteY627" fmla="*/ 251354 h 622687"/>
              <a:gd name="connsiteX628" fmla="*/ 103624 w 348678"/>
              <a:gd name="connsiteY628" fmla="*/ 396050 h 622687"/>
              <a:gd name="connsiteX629" fmla="*/ 103905 w 348678"/>
              <a:gd name="connsiteY629" fmla="*/ 394004 h 622687"/>
              <a:gd name="connsiteX630" fmla="*/ 103624 w 348678"/>
              <a:gd name="connsiteY630" fmla="*/ 396050 h 622687"/>
              <a:gd name="connsiteX631" fmla="*/ 182986 w 348678"/>
              <a:gd name="connsiteY631" fmla="*/ 406221 h 622687"/>
              <a:gd name="connsiteX632" fmla="*/ 182424 w 348678"/>
              <a:gd name="connsiteY632" fmla="*/ 408908 h 622687"/>
              <a:gd name="connsiteX633" fmla="*/ 182986 w 348678"/>
              <a:gd name="connsiteY633" fmla="*/ 406221 h 622687"/>
              <a:gd name="connsiteX634" fmla="*/ 181143 w 348678"/>
              <a:gd name="connsiteY634" fmla="*/ 410220 h 622687"/>
              <a:gd name="connsiteX635" fmla="*/ 180455 w 348678"/>
              <a:gd name="connsiteY635" fmla="*/ 414641 h 622687"/>
              <a:gd name="connsiteX636" fmla="*/ 181143 w 348678"/>
              <a:gd name="connsiteY636" fmla="*/ 410220 h 622687"/>
              <a:gd name="connsiteX637" fmla="*/ 178456 w 348678"/>
              <a:gd name="connsiteY637" fmla="*/ 416047 h 622687"/>
              <a:gd name="connsiteX638" fmla="*/ 178753 w 348678"/>
              <a:gd name="connsiteY638" fmla="*/ 418313 h 622687"/>
              <a:gd name="connsiteX639" fmla="*/ 178456 w 348678"/>
              <a:gd name="connsiteY639" fmla="*/ 416047 h 622687"/>
              <a:gd name="connsiteX640" fmla="*/ 176190 w 348678"/>
              <a:gd name="connsiteY640" fmla="*/ 420968 h 622687"/>
              <a:gd name="connsiteX641" fmla="*/ 175066 w 348678"/>
              <a:gd name="connsiteY641" fmla="*/ 424874 h 622687"/>
              <a:gd name="connsiteX642" fmla="*/ 176190 w 348678"/>
              <a:gd name="connsiteY642" fmla="*/ 420968 h 622687"/>
              <a:gd name="connsiteX643" fmla="*/ 185095 w 348678"/>
              <a:gd name="connsiteY643" fmla="*/ 423218 h 622687"/>
              <a:gd name="connsiteX644" fmla="*/ 183674 w 348678"/>
              <a:gd name="connsiteY644" fmla="*/ 424858 h 622687"/>
              <a:gd name="connsiteX645" fmla="*/ 185095 w 348678"/>
              <a:gd name="connsiteY645" fmla="*/ 423218 h 622687"/>
              <a:gd name="connsiteX646" fmla="*/ 174347 w 348678"/>
              <a:gd name="connsiteY646" fmla="*/ 424968 h 622687"/>
              <a:gd name="connsiteX647" fmla="*/ 174363 w 348678"/>
              <a:gd name="connsiteY647" fmla="*/ 427842 h 622687"/>
              <a:gd name="connsiteX648" fmla="*/ 174347 w 348678"/>
              <a:gd name="connsiteY648" fmla="*/ 424968 h 622687"/>
              <a:gd name="connsiteX649" fmla="*/ 171941 w 348678"/>
              <a:gd name="connsiteY649" fmla="*/ 430186 h 622687"/>
              <a:gd name="connsiteX650" fmla="*/ 170394 w 348678"/>
              <a:gd name="connsiteY650" fmla="*/ 435013 h 622687"/>
              <a:gd name="connsiteX651" fmla="*/ 171941 w 348678"/>
              <a:gd name="connsiteY651" fmla="*/ 430186 h 622687"/>
              <a:gd name="connsiteX652" fmla="*/ 167411 w 348678"/>
              <a:gd name="connsiteY652" fmla="*/ 447214 h 622687"/>
              <a:gd name="connsiteX653" fmla="*/ 167411 w 348678"/>
              <a:gd name="connsiteY653" fmla="*/ 450104 h 622687"/>
              <a:gd name="connsiteX654" fmla="*/ 167411 w 348678"/>
              <a:gd name="connsiteY654" fmla="*/ 447214 h 622687"/>
              <a:gd name="connsiteX655" fmla="*/ 166692 w 348678"/>
              <a:gd name="connsiteY655" fmla="*/ 450198 h 622687"/>
              <a:gd name="connsiteX656" fmla="*/ 166270 w 348678"/>
              <a:gd name="connsiteY656" fmla="*/ 452573 h 622687"/>
              <a:gd name="connsiteX657" fmla="*/ 166692 w 348678"/>
              <a:gd name="connsiteY657" fmla="*/ 450198 h 622687"/>
              <a:gd name="connsiteX658" fmla="*/ 163864 w 348678"/>
              <a:gd name="connsiteY658" fmla="*/ 453463 h 622687"/>
              <a:gd name="connsiteX659" fmla="*/ 165426 w 348678"/>
              <a:gd name="connsiteY659" fmla="*/ 454401 h 622687"/>
              <a:gd name="connsiteX660" fmla="*/ 162302 w 348678"/>
              <a:gd name="connsiteY660" fmla="*/ 456853 h 622687"/>
              <a:gd name="connsiteX661" fmla="*/ 163864 w 348678"/>
              <a:gd name="connsiteY661" fmla="*/ 453463 h 622687"/>
              <a:gd name="connsiteX662" fmla="*/ 207232 w 348678"/>
              <a:gd name="connsiteY662" fmla="*/ 432560 h 622687"/>
              <a:gd name="connsiteX663" fmla="*/ 188970 w 348678"/>
              <a:gd name="connsiteY663" fmla="*/ 469320 h 622687"/>
              <a:gd name="connsiteX664" fmla="*/ 185876 w 348678"/>
              <a:gd name="connsiteY664" fmla="*/ 470320 h 622687"/>
              <a:gd name="connsiteX665" fmla="*/ 192235 w 348678"/>
              <a:gd name="connsiteY665" fmla="*/ 459369 h 622687"/>
              <a:gd name="connsiteX666" fmla="*/ 190532 w 348678"/>
              <a:gd name="connsiteY666" fmla="*/ 458728 h 622687"/>
              <a:gd name="connsiteX667" fmla="*/ 200468 w 348678"/>
              <a:gd name="connsiteY667" fmla="*/ 440106 h 622687"/>
              <a:gd name="connsiteX668" fmla="*/ 206248 w 348678"/>
              <a:gd name="connsiteY668" fmla="*/ 431810 h 622687"/>
              <a:gd name="connsiteX669" fmla="*/ 207232 w 348678"/>
              <a:gd name="connsiteY669" fmla="*/ 432560 h 622687"/>
              <a:gd name="connsiteX670" fmla="*/ 214169 w 348678"/>
              <a:gd name="connsiteY670" fmla="*/ 433341 h 622687"/>
              <a:gd name="connsiteX671" fmla="*/ 218981 w 348678"/>
              <a:gd name="connsiteY671" fmla="*/ 420015 h 622687"/>
              <a:gd name="connsiteX672" fmla="*/ 214169 w 348678"/>
              <a:gd name="connsiteY672" fmla="*/ 433341 h 622687"/>
              <a:gd name="connsiteX673" fmla="*/ 264927 w 348678"/>
              <a:gd name="connsiteY673" fmla="*/ 380600 h 622687"/>
              <a:gd name="connsiteX674" fmla="*/ 268051 w 348678"/>
              <a:gd name="connsiteY674" fmla="*/ 373835 h 622687"/>
              <a:gd name="connsiteX675" fmla="*/ 264927 w 348678"/>
              <a:gd name="connsiteY675" fmla="*/ 380600 h 622687"/>
              <a:gd name="connsiteX676" fmla="*/ 98437 w 348678"/>
              <a:gd name="connsiteY676" fmla="*/ 260853 h 622687"/>
              <a:gd name="connsiteX677" fmla="*/ 98031 w 348678"/>
              <a:gd name="connsiteY677" fmla="*/ 263212 h 622687"/>
              <a:gd name="connsiteX678" fmla="*/ 98437 w 348678"/>
              <a:gd name="connsiteY678" fmla="*/ 260853 h 622687"/>
              <a:gd name="connsiteX679" fmla="*/ 103530 w 348678"/>
              <a:gd name="connsiteY679" fmla="*/ 271398 h 622687"/>
              <a:gd name="connsiteX680" fmla="*/ 103936 w 348678"/>
              <a:gd name="connsiteY680" fmla="*/ 273351 h 622687"/>
              <a:gd name="connsiteX681" fmla="*/ 103530 w 348678"/>
              <a:gd name="connsiteY681" fmla="*/ 271398 h 622687"/>
              <a:gd name="connsiteX682" fmla="*/ 273597 w 348678"/>
              <a:gd name="connsiteY682" fmla="*/ 324421 h 622687"/>
              <a:gd name="connsiteX683" fmla="*/ 269504 w 348678"/>
              <a:gd name="connsiteY683" fmla="*/ 337653 h 622687"/>
              <a:gd name="connsiteX684" fmla="*/ 273597 w 348678"/>
              <a:gd name="connsiteY684" fmla="*/ 324421 h 622687"/>
              <a:gd name="connsiteX685" fmla="*/ 102936 w 348678"/>
              <a:gd name="connsiteY685" fmla="*/ 274054 h 622687"/>
              <a:gd name="connsiteX686" fmla="*/ 103077 w 348678"/>
              <a:gd name="connsiteY686" fmla="*/ 280944 h 622687"/>
              <a:gd name="connsiteX687" fmla="*/ 98375 w 348678"/>
              <a:gd name="connsiteY687" fmla="*/ 286755 h 622687"/>
              <a:gd name="connsiteX688" fmla="*/ 102936 w 348678"/>
              <a:gd name="connsiteY688" fmla="*/ 274054 h 622687"/>
              <a:gd name="connsiteX689" fmla="*/ 100093 w 348678"/>
              <a:gd name="connsiteY689" fmla="*/ 296051 h 622687"/>
              <a:gd name="connsiteX690" fmla="*/ 97687 w 348678"/>
              <a:gd name="connsiteY690" fmla="*/ 295519 h 622687"/>
              <a:gd name="connsiteX691" fmla="*/ 99812 w 348678"/>
              <a:gd name="connsiteY691" fmla="*/ 296675 h 622687"/>
              <a:gd name="connsiteX692" fmla="*/ 96281 w 348678"/>
              <a:gd name="connsiteY692" fmla="*/ 295723 h 622687"/>
              <a:gd name="connsiteX693" fmla="*/ 97000 w 348678"/>
              <a:gd name="connsiteY693" fmla="*/ 294191 h 622687"/>
              <a:gd name="connsiteX694" fmla="*/ 100234 w 348678"/>
              <a:gd name="connsiteY694" fmla="*/ 292879 h 622687"/>
              <a:gd name="connsiteX695" fmla="*/ 100093 w 348678"/>
              <a:gd name="connsiteY695" fmla="*/ 296051 h 622687"/>
              <a:gd name="connsiteX696" fmla="*/ 255787 w 348678"/>
              <a:gd name="connsiteY696" fmla="*/ 348745 h 622687"/>
              <a:gd name="connsiteX697" fmla="*/ 255350 w 348678"/>
              <a:gd name="connsiteY697" fmla="*/ 353979 h 622687"/>
              <a:gd name="connsiteX698" fmla="*/ 255787 w 348678"/>
              <a:gd name="connsiteY698" fmla="*/ 348745 h 622687"/>
              <a:gd name="connsiteX699" fmla="*/ 268379 w 348678"/>
              <a:gd name="connsiteY699" fmla="*/ 338685 h 622687"/>
              <a:gd name="connsiteX700" fmla="*/ 264973 w 348678"/>
              <a:gd name="connsiteY700" fmla="*/ 354698 h 622687"/>
              <a:gd name="connsiteX701" fmla="*/ 268504 w 348678"/>
              <a:gd name="connsiteY701" fmla="*/ 349886 h 622687"/>
              <a:gd name="connsiteX702" fmla="*/ 262552 w 348678"/>
              <a:gd name="connsiteY702" fmla="*/ 365680 h 622687"/>
              <a:gd name="connsiteX703" fmla="*/ 263270 w 348678"/>
              <a:gd name="connsiteY703" fmla="*/ 362712 h 622687"/>
              <a:gd name="connsiteX704" fmla="*/ 263130 w 348678"/>
              <a:gd name="connsiteY704" fmla="*/ 355807 h 622687"/>
              <a:gd name="connsiteX705" fmla="*/ 258177 w 348678"/>
              <a:gd name="connsiteY705" fmla="*/ 357931 h 622687"/>
              <a:gd name="connsiteX706" fmla="*/ 268379 w 348678"/>
              <a:gd name="connsiteY706" fmla="*/ 338685 h 622687"/>
              <a:gd name="connsiteX707" fmla="*/ 121387 w 348678"/>
              <a:gd name="connsiteY707" fmla="*/ 307236 h 622687"/>
              <a:gd name="connsiteX708" fmla="*/ 120262 w 348678"/>
              <a:gd name="connsiteY708" fmla="*/ 312579 h 622687"/>
              <a:gd name="connsiteX709" fmla="*/ 121387 w 348678"/>
              <a:gd name="connsiteY709" fmla="*/ 307236 h 622687"/>
              <a:gd name="connsiteX710" fmla="*/ 253241 w 348678"/>
              <a:gd name="connsiteY710" fmla="*/ 360041 h 622687"/>
              <a:gd name="connsiteX711" fmla="*/ 251241 w 348678"/>
              <a:gd name="connsiteY711" fmla="*/ 362899 h 622687"/>
              <a:gd name="connsiteX712" fmla="*/ 253241 w 348678"/>
              <a:gd name="connsiteY712" fmla="*/ 360041 h 622687"/>
              <a:gd name="connsiteX713" fmla="*/ 237134 w 348678"/>
              <a:gd name="connsiteY713" fmla="*/ 359072 h 622687"/>
              <a:gd name="connsiteX714" fmla="*/ 237556 w 348678"/>
              <a:gd name="connsiteY714" fmla="*/ 361025 h 622687"/>
              <a:gd name="connsiteX715" fmla="*/ 237134 w 348678"/>
              <a:gd name="connsiteY715" fmla="*/ 359072 h 622687"/>
              <a:gd name="connsiteX716" fmla="*/ 236431 w 348678"/>
              <a:gd name="connsiteY716" fmla="*/ 362056 h 622687"/>
              <a:gd name="connsiteX717" fmla="*/ 234291 w 348678"/>
              <a:gd name="connsiteY717" fmla="*/ 368102 h 622687"/>
              <a:gd name="connsiteX718" fmla="*/ 236431 w 348678"/>
              <a:gd name="connsiteY718" fmla="*/ 362056 h 622687"/>
              <a:gd name="connsiteX719" fmla="*/ 233025 w 348678"/>
              <a:gd name="connsiteY719" fmla="*/ 367977 h 622687"/>
              <a:gd name="connsiteX720" fmla="*/ 232588 w 348678"/>
              <a:gd name="connsiteY720" fmla="*/ 371789 h 622687"/>
              <a:gd name="connsiteX721" fmla="*/ 233025 w 348678"/>
              <a:gd name="connsiteY721" fmla="*/ 367977 h 622687"/>
              <a:gd name="connsiteX722" fmla="*/ 219762 w 348678"/>
              <a:gd name="connsiteY722" fmla="*/ 365196 h 622687"/>
              <a:gd name="connsiteX723" fmla="*/ 210123 w 348678"/>
              <a:gd name="connsiteY723" fmla="*/ 396175 h 622687"/>
              <a:gd name="connsiteX724" fmla="*/ 197078 w 348678"/>
              <a:gd name="connsiteY724" fmla="*/ 430201 h 622687"/>
              <a:gd name="connsiteX725" fmla="*/ 199609 w 348678"/>
              <a:gd name="connsiteY725" fmla="*/ 428983 h 622687"/>
              <a:gd name="connsiteX726" fmla="*/ 186298 w 348678"/>
              <a:gd name="connsiteY726" fmla="*/ 457869 h 622687"/>
              <a:gd name="connsiteX727" fmla="*/ 185908 w 348678"/>
              <a:gd name="connsiteY727" fmla="*/ 445839 h 622687"/>
              <a:gd name="connsiteX728" fmla="*/ 182377 w 348678"/>
              <a:gd name="connsiteY728" fmla="*/ 450636 h 622687"/>
              <a:gd name="connsiteX729" fmla="*/ 201062 w 348678"/>
              <a:gd name="connsiteY729" fmla="*/ 407189 h 622687"/>
              <a:gd name="connsiteX730" fmla="*/ 201218 w 348678"/>
              <a:gd name="connsiteY730" fmla="*/ 401128 h 622687"/>
              <a:gd name="connsiteX731" fmla="*/ 203186 w 348678"/>
              <a:gd name="connsiteY731" fmla="*/ 398269 h 622687"/>
              <a:gd name="connsiteX732" fmla="*/ 205311 w 348678"/>
              <a:gd name="connsiteY732" fmla="*/ 397988 h 622687"/>
              <a:gd name="connsiteX733" fmla="*/ 209279 w 348678"/>
              <a:gd name="connsiteY733" fmla="*/ 389380 h 622687"/>
              <a:gd name="connsiteX734" fmla="*/ 211544 w 348678"/>
              <a:gd name="connsiteY734" fmla="*/ 384459 h 622687"/>
              <a:gd name="connsiteX735" fmla="*/ 219762 w 348678"/>
              <a:gd name="connsiteY735" fmla="*/ 365196 h 622687"/>
              <a:gd name="connsiteX736" fmla="*/ 207873 w 348678"/>
              <a:gd name="connsiteY736" fmla="*/ 370851 h 622687"/>
              <a:gd name="connsiteX737" fmla="*/ 192016 w 348678"/>
              <a:gd name="connsiteY737" fmla="*/ 411033 h 622687"/>
              <a:gd name="connsiteX738" fmla="*/ 193860 w 348678"/>
              <a:gd name="connsiteY738" fmla="*/ 411361 h 622687"/>
              <a:gd name="connsiteX739" fmla="*/ 192578 w 348678"/>
              <a:gd name="connsiteY739" fmla="*/ 414126 h 622687"/>
              <a:gd name="connsiteX740" fmla="*/ 192313 w 348678"/>
              <a:gd name="connsiteY740" fmla="*/ 411860 h 622687"/>
              <a:gd name="connsiteX741" fmla="*/ 185939 w 348678"/>
              <a:gd name="connsiteY741" fmla="*/ 419922 h 622687"/>
              <a:gd name="connsiteX742" fmla="*/ 207873 w 348678"/>
              <a:gd name="connsiteY742" fmla="*/ 370851 h 622687"/>
              <a:gd name="connsiteX743" fmla="*/ 194453 w 348678"/>
              <a:gd name="connsiteY743" fmla="*/ 381318 h 622687"/>
              <a:gd name="connsiteX744" fmla="*/ 184549 w 348678"/>
              <a:gd name="connsiteY744" fmla="*/ 404284 h 622687"/>
              <a:gd name="connsiteX745" fmla="*/ 194453 w 348678"/>
              <a:gd name="connsiteY745" fmla="*/ 381318 h 622687"/>
              <a:gd name="connsiteX746" fmla="*/ 173378 w 348678"/>
              <a:gd name="connsiteY746" fmla="*/ 393988 h 622687"/>
              <a:gd name="connsiteX747" fmla="*/ 174097 w 348678"/>
              <a:gd name="connsiteY747" fmla="*/ 396769 h 622687"/>
              <a:gd name="connsiteX748" fmla="*/ 173378 w 348678"/>
              <a:gd name="connsiteY748" fmla="*/ 393988 h 622687"/>
              <a:gd name="connsiteX749" fmla="*/ 124121 w 348678"/>
              <a:gd name="connsiteY749" fmla="*/ 387489 h 622687"/>
              <a:gd name="connsiteX750" fmla="*/ 121434 w 348678"/>
              <a:gd name="connsiteY750" fmla="*/ 394769 h 622687"/>
              <a:gd name="connsiteX751" fmla="*/ 124121 w 348678"/>
              <a:gd name="connsiteY751" fmla="*/ 387489 h 622687"/>
              <a:gd name="connsiteX752" fmla="*/ 103843 w 348678"/>
              <a:gd name="connsiteY752" fmla="*/ 444402 h 622687"/>
              <a:gd name="connsiteX753" fmla="*/ 103436 w 348678"/>
              <a:gd name="connsiteY753" fmla="*/ 446777 h 622687"/>
              <a:gd name="connsiteX754" fmla="*/ 103843 w 348678"/>
              <a:gd name="connsiteY754" fmla="*/ 444402 h 622687"/>
              <a:gd name="connsiteX755" fmla="*/ 101015 w 348678"/>
              <a:gd name="connsiteY755" fmla="*/ 450542 h 622687"/>
              <a:gd name="connsiteX756" fmla="*/ 100171 w 348678"/>
              <a:gd name="connsiteY756" fmla="*/ 453823 h 622687"/>
              <a:gd name="connsiteX757" fmla="*/ 101015 w 348678"/>
              <a:gd name="connsiteY757" fmla="*/ 450542 h 622687"/>
              <a:gd name="connsiteX758" fmla="*/ 82518 w 348678"/>
              <a:gd name="connsiteY758" fmla="*/ 237982 h 622687"/>
              <a:gd name="connsiteX759" fmla="*/ 79518 w 348678"/>
              <a:gd name="connsiteY759" fmla="*/ 250183 h 622687"/>
              <a:gd name="connsiteX760" fmla="*/ 83080 w 348678"/>
              <a:gd name="connsiteY760" fmla="*/ 245387 h 622687"/>
              <a:gd name="connsiteX761" fmla="*/ 85470 w 348678"/>
              <a:gd name="connsiteY761" fmla="*/ 245918 h 622687"/>
              <a:gd name="connsiteX762" fmla="*/ 92969 w 348678"/>
              <a:gd name="connsiteY762" fmla="*/ 231061 h 622687"/>
              <a:gd name="connsiteX763" fmla="*/ 94078 w 348678"/>
              <a:gd name="connsiteY763" fmla="*/ 232920 h 622687"/>
              <a:gd name="connsiteX764" fmla="*/ 95375 w 348678"/>
              <a:gd name="connsiteY764" fmla="*/ 227280 h 622687"/>
              <a:gd name="connsiteX765" fmla="*/ 91985 w 348678"/>
              <a:gd name="connsiteY765" fmla="*/ 228889 h 622687"/>
              <a:gd name="connsiteX766" fmla="*/ 109029 w 348678"/>
              <a:gd name="connsiteY766" fmla="*/ 171851 h 622687"/>
              <a:gd name="connsiteX767" fmla="*/ 102921 w 348678"/>
              <a:gd name="connsiteY767" fmla="*/ 187942 h 622687"/>
              <a:gd name="connsiteX768" fmla="*/ 106186 w 348678"/>
              <a:gd name="connsiteY768" fmla="*/ 165024 h 622687"/>
              <a:gd name="connsiteX769" fmla="*/ 103358 w 348678"/>
              <a:gd name="connsiteY769" fmla="*/ 166852 h 622687"/>
              <a:gd name="connsiteX770" fmla="*/ 103233 w 348678"/>
              <a:gd name="connsiteY770" fmla="*/ 164274 h 622687"/>
              <a:gd name="connsiteX771" fmla="*/ 95031 w 348678"/>
              <a:gd name="connsiteY771" fmla="*/ 183553 h 622687"/>
              <a:gd name="connsiteX772" fmla="*/ 91766 w 348678"/>
              <a:gd name="connsiteY772" fmla="*/ 189177 h 622687"/>
              <a:gd name="connsiteX773" fmla="*/ 86517 w 348678"/>
              <a:gd name="connsiteY773" fmla="*/ 204862 h 622687"/>
              <a:gd name="connsiteX774" fmla="*/ 73472 w 348678"/>
              <a:gd name="connsiteY774" fmla="*/ 246090 h 622687"/>
              <a:gd name="connsiteX775" fmla="*/ 75316 w 348678"/>
              <a:gd name="connsiteY775" fmla="*/ 243543 h 622687"/>
              <a:gd name="connsiteX776" fmla="*/ 74597 w 348678"/>
              <a:gd name="connsiteY776" fmla="*/ 249402 h 622687"/>
              <a:gd name="connsiteX777" fmla="*/ 74175 w 348678"/>
              <a:gd name="connsiteY777" fmla="*/ 254635 h 622687"/>
              <a:gd name="connsiteX778" fmla="*/ 82518 w 348678"/>
              <a:gd name="connsiteY778" fmla="*/ 237982 h 622687"/>
              <a:gd name="connsiteX779" fmla="*/ 90844 w 348678"/>
              <a:gd name="connsiteY779" fmla="*/ 227046 h 622687"/>
              <a:gd name="connsiteX780" fmla="*/ 86892 w 348678"/>
              <a:gd name="connsiteY780" fmla="*/ 237091 h 622687"/>
              <a:gd name="connsiteX781" fmla="*/ 84471 w 348678"/>
              <a:gd name="connsiteY781" fmla="*/ 235107 h 622687"/>
              <a:gd name="connsiteX782" fmla="*/ 89157 w 348678"/>
              <a:gd name="connsiteY782" fmla="*/ 226405 h 622687"/>
              <a:gd name="connsiteX783" fmla="*/ 90844 w 348678"/>
              <a:gd name="connsiteY783" fmla="*/ 227046 h 622687"/>
              <a:gd name="connsiteX784" fmla="*/ 90563 w 348678"/>
              <a:gd name="connsiteY784" fmla="*/ 221906 h 622687"/>
              <a:gd name="connsiteX785" fmla="*/ 96515 w 348678"/>
              <a:gd name="connsiteY785" fmla="*/ 206127 h 622687"/>
              <a:gd name="connsiteX786" fmla="*/ 90563 w 348678"/>
              <a:gd name="connsiteY786" fmla="*/ 221906 h 622687"/>
              <a:gd name="connsiteX787" fmla="*/ 95969 w 348678"/>
              <a:gd name="connsiteY787" fmla="*/ 204471 h 622687"/>
              <a:gd name="connsiteX788" fmla="*/ 97375 w 348678"/>
              <a:gd name="connsiteY788" fmla="*/ 202831 h 622687"/>
              <a:gd name="connsiteX789" fmla="*/ 95969 w 348678"/>
              <a:gd name="connsiteY789" fmla="*/ 204471 h 622687"/>
              <a:gd name="connsiteX790" fmla="*/ 95125 w 348678"/>
              <a:gd name="connsiteY790" fmla="*/ 194785 h 622687"/>
              <a:gd name="connsiteX791" fmla="*/ 94703 w 348678"/>
              <a:gd name="connsiteY791" fmla="*/ 197144 h 622687"/>
              <a:gd name="connsiteX792" fmla="*/ 95125 w 348678"/>
              <a:gd name="connsiteY792" fmla="*/ 194785 h 622687"/>
              <a:gd name="connsiteX793" fmla="*/ 93282 w 348678"/>
              <a:gd name="connsiteY793" fmla="*/ 197347 h 622687"/>
              <a:gd name="connsiteX794" fmla="*/ 94984 w 348678"/>
              <a:gd name="connsiteY794" fmla="*/ 197988 h 622687"/>
              <a:gd name="connsiteX795" fmla="*/ 88173 w 348678"/>
              <a:gd name="connsiteY795" fmla="*/ 208408 h 622687"/>
              <a:gd name="connsiteX796" fmla="*/ 93282 w 348678"/>
              <a:gd name="connsiteY796" fmla="*/ 197347 h 622687"/>
              <a:gd name="connsiteX797" fmla="*/ 84064 w 348678"/>
              <a:gd name="connsiteY797" fmla="*/ 223078 h 622687"/>
              <a:gd name="connsiteX798" fmla="*/ 88173 w 348678"/>
              <a:gd name="connsiteY798" fmla="*/ 214157 h 622687"/>
              <a:gd name="connsiteX799" fmla="*/ 89595 w 348678"/>
              <a:gd name="connsiteY799" fmla="*/ 212532 h 622687"/>
              <a:gd name="connsiteX800" fmla="*/ 86892 w 348678"/>
              <a:gd name="connsiteY800" fmla="*/ 221250 h 622687"/>
              <a:gd name="connsiteX801" fmla="*/ 90282 w 348678"/>
              <a:gd name="connsiteY801" fmla="*/ 222515 h 622687"/>
              <a:gd name="connsiteX802" fmla="*/ 87033 w 348678"/>
              <a:gd name="connsiteY802" fmla="*/ 222390 h 622687"/>
              <a:gd name="connsiteX803" fmla="*/ 84064 w 348678"/>
              <a:gd name="connsiteY803" fmla="*/ 233170 h 622687"/>
              <a:gd name="connsiteX804" fmla="*/ 84064 w 348678"/>
              <a:gd name="connsiteY804" fmla="*/ 223078 h 622687"/>
              <a:gd name="connsiteX805" fmla="*/ 81940 w 348678"/>
              <a:gd name="connsiteY805" fmla="*/ 233451 h 622687"/>
              <a:gd name="connsiteX806" fmla="*/ 83064 w 348678"/>
              <a:gd name="connsiteY806" fmla="*/ 233873 h 622687"/>
              <a:gd name="connsiteX807" fmla="*/ 81924 w 348678"/>
              <a:gd name="connsiteY807" fmla="*/ 236326 h 622687"/>
              <a:gd name="connsiteX808" fmla="*/ 81940 w 348678"/>
              <a:gd name="connsiteY808" fmla="*/ 233451 h 622687"/>
              <a:gd name="connsiteX809" fmla="*/ 67911 w 348678"/>
              <a:gd name="connsiteY809" fmla="*/ 271070 h 622687"/>
              <a:gd name="connsiteX810" fmla="*/ 65770 w 348678"/>
              <a:gd name="connsiteY810" fmla="*/ 280006 h 622687"/>
              <a:gd name="connsiteX811" fmla="*/ 67911 w 348678"/>
              <a:gd name="connsiteY811" fmla="*/ 271070 h 622687"/>
              <a:gd name="connsiteX812" fmla="*/ 83455 w 348678"/>
              <a:gd name="connsiteY812" fmla="*/ 375194 h 622687"/>
              <a:gd name="connsiteX813" fmla="*/ 77519 w 348678"/>
              <a:gd name="connsiteY813" fmla="*/ 386677 h 622687"/>
              <a:gd name="connsiteX814" fmla="*/ 77362 w 348678"/>
              <a:gd name="connsiteY814" fmla="*/ 391301 h 622687"/>
              <a:gd name="connsiteX815" fmla="*/ 83455 w 348678"/>
              <a:gd name="connsiteY815" fmla="*/ 375194 h 622687"/>
              <a:gd name="connsiteX816" fmla="*/ 197031 w 348678"/>
              <a:gd name="connsiteY816" fmla="*/ 477725 h 622687"/>
              <a:gd name="connsiteX817" fmla="*/ 197015 w 348678"/>
              <a:gd name="connsiteY817" fmla="*/ 476288 h 622687"/>
              <a:gd name="connsiteX818" fmla="*/ 207217 w 348678"/>
              <a:gd name="connsiteY818" fmla="*/ 459931 h 622687"/>
              <a:gd name="connsiteX819" fmla="*/ 206092 w 348678"/>
              <a:gd name="connsiteY819" fmla="*/ 456619 h 622687"/>
              <a:gd name="connsiteX820" fmla="*/ 194906 w 348678"/>
              <a:gd name="connsiteY820" fmla="*/ 478022 h 622687"/>
              <a:gd name="connsiteX821" fmla="*/ 197031 w 348678"/>
              <a:gd name="connsiteY821" fmla="*/ 477725 h 622687"/>
              <a:gd name="connsiteX822" fmla="*/ 13966 w 348678"/>
              <a:gd name="connsiteY822" fmla="*/ 401128 h 622687"/>
              <a:gd name="connsiteX823" fmla="*/ 12138 w 348678"/>
              <a:gd name="connsiteY823" fmla="*/ 399362 h 622687"/>
              <a:gd name="connsiteX824" fmla="*/ 13528 w 348678"/>
              <a:gd name="connsiteY824" fmla="*/ 399159 h 622687"/>
              <a:gd name="connsiteX825" fmla="*/ 8873 w 348678"/>
              <a:gd name="connsiteY825" fmla="*/ 397785 h 622687"/>
              <a:gd name="connsiteX826" fmla="*/ 7311 w 348678"/>
              <a:gd name="connsiteY826" fmla="*/ 401159 h 622687"/>
              <a:gd name="connsiteX827" fmla="*/ 12685 w 348678"/>
              <a:gd name="connsiteY827" fmla="*/ 402440 h 622687"/>
              <a:gd name="connsiteX828" fmla="*/ 13966 w 348678"/>
              <a:gd name="connsiteY828" fmla="*/ 401128 h 622687"/>
              <a:gd name="connsiteX829" fmla="*/ 79050 w 348678"/>
              <a:gd name="connsiteY829" fmla="*/ 518359 h 622687"/>
              <a:gd name="connsiteX830" fmla="*/ 80159 w 348678"/>
              <a:gd name="connsiteY830" fmla="*/ 518781 h 622687"/>
              <a:gd name="connsiteX831" fmla="*/ 80440 w 348678"/>
              <a:gd name="connsiteY831" fmla="*/ 518172 h 622687"/>
              <a:gd name="connsiteX832" fmla="*/ 79768 w 348678"/>
              <a:gd name="connsiteY832" fmla="*/ 518281 h 622687"/>
              <a:gd name="connsiteX833" fmla="*/ 82018 w 348678"/>
              <a:gd name="connsiteY833" fmla="*/ 517688 h 622687"/>
              <a:gd name="connsiteX834" fmla="*/ 86533 w 348678"/>
              <a:gd name="connsiteY834" fmla="*/ 509283 h 622687"/>
              <a:gd name="connsiteX835" fmla="*/ 79050 w 348678"/>
              <a:gd name="connsiteY835" fmla="*/ 518359 h 622687"/>
              <a:gd name="connsiteX836" fmla="*/ 47851 w 348678"/>
              <a:gd name="connsiteY836" fmla="*/ 512829 h 622687"/>
              <a:gd name="connsiteX837" fmla="*/ 46023 w 348678"/>
              <a:gd name="connsiteY837" fmla="*/ 518266 h 622687"/>
              <a:gd name="connsiteX838" fmla="*/ 47851 w 348678"/>
              <a:gd name="connsiteY838" fmla="*/ 512829 h 622687"/>
              <a:gd name="connsiteX839" fmla="*/ 67130 w 348678"/>
              <a:gd name="connsiteY839" fmla="*/ 452307 h 622687"/>
              <a:gd name="connsiteX840" fmla="*/ 70519 w 348678"/>
              <a:gd name="connsiteY840" fmla="*/ 440606 h 622687"/>
              <a:gd name="connsiteX841" fmla="*/ 67130 w 348678"/>
              <a:gd name="connsiteY841" fmla="*/ 452307 h 622687"/>
              <a:gd name="connsiteX842" fmla="*/ 105764 w 348678"/>
              <a:gd name="connsiteY842" fmla="*/ 622671 h 622687"/>
              <a:gd name="connsiteX843" fmla="*/ 109560 w 348678"/>
              <a:gd name="connsiteY843" fmla="*/ 620125 h 622687"/>
              <a:gd name="connsiteX844" fmla="*/ 127120 w 348678"/>
              <a:gd name="connsiteY844" fmla="*/ 593535 h 622687"/>
              <a:gd name="connsiteX845" fmla="*/ 133619 w 348678"/>
              <a:gd name="connsiteY845" fmla="*/ 596675 h 622687"/>
              <a:gd name="connsiteX846" fmla="*/ 137275 w 348678"/>
              <a:gd name="connsiteY846" fmla="*/ 591567 h 622687"/>
              <a:gd name="connsiteX847" fmla="*/ 145773 w 348678"/>
              <a:gd name="connsiteY847" fmla="*/ 573132 h 622687"/>
              <a:gd name="connsiteX848" fmla="*/ 147633 w 348678"/>
              <a:gd name="connsiteY848" fmla="*/ 567695 h 622687"/>
              <a:gd name="connsiteX849" fmla="*/ 141540 w 348678"/>
              <a:gd name="connsiteY849" fmla="*/ 578022 h 622687"/>
              <a:gd name="connsiteX850" fmla="*/ 134338 w 348678"/>
              <a:gd name="connsiteY850" fmla="*/ 582177 h 622687"/>
              <a:gd name="connsiteX851" fmla="*/ 145367 w 348678"/>
              <a:gd name="connsiteY851" fmla="*/ 565399 h 622687"/>
              <a:gd name="connsiteX852" fmla="*/ 157678 w 348678"/>
              <a:gd name="connsiteY852" fmla="*/ 547292 h 622687"/>
              <a:gd name="connsiteX853" fmla="*/ 156709 w 348678"/>
              <a:gd name="connsiteY853" fmla="*/ 546574 h 622687"/>
              <a:gd name="connsiteX854" fmla="*/ 143133 w 348678"/>
              <a:gd name="connsiteY854" fmla="*/ 558791 h 622687"/>
              <a:gd name="connsiteX855" fmla="*/ 145539 w 348678"/>
              <a:gd name="connsiteY855" fmla="*/ 550682 h 622687"/>
              <a:gd name="connsiteX856" fmla="*/ 138196 w 348678"/>
              <a:gd name="connsiteY856" fmla="*/ 556588 h 622687"/>
              <a:gd name="connsiteX857" fmla="*/ 144539 w 348678"/>
              <a:gd name="connsiteY857" fmla="*/ 548511 h 622687"/>
              <a:gd name="connsiteX858" fmla="*/ 140618 w 348678"/>
              <a:gd name="connsiteY858" fmla="*/ 547042 h 622687"/>
              <a:gd name="connsiteX859" fmla="*/ 130291 w 348678"/>
              <a:gd name="connsiteY859" fmla="*/ 559400 h 622687"/>
              <a:gd name="connsiteX860" fmla="*/ 127182 w 348678"/>
              <a:gd name="connsiteY860" fmla="*/ 560400 h 622687"/>
              <a:gd name="connsiteX861" fmla="*/ 130432 w 348678"/>
              <a:gd name="connsiteY861" fmla="*/ 560540 h 622687"/>
              <a:gd name="connsiteX862" fmla="*/ 133244 w 348678"/>
              <a:gd name="connsiteY862" fmla="*/ 574554 h 622687"/>
              <a:gd name="connsiteX863" fmla="*/ 120652 w 348678"/>
              <a:gd name="connsiteY863" fmla="*/ 597581 h 622687"/>
              <a:gd name="connsiteX864" fmla="*/ 105764 w 348678"/>
              <a:gd name="connsiteY864" fmla="*/ 622671 h 622687"/>
              <a:gd name="connsiteX865" fmla="*/ 141415 w 348678"/>
              <a:gd name="connsiteY865" fmla="*/ 561071 h 622687"/>
              <a:gd name="connsiteX866" fmla="*/ 138446 w 348678"/>
              <a:gd name="connsiteY866" fmla="*/ 567524 h 622687"/>
              <a:gd name="connsiteX867" fmla="*/ 141415 w 348678"/>
              <a:gd name="connsiteY867" fmla="*/ 561071 h 622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</a:cxnLst>
            <a:rect l="l" t="t" r="r" b="b"/>
            <a:pathLst>
              <a:path w="348678" h="622687">
                <a:moveTo>
                  <a:pt x="339087" y="22906"/>
                </a:moveTo>
                <a:cubicBezTo>
                  <a:pt x="342430" y="14470"/>
                  <a:pt x="333353" y="7752"/>
                  <a:pt x="326120" y="784"/>
                </a:cubicBezTo>
                <a:cubicBezTo>
                  <a:pt x="308185" y="-3340"/>
                  <a:pt x="321871" y="9814"/>
                  <a:pt x="326104" y="16626"/>
                </a:cubicBezTo>
                <a:cubicBezTo>
                  <a:pt x="328791" y="20984"/>
                  <a:pt x="328245" y="23859"/>
                  <a:pt x="330463" y="27249"/>
                </a:cubicBezTo>
                <a:cubicBezTo>
                  <a:pt x="331072" y="24078"/>
                  <a:pt x="333103" y="21437"/>
                  <a:pt x="339087" y="22906"/>
                </a:cubicBezTo>
                <a:moveTo>
                  <a:pt x="343711" y="42997"/>
                </a:moveTo>
                <a:cubicBezTo>
                  <a:pt x="344648" y="41247"/>
                  <a:pt x="345086" y="39544"/>
                  <a:pt x="342602" y="38263"/>
                </a:cubicBezTo>
                <a:cubicBezTo>
                  <a:pt x="340899" y="39091"/>
                  <a:pt x="341305" y="41794"/>
                  <a:pt x="343711" y="42997"/>
                </a:cubicBezTo>
                <a:moveTo>
                  <a:pt x="135306" y="15657"/>
                </a:moveTo>
                <a:cubicBezTo>
                  <a:pt x="130994" y="17501"/>
                  <a:pt x="133557" y="22594"/>
                  <a:pt x="136150" y="25327"/>
                </a:cubicBezTo>
                <a:cubicBezTo>
                  <a:pt x="138228" y="22547"/>
                  <a:pt x="140680" y="18266"/>
                  <a:pt x="135306" y="15657"/>
                </a:cubicBezTo>
                <a:moveTo>
                  <a:pt x="122730" y="146387"/>
                </a:moveTo>
                <a:cubicBezTo>
                  <a:pt x="122918" y="148246"/>
                  <a:pt x="121293" y="148652"/>
                  <a:pt x="122152" y="150495"/>
                </a:cubicBezTo>
                <a:cubicBezTo>
                  <a:pt x="124261" y="150480"/>
                  <a:pt x="124308" y="148355"/>
                  <a:pt x="124417" y="147012"/>
                </a:cubicBezTo>
                <a:lnTo>
                  <a:pt x="122730" y="146387"/>
                </a:lnTo>
                <a:close/>
                <a:moveTo>
                  <a:pt x="111263" y="164071"/>
                </a:moveTo>
                <a:cubicBezTo>
                  <a:pt x="110388" y="165930"/>
                  <a:pt x="109373" y="167789"/>
                  <a:pt x="110154" y="169414"/>
                </a:cubicBezTo>
                <a:cubicBezTo>
                  <a:pt x="110170" y="167680"/>
                  <a:pt x="113528" y="165493"/>
                  <a:pt x="111263" y="164071"/>
                </a:cubicBezTo>
                <a:moveTo>
                  <a:pt x="123402" y="170758"/>
                </a:moveTo>
                <a:cubicBezTo>
                  <a:pt x="124199" y="170133"/>
                  <a:pt x="124870" y="169649"/>
                  <a:pt x="123683" y="168696"/>
                </a:cubicBezTo>
                <a:cubicBezTo>
                  <a:pt x="122496" y="168836"/>
                  <a:pt x="122433" y="170102"/>
                  <a:pt x="123402" y="170758"/>
                </a:cubicBezTo>
                <a:moveTo>
                  <a:pt x="98359" y="217953"/>
                </a:moveTo>
                <a:cubicBezTo>
                  <a:pt x="100312" y="216485"/>
                  <a:pt x="102312" y="211126"/>
                  <a:pt x="100624" y="210158"/>
                </a:cubicBezTo>
                <a:cubicBezTo>
                  <a:pt x="101046" y="212470"/>
                  <a:pt x="97765" y="215063"/>
                  <a:pt x="98359" y="217953"/>
                </a:cubicBezTo>
                <a:moveTo>
                  <a:pt x="96641" y="223093"/>
                </a:moveTo>
                <a:cubicBezTo>
                  <a:pt x="97703" y="222109"/>
                  <a:pt x="98765" y="219578"/>
                  <a:pt x="97781" y="219203"/>
                </a:cubicBezTo>
                <a:cubicBezTo>
                  <a:pt x="97625" y="220453"/>
                  <a:pt x="95656" y="221984"/>
                  <a:pt x="96641" y="223093"/>
                </a:cubicBezTo>
                <a:moveTo>
                  <a:pt x="94391" y="226561"/>
                </a:moveTo>
                <a:cubicBezTo>
                  <a:pt x="96172" y="227593"/>
                  <a:pt x="96781" y="224749"/>
                  <a:pt x="96078" y="224312"/>
                </a:cubicBezTo>
                <a:cubicBezTo>
                  <a:pt x="95969" y="225609"/>
                  <a:pt x="94500" y="225280"/>
                  <a:pt x="94391" y="226561"/>
                </a:cubicBezTo>
                <a:moveTo>
                  <a:pt x="88861" y="245762"/>
                </a:moveTo>
                <a:cubicBezTo>
                  <a:pt x="86908" y="246324"/>
                  <a:pt x="86330" y="248152"/>
                  <a:pt x="87736" y="249667"/>
                </a:cubicBezTo>
                <a:cubicBezTo>
                  <a:pt x="86970" y="247902"/>
                  <a:pt x="89907" y="247449"/>
                  <a:pt x="88861" y="245762"/>
                </a:cubicBezTo>
                <a:moveTo>
                  <a:pt x="84908" y="247168"/>
                </a:moveTo>
                <a:cubicBezTo>
                  <a:pt x="83799" y="249308"/>
                  <a:pt x="81518" y="252307"/>
                  <a:pt x="82768" y="254651"/>
                </a:cubicBezTo>
                <a:cubicBezTo>
                  <a:pt x="85345" y="253385"/>
                  <a:pt x="84346" y="250292"/>
                  <a:pt x="84908" y="247168"/>
                </a:cubicBezTo>
                <a:moveTo>
                  <a:pt x="78831" y="250308"/>
                </a:moveTo>
                <a:lnTo>
                  <a:pt x="78268" y="251526"/>
                </a:lnTo>
                <a:cubicBezTo>
                  <a:pt x="81127" y="252589"/>
                  <a:pt x="80815" y="251339"/>
                  <a:pt x="78831" y="250308"/>
                </a:cubicBezTo>
                <a:moveTo>
                  <a:pt x="81502" y="258853"/>
                </a:moveTo>
                <a:cubicBezTo>
                  <a:pt x="82268" y="258228"/>
                  <a:pt x="84439" y="256307"/>
                  <a:pt x="82486" y="255260"/>
                </a:cubicBezTo>
                <a:cubicBezTo>
                  <a:pt x="83393" y="256604"/>
                  <a:pt x="79424" y="257682"/>
                  <a:pt x="81502" y="258853"/>
                </a:cubicBezTo>
                <a:moveTo>
                  <a:pt x="78971" y="254307"/>
                </a:moveTo>
                <a:cubicBezTo>
                  <a:pt x="78721" y="254651"/>
                  <a:pt x="78472" y="254979"/>
                  <a:pt x="77534" y="254495"/>
                </a:cubicBezTo>
                <a:cubicBezTo>
                  <a:pt x="78143" y="257072"/>
                  <a:pt x="74472" y="258838"/>
                  <a:pt x="76691" y="262103"/>
                </a:cubicBezTo>
                <a:cubicBezTo>
                  <a:pt x="77253" y="258900"/>
                  <a:pt x="80330" y="256994"/>
                  <a:pt x="78971" y="254307"/>
                </a:cubicBezTo>
                <a:moveTo>
                  <a:pt x="73019" y="255697"/>
                </a:moveTo>
                <a:cubicBezTo>
                  <a:pt x="72879" y="257416"/>
                  <a:pt x="69551" y="258025"/>
                  <a:pt x="72582" y="259494"/>
                </a:cubicBezTo>
                <a:cubicBezTo>
                  <a:pt x="73222" y="258150"/>
                  <a:pt x="74081" y="256807"/>
                  <a:pt x="73019" y="255697"/>
                </a:cubicBezTo>
                <a:moveTo>
                  <a:pt x="89251" y="263556"/>
                </a:moveTo>
                <a:cubicBezTo>
                  <a:pt x="89079" y="265024"/>
                  <a:pt x="86517" y="266805"/>
                  <a:pt x="88532" y="267977"/>
                </a:cubicBezTo>
                <a:cubicBezTo>
                  <a:pt x="88314" y="266743"/>
                  <a:pt x="90313" y="263712"/>
                  <a:pt x="89251" y="263556"/>
                </a:cubicBezTo>
                <a:moveTo>
                  <a:pt x="78253" y="265930"/>
                </a:moveTo>
                <a:cubicBezTo>
                  <a:pt x="78331" y="267383"/>
                  <a:pt x="75550" y="267430"/>
                  <a:pt x="77659" y="268602"/>
                </a:cubicBezTo>
                <a:cubicBezTo>
                  <a:pt x="77659" y="267727"/>
                  <a:pt x="79409" y="266633"/>
                  <a:pt x="78253" y="265930"/>
                </a:cubicBezTo>
                <a:moveTo>
                  <a:pt x="87142" y="269602"/>
                </a:moveTo>
                <a:cubicBezTo>
                  <a:pt x="86954" y="270867"/>
                  <a:pt x="84986" y="272382"/>
                  <a:pt x="85986" y="273492"/>
                </a:cubicBezTo>
                <a:cubicBezTo>
                  <a:pt x="87470" y="273007"/>
                  <a:pt x="87861" y="269680"/>
                  <a:pt x="87142" y="269602"/>
                </a:cubicBezTo>
                <a:moveTo>
                  <a:pt x="94610" y="274913"/>
                </a:moveTo>
                <a:lnTo>
                  <a:pt x="93625" y="277069"/>
                </a:lnTo>
                <a:cubicBezTo>
                  <a:pt x="95219" y="278116"/>
                  <a:pt x="96578" y="275179"/>
                  <a:pt x="94610" y="274913"/>
                </a:cubicBezTo>
                <a:moveTo>
                  <a:pt x="64817" y="280725"/>
                </a:moveTo>
                <a:cubicBezTo>
                  <a:pt x="64411" y="282881"/>
                  <a:pt x="60771" y="285255"/>
                  <a:pt x="63677" y="286068"/>
                </a:cubicBezTo>
                <a:cubicBezTo>
                  <a:pt x="62833" y="285349"/>
                  <a:pt x="66020" y="281256"/>
                  <a:pt x="64817" y="280725"/>
                </a:cubicBezTo>
                <a:moveTo>
                  <a:pt x="85111" y="294066"/>
                </a:moveTo>
                <a:cubicBezTo>
                  <a:pt x="85033" y="295316"/>
                  <a:pt x="82408" y="295519"/>
                  <a:pt x="84549" y="296738"/>
                </a:cubicBezTo>
                <a:cubicBezTo>
                  <a:pt x="84549" y="295879"/>
                  <a:pt x="86298" y="294769"/>
                  <a:pt x="85111" y="294066"/>
                </a:cubicBezTo>
                <a:moveTo>
                  <a:pt x="53444" y="290895"/>
                </a:moveTo>
                <a:cubicBezTo>
                  <a:pt x="53429" y="291004"/>
                  <a:pt x="53382" y="291114"/>
                  <a:pt x="53350" y="291208"/>
                </a:cubicBezTo>
                <a:cubicBezTo>
                  <a:pt x="53413" y="291129"/>
                  <a:pt x="53444" y="291020"/>
                  <a:pt x="53444" y="290895"/>
                </a:cubicBezTo>
                <a:moveTo>
                  <a:pt x="52788" y="285240"/>
                </a:moveTo>
                <a:cubicBezTo>
                  <a:pt x="50710" y="286208"/>
                  <a:pt x="53475" y="289645"/>
                  <a:pt x="53444" y="290895"/>
                </a:cubicBezTo>
                <a:cubicBezTo>
                  <a:pt x="53960" y="289192"/>
                  <a:pt x="54616" y="287489"/>
                  <a:pt x="54506" y="285880"/>
                </a:cubicBezTo>
                <a:lnTo>
                  <a:pt x="52788" y="285240"/>
                </a:lnTo>
                <a:close/>
                <a:moveTo>
                  <a:pt x="59974" y="292598"/>
                </a:moveTo>
                <a:lnTo>
                  <a:pt x="59271" y="294129"/>
                </a:lnTo>
                <a:cubicBezTo>
                  <a:pt x="60787" y="295269"/>
                  <a:pt x="61927" y="292785"/>
                  <a:pt x="59974" y="292598"/>
                </a:cubicBezTo>
                <a:moveTo>
                  <a:pt x="56459" y="303174"/>
                </a:moveTo>
                <a:cubicBezTo>
                  <a:pt x="58131" y="301628"/>
                  <a:pt x="60490" y="297675"/>
                  <a:pt x="59287" y="295582"/>
                </a:cubicBezTo>
                <a:cubicBezTo>
                  <a:pt x="58021" y="297910"/>
                  <a:pt x="56022" y="300503"/>
                  <a:pt x="56459" y="303174"/>
                </a:cubicBezTo>
                <a:moveTo>
                  <a:pt x="65770" y="301612"/>
                </a:moveTo>
                <a:cubicBezTo>
                  <a:pt x="66911" y="300987"/>
                  <a:pt x="67489" y="299706"/>
                  <a:pt x="66473" y="298628"/>
                </a:cubicBezTo>
                <a:cubicBezTo>
                  <a:pt x="66426" y="299597"/>
                  <a:pt x="64646" y="300800"/>
                  <a:pt x="65770" y="301612"/>
                </a:cubicBezTo>
                <a:moveTo>
                  <a:pt x="48961" y="309377"/>
                </a:moveTo>
                <a:cubicBezTo>
                  <a:pt x="51819" y="306455"/>
                  <a:pt x="54444" y="298191"/>
                  <a:pt x="54350" y="294816"/>
                </a:cubicBezTo>
                <a:cubicBezTo>
                  <a:pt x="51210" y="298816"/>
                  <a:pt x="52366" y="304596"/>
                  <a:pt x="47711" y="304940"/>
                </a:cubicBezTo>
                <a:cubicBezTo>
                  <a:pt x="47633" y="306674"/>
                  <a:pt x="49648" y="308127"/>
                  <a:pt x="47976" y="310080"/>
                </a:cubicBezTo>
                <a:cubicBezTo>
                  <a:pt x="47992" y="311251"/>
                  <a:pt x="48961" y="309830"/>
                  <a:pt x="48961" y="309377"/>
                </a:cubicBezTo>
                <a:moveTo>
                  <a:pt x="50929" y="295004"/>
                </a:moveTo>
                <a:cubicBezTo>
                  <a:pt x="49835" y="298472"/>
                  <a:pt x="47804" y="300128"/>
                  <a:pt x="48820" y="302503"/>
                </a:cubicBezTo>
                <a:cubicBezTo>
                  <a:pt x="49132" y="300050"/>
                  <a:pt x="52960" y="297113"/>
                  <a:pt x="50929" y="295004"/>
                </a:cubicBezTo>
                <a:moveTo>
                  <a:pt x="87501" y="314766"/>
                </a:moveTo>
                <a:cubicBezTo>
                  <a:pt x="87673" y="313970"/>
                  <a:pt x="89610" y="311439"/>
                  <a:pt x="88204" y="311782"/>
                </a:cubicBezTo>
                <a:cubicBezTo>
                  <a:pt x="88048" y="312595"/>
                  <a:pt x="86111" y="315110"/>
                  <a:pt x="87501" y="314766"/>
                </a:cubicBezTo>
                <a:moveTo>
                  <a:pt x="101030" y="327014"/>
                </a:moveTo>
                <a:cubicBezTo>
                  <a:pt x="100562" y="328655"/>
                  <a:pt x="95672" y="329561"/>
                  <a:pt x="98203" y="331717"/>
                </a:cubicBezTo>
                <a:cubicBezTo>
                  <a:pt x="98281" y="330998"/>
                  <a:pt x="103624" y="329358"/>
                  <a:pt x="101030" y="327014"/>
                </a:cubicBezTo>
                <a:moveTo>
                  <a:pt x="107092" y="339716"/>
                </a:moveTo>
                <a:cubicBezTo>
                  <a:pt x="107842" y="339512"/>
                  <a:pt x="109795" y="336935"/>
                  <a:pt x="107514" y="337357"/>
                </a:cubicBezTo>
                <a:cubicBezTo>
                  <a:pt x="106967" y="338106"/>
                  <a:pt x="104405" y="344980"/>
                  <a:pt x="107092" y="339716"/>
                </a:cubicBezTo>
                <a:moveTo>
                  <a:pt x="50226" y="318141"/>
                </a:moveTo>
                <a:cubicBezTo>
                  <a:pt x="49929" y="320062"/>
                  <a:pt x="47679" y="320531"/>
                  <a:pt x="49070" y="322031"/>
                </a:cubicBezTo>
                <a:cubicBezTo>
                  <a:pt x="49632" y="320250"/>
                  <a:pt x="51413" y="319859"/>
                  <a:pt x="50226" y="318141"/>
                </a:cubicBezTo>
                <a:moveTo>
                  <a:pt x="101437" y="340497"/>
                </a:moveTo>
                <a:cubicBezTo>
                  <a:pt x="102140" y="339512"/>
                  <a:pt x="102858" y="339106"/>
                  <a:pt x="102015" y="337825"/>
                </a:cubicBezTo>
                <a:cubicBezTo>
                  <a:pt x="101265" y="338825"/>
                  <a:pt x="100343" y="339247"/>
                  <a:pt x="101437" y="340497"/>
                </a:cubicBezTo>
                <a:moveTo>
                  <a:pt x="47242" y="324593"/>
                </a:moveTo>
                <a:cubicBezTo>
                  <a:pt x="46617" y="326405"/>
                  <a:pt x="44727" y="328389"/>
                  <a:pt x="46101" y="329936"/>
                </a:cubicBezTo>
                <a:cubicBezTo>
                  <a:pt x="46820" y="328530"/>
                  <a:pt x="48617" y="326421"/>
                  <a:pt x="47242" y="324593"/>
                </a:cubicBezTo>
                <a:moveTo>
                  <a:pt x="55569" y="328061"/>
                </a:moveTo>
                <a:cubicBezTo>
                  <a:pt x="54194" y="329077"/>
                  <a:pt x="53022" y="330389"/>
                  <a:pt x="52304" y="332248"/>
                </a:cubicBezTo>
                <a:cubicBezTo>
                  <a:pt x="55210" y="333388"/>
                  <a:pt x="55803" y="329155"/>
                  <a:pt x="55569" y="328061"/>
                </a:cubicBezTo>
                <a:moveTo>
                  <a:pt x="50351" y="326468"/>
                </a:moveTo>
                <a:cubicBezTo>
                  <a:pt x="49414" y="328795"/>
                  <a:pt x="47554" y="331264"/>
                  <a:pt x="48507" y="333342"/>
                </a:cubicBezTo>
                <a:cubicBezTo>
                  <a:pt x="49179" y="330873"/>
                  <a:pt x="52163" y="327796"/>
                  <a:pt x="50351" y="326468"/>
                </a:cubicBezTo>
                <a:moveTo>
                  <a:pt x="42290" y="335357"/>
                </a:moveTo>
                <a:cubicBezTo>
                  <a:pt x="42258" y="336450"/>
                  <a:pt x="41196" y="336263"/>
                  <a:pt x="40884" y="336997"/>
                </a:cubicBezTo>
                <a:cubicBezTo>
                  <a:pt x="41665" y="337278"/>
                  <a:pt x="42055" y="337607"/>
                  <a:pt x="42430" y="337935"/>
                </a:cubicBezTo>
                <a:cubicBezTo>
                  <a:pt x="43618" y="337731"/>
                  <a:pt x="42602" y="336200"/>
                  <a:pt x="42290" y="335357"/>
                </a:cubicBezTo>
                <a:moveTo>
                  <a:pt x="99874" y="356838"/>
                </a:moveTo>
                <a:cubicBezTo>
                  <a:pt x="96812" y="361525"/>
                  <a:pt x="101218" y="359181"/>
                  <a:pt x="99874" y="356838"/>
                </a:cubicBezTo>
                <a:moveTo>
                  <a:pt x="111451" y="361884"/>
                </a:moveTo>
                <a:cubicBezTo>
                  <a:pt x="109998" y="365087"/>
                  <a:pt x="113435" y="364618"/>
                  <a:pt x="111451" y="361884"/>
                </a:cubicBezTo>
                <a:moveTo>
                  <a:pt x="92391" y="358728"/>
                </a:moveTo>
                <a:cubicBezTo>
                  <a:pt x="91376" y="359744"/>
                  <a:pt x="90376" y="361290"/>
                  <a:pt x="90548" y="362728"/>
                </a:cubicBezTo>
                <a:cubicBezTo>
                  <a:pt x="91735" y="361728"/>
                  <a:pt x="93813" y="360290"/>
                  <a:pt x="92391" y="358728"/>
                </a:cubicBezTo>
                <a:moveTo>
                  <a:pt x="86455" y="361556"/>
                </a:moveTo>
                <a:cubicBezTo>
                  <a:pt x="82565" y="369758"/>
                  <a:pt x="77768" y="375101"/>
                  <a:pt x="75269" y="381506"/>
                </a:cubicBezTo>
                <a:cubicBezTo>
                  <a:pt x="81362" y="377428"/>
                  <a:pt x="85439" y="368852"/>
                  <a:pt x="86455" y="361556"/>
                </a:cubicBezTo>
                <a:moveTo>
                  <a:pt x="93079" y="370148"/>
                </a:moveTo>
                <a:cubicBezTo>
                  <a:pt x="92922" y="371570"/>
                  <a:pt x="91485" y="371398"/>
                  <a:pt x="91235" y="372695"/>
                </a:cubicBezTo>
                <a:cubicBezTo>
                  <a:pt x="93141" y="373117"/>
                  <a:pt x="94282" y="370851"/>
                  <a:pt x="93079" y="370148"/>
                </a:cubicBezTo>
                <a:moveTo>
                  <a:pt x="100546" y="374023"/>
                </a:moveTo>
                <a:cubicBezTo>
                  <a:pt x="100437" y="376007"/>
                  <a:pt x="97250" y="378100"/>
                  <a:pt x="98843" y="379162"/>
                </a:cubicBezTo>
                <a:cubicBezTo>
                  <a:pt x="99640" y="377085"/>
                  <a:pt x="101811" y="375929"/>
                  <a:pt x="100546" y="374023"/>
                </a:cubicBezTo>
                <a:moveTo>
                  <a:pt x="83877" y="374288"/>
                </a:moveTo>
                <a:cubicBezTo>
                  <a:pt x="86376" y="374710"/>
                  <a:pt x="88173" y="371023"/>
                  <a:pt x="86720" y="369586"/>
                </a:cubicBezTo>
                <a:cubicBezTo>
                  <a:pt x="84861" y="370992"/>
                  <a:pt x="85127" y="372851"/>
                  <a:pt x="83877" y="374288"/>
                </a:cubicBezTo>
                <a:moveTo>
                  <a:pt x="242399" y="438106"/>
                </a:moveTo>
                <a:cubicBezTo>
                  <a:pt x="243539" y="434763"/>
                  <a:pt x="245383" y="432717"/>
                  <a:pt x="245523" y="429904"/>
                </a:cubicBezTo>
                <a:cubicBezTo>
                  <a:pt x="243914" y="431623"/>
                  <a:pt x="241055" y="435857"/>
                  <a:pt x="242399" y="438106"/>
                </a:cubicBezTo>
                <a:moveTo>
                  <a:pt x="237759" y="428092"/>
                </a:moveTo>
                <a:cubicBezTo>
                  <a:pt x="237197" y="429233"/>
                  <a:pt x="237025" y="430311"/>
                  <a:pt x="237618" y="431279"/>
                </a:cubicBezTo>
                <a:cubicBezTo>
                  <a:pt x="239602" y="431607"/>
                  <a:pt x="239306" y="428998"/>
                  <a:pt x="237759" y="428092"/>
                </a:cubicBezTo>
                <a:moveTo>
                  <a:pt x="33072" y="356760"/>
                </a:moveTo>
                <a:cubicBezTo>
                  <a:pt x="32432" y="358275"/>
                  <a:pt x="30401" y="359244"/>
                  <a:pt x="30948" y="361368"/>
                </a:cubicBezTo>
                <a:cubicBezTo>
                  <a:pt x="32697" y="360603"/>
                  <a:pt x="33338" y="358634"/>
                  <a:pt x="33072" y="356760"/>
                </a:cubicBezTo>
                <a:moveTo>
                  <a:pt x="21480" y="363243"/>
                </a:moveTo>
                <a:cubicBezTo>
                  <a:pt x="20434" y="362806"/>
                  <a:pt x="22621" y="362462"/>
                  <a:pt x="22340" y="361400"/>
                </a:cubicBezTo>
                <a:cubicBezTo>
                  <a:pt x="20418" y="360494"/>
                  <a:pt x="19309" y="360572"/>
                  <a:pt x="18528" y="361056"/>
                </a:cubicBezTo>
                <a:cubicBezTo>
                  <a:pt x="21324" y="361368"/>
                  <a:pt x="19387" y="363790"/>
                  <a:pt x="21480" y="363243"/>
                </a:cubicBezTo>
                <a:moveTo>
                  <a:pt x="20481" y="374023"/>
                </a:moveTo>
                <a:cubicBezTo>
                  <a:pt x="18418" y="373538"/>
                  <a:pt x="18262" y="372788"/>
                  <a:pt x="17372" y="372148"/>
                </a:cubicBezTo>
                <a:lnTo>
                  <a:pt x="16231" y="374601"/>
                </a:lnTo>
                <a:cubicBezTo>
                  <a:pt x="19059" y="375569"/>
                  <a:pt x="17356" y="377147"/>
                  <a:pt x="18481" y="378319"/>
                </a:cubicBezTo>
                <a:cubicBezTo>
                  <a:pt x="20340" y="377741"/>
                  <a:pt x="18996" y="375507"/>
                  <a:pt x="20481" y="374023"/>
                </a:cubicBezTo>
                <a:moveTo>
                  <a:pt x="207357" y="456744"/>
                </a:moveTo>
                <a:cubicBezTo>
                  <a:pt x="209451" y="453948"/>
                  <a:pt x="211216" y="451448"/>
                  <a:pt x="210747" y="447933"/>
                </a:cubicBezTo>
                <a:cubicBezTo>
                  <a:pt x="209138" y="450261"/>
                  <a:pt x="205498" y="454463"/>
                  <a:pt x="207357" y="456744"/>
                </a:cubicBezTo>
                <a:moveTo>
                  <a:pt x="6905" y="384818"/>
                </a:moveTo>
                <a:cubicBezTo>
                  <a:pt x="6030" y="386661"/>
                  <a:pt x="7811" y="388145"/>
                  <a:pt x="8607" y="389770"/>
                </a:cubicBezTo>
                <a:lnTo>
                  <a:pt x="10029" y="386693"/>
                </a:lnTo>
                <a:cubicBezTo>
                  <a:pt x="7405" y="386568"/>
                  <a:pt x="8873" y="385693"/>
                  <a:pt x="6905" y="384818"/>
                </a:cubicBezTo>
                <a:moveTo>
                  <a:pt x="23136" y="395551"/>
                </a:moveTo>
                <a:cubicBezTo>
                  <a:pt x="22730" y="397253"/>
                  <a:pt x="19981" y="400784"/>
                  <a:pt x="21152" y="401300"/>
                </a:cubicBezTo>
                <a:cubicBezTo>
                  <a:pt x="21762" y="398816"/>
                  <a:pt x="25777" y="398206"/>
                  <a:pt x="23136" y="395551"/>
                </a:cubicBezTo>
                <a:moveTo>
                  <a:pt x="35822" y="405330"/>
                </a:moveTo>
                <a:cubicBezTo>
                  <a:pt x="35478" y="406158"/>
                  <a:pt x="34681" y="407018"/>
                  <a:pt x="36119" y="407611"/>
                </a:cubicBezTo>
                <a:cubicBezTo>
                  <a:pt x="36119" y="406252"/>
                  <a:pt x="37572" y="406033"/>
                  <a:pt x="35822" y="405330"/>
                </a:cubicBezTo>
                <a:moveTo>
                  <a:pt x="9357" y="452729"/>
                </a:moveTo>
                <a:cubicBezTo>
                  <a:pt x="10029" y="451854"/>
                  <a:pt x="11623" y="451526"/>
                  <a:pt x="12357" y="450604"/>
                </a:cubicBezTo>
                <a:cubicBezTo>
                  <a:pt x="18137" y="442949"/>
                  <a:pt x="22324" y="433919"/>
                  <a:pt x="26917" y="424687"/>
                </a:cubicBezTo>
                <a:cubicBezTo>
                  <a:pt x="29713" y="419125"/>
                  <a:pt x="35025" y="414610"/>
                  <a:pt x="34275" y="408705"/>
                </a:cubicBezTo>
                <a:cubicBezTo>
                  <a:pt x="28354" y="412048"/>
                  <a:pt x="30354" y="416719"/>
                  <a:pt x="25105" y="421484"/>
                </a:cubicBezTo>
                <a:cubicBezTo>
                  <a:pt x="24496" y="419828"/>
                  <a:pt x="26480" y="417828"/>
                  <a:pt x="24824" y="416328"/>
                </a:cubicBezTo>
                <a:cubicBezTo>
                  <a:pt x="18106" y="425452"/>
                  <a:pt x="18871" y="430076"/>
                  <a:pt x="14200" y="440825"/>
                </a:cubicBezTo>
                <a:cubicBezTo>
                  <a:pt x="13825" y="441653"/>
                  <a:pt x="12122" y="440825"/>
                  <a:pt x="11794" y="441731"/>
                </a:cubicBezTo>
                <a:cubicBezTo>
                  <a:pt x="11169" y="442637"/>
                  <a:pt x="13779" y="441559"/>
                  <a:pt x="13357" y="442668"/>
                </a:cubicBezTo>
                <a:cubicBezTo>
                  <a:pt x="11654" y="448823"/>
                  <a:pt x="4936" y="458556"/>
                  <a:pt x="1749" y="466430"/>
                </a:cubicBezTo>
                <a:cubicBezTo>
                  <a:pt x="4952" y="463680"/>
                  <a:pt x="6467" y="460290"/>
                  <a:pt x="7826" y="457525"/>
                </a:cubicBezTo>
                <a:cubicBezTo>
                  <a:pt x="8686" y="455744"/>
                  <a:pt x="8982" y="453260"/>
                  <a:pt x="9357" y="452729"/>
                </a:cubicBezTo>
                <a:moveTo>
                  <a:pt x="1937" y="401331"/>
                </a:moveTo>
                <a:cubicBezTo>
                  <a:pt x="1171" y="402378"/>
                  <a:pt x="-1578" y="404471"/>
                  <a:pt x="1249" y="405752"/>
                </a:cubicBezTo>
                <a:cubicBezTo>
                  <a:pt x="1421" y="404299"/>
                  <a:pt x="3967" y="402503"/>
                  <a:pt x="1937" y="401331"/>
                </a:cubicBezTo>
                <a:moveTo>
                  <a:pt x="121511" y="449198"/>
                </a:moveTo>
                <a:cubicBezTo>
                  <a:pt x="121168" y="452323"/>
                  <a:pt x="117715" y="454885"/>
                  <a:pt x="117965" y="458322"/>
                </a:cubicBezTo>
                <a:cubicBezTo>
                  <a:pt x="118684" y="455838"/>
                  <a:pt x="122449" y="453619"/>
                  <a:pt x="121511" y="449198"/>
                </a:cubicBezTo>
                <a:moveTo>
                  <a:pt x="82955" y="439497"/>
                </a:moveTo>
                <a:cubicBezTo>
                  <a:pt x="82111" y="441200"/>
                  <a:pt x="79471" y="443215"/>
                  <a:pt x="80268" y="445324"/>
                </a:cubicBezTo>
                <a:cubicBezTo>
                  <a:pt x="81705" y="443887"/>
                  <a:pt x="84642" y="441934"/>
                  <a:pt x="82955" y="439497"/>
                </a:cubicBezTo>
                <a:moveTo>
                  <a:pt x="124183" y="454869"/>
                </a:moveTo>
                <a:lnTo>
                  <a:pt x="122761" y="457947"/>
                </a:lnTo>
                <a:cubicBezTo>
                  <a:pt x="124745" y="458791"/>
                  <a:pt x="125730" y="455400"/>
                  <a:pt x="124183" y="454869"/>
                </a:cubicBezTo>
                <a:moveTo>
                  <a:pt x="116965" y="470539"/>
                </a:moveTo>
                <a:cubicBezTo>
                  <a:pt x="119449" y="468242"/>
                  <a:pt x="122418" y="464071"/>
                  <a:pt x="121777" y="460087"/>
                </a:cubicBezTo>
                <a:cubicBezTo>
                  <a:pt x="119777" y="463274"/>
                  <a:pt x="116997" y="467758"/>
                  <a:pt x="116965" y="470539"/>
                </a:cubicBezTo>
                <a:moveTo>
                  <a:pt x="114856" y="463634"/>
                </a:moveTo>
                <a:cubicBezTo>
                  <a:pt x="115841" y="463368"/>
                  <a:pt x="117278" y="461181"/>
                  <a:pt x="116419" y="460259"/>
                </a:cubicBezTo>
                <a:cubicBezTo>
                  <a:pt x="115450" y="460525"/>
                  <a:pt x="113982" y="462712"/>
                  <a:pt x="114856" y="463634"/>
                </a:cubicBezTo>
                <a:moveTo>
                  <a:pt x="35494" y="441949"/>
                </a:moveTo>
                <a:cubicBezTo>
                  <a:pt x="33838" y="445746"/>
                  <a:pt x="33135" y="446324"/>
                  <a:pt x="31557" y="449136"/>
                </a:cubicBezTo>
                <a:cubicBezTo>
                  <a:pt x="34791" y="449683"/>
                  <a:pt x="36072" y="443277"/>
                  <a:pt x="35494" y="441949"/>
                </a:cubicBezTo>
                <a:moveTo>
                  <a:pt x="189220" y="501831"/>
                </a:moveTo>
                <a:cubicBezTo>
                  <a:pt x="190454" y="502018"/>
                  <a:pt x="191110" y="499878"/>
                  <a:pt x="189673" y="499472"/>
                </a:cubicBezTo>
                <a:cubicBezTo>
                  <a:pt x="189970" y="500690"/>
                  <a:pt x="186595" y="500784"/>
                  <a:pt x="189220" y="501831"/>
                </a:cubicBezTo>
                <a:moveTo>
                  <a:pt x="109185" y="471601"/>
                </a:moveTo>
                <a:cubicBezTo>
                  <a:pt x="108592" y="475022"/>
                  <a:pt x="106436" y="476069"/>
                  <a:pt x="106358" y="479194"/>
                </a:cubicBezTo>
                <a:cubicBezTo>
                  <a:pt x="107404" y="477335"/>
                  <a:pt x="111076" y="473866"/>
                  <a:pt x="109185" y="471601"/>
                </a:cubicBezTo>
                <a:moveTo>
                  <a:pt x="91548" y="465383"/>
                </a:moveTo>
                <a:cubicBezTo>
                  <a:pt x="83361" y="479100"/>
                  <a:pt x="74331" y="494972"/>
                  <a:pt x="67067" y="509923"/>
                </a:cubicBezTo>
                <a:cubicBezTo>
                  <a:pt x="75581" y="495675"/>
                  <a:pt x="86033" y="480162"/>
                  <a:pt x="91548" y="465383"/>
                </a:cubicBezTo>
                <a:moveTo>
                  <a:pt x="131916" y="481162"/>
                </a:moveTo>
                <a:cubicBezTo>
                  <a:pt x="130869" y="482646"/>
                  <a:pt x="130276" y="485286"/>
                  <a:pt x="130791" y="485068"/>
                </a:cubicBezTo>
                <a:cubicBezTo>
                  <a:pt x="131932" y="484552"/>
                  <a:pt x="132510" y="482084"/>
                  <a:pt x="131916" y="481162"/>
                </a:cubicBezTo>
                <a:moveTo>
                  <a:pt x="30698" y="453838"/>
                </a:moveTo>
                <a:cubicBezTo>
                  <a:pt x="31291" y="451714"/>
                  <a:pt x="32697" y="450979"/>
                  <a:pt x="31432" y="449433"/>
                </a:cubicBezTo>
                <a:cubicBezTo>
                  <a:pt x="30526" y="450276"/>
                  <a:pt x="28636" y="452089"/>
                  <a:pt x="30698" y="453838"/>
                </a:cubicBezTo>
                <a:moveTo>
                  <a:pt x="100421" y="490661"/>
                </a:moveTo>
                <a:cubicBezTo>
                  <a:pt x="101858" y="487364"/>
                  <a:pt x="105342" y="483584"/>
                  <a:pt x="105514" y="479600"/>
                </a:cubicBezTo>
                <a:cubicBezTo>
                  <a:pt x="103561" y="482552"/>
                  <a:pt x="100234" y="487020"/>
                  <a:pt x="100421" y="490661"/>
                </a:cubicBezTo>
                <a:moveTo>
                  <a:pt x="175519" y="511485"/>
                </a:moveTo>
                <a:cubicBezTo>
                  <a:pt x="175363" y="512298"/>
                  <a:pt x="173425" y="514813"/>
                  <a:pt x="174785" y="514454"/>
                </a:cubicBezTo>
                <a:cubicBezTo>
                  <a:pt x="174956" y="513641"/>
                  <a:pt x="176909" y="511126"/>
                  <a:pt x="175519" y="511485"/>
                </a:cubicBezTo>
                <a:moveTo>
                  <a:pt x="169566" y="522952"/>
                </a:moveTo>
                <a:cubicBezTo>
                  <a:pt x="170160" y="522390"/>
                  <a:pt x="171863" y="521468"/>
                  <a:pt x="169988" y="520578"/>
                </a:cubicBezTo>
                <a:cubicBezTo>
                  <a:pt x="170035" y="521343"/>
                  <a:pt x="168379" y="522343"/>
                  <a:pt x="169566" y="522952"/>
                </a:cubicBezTo>
                <a:moveTo>
                  <a:pt x="96890" y="495472"/>
                </a:moveTo>
                <a:cubicBezTo>
                  <a:pt x="94360" y="497769"/>
                  <a:pt x="94563" y="500347"/>
                  <a:pt x="96328" y="496706"/>
                </a:cubicBezTo>
                <a:cubicBezTo>
                  <a:pt x="96484" y="496347"/>
                  <a:pt x="98156" y="496660"/>
                  <a:pt x="96890" y="495472"/>
                </a:cubicBezTo>
                <a:moveTo>
                  <a:pt x="166317" y="524265"/>
                </a:moveTo>
                <a:cubicBezTo>
                  <a:pt x="165536" y="526983"/>
                  <a:pt x="162818" y="528186"/>
                  <a:pt x="165458" y="530436"/>
                </a:cubicBezTo>
                <a:cubicBezTo>
                  <a:pt x="166270" y="528858"/>
                  <a:pt x="169442" y="525436"/>
                  <a:pt x="168285" y="524280"/>
                </a:cubicBezTo>
                <a:cubicBezTo>
                  <a:pt x="167879" y="524577"/>
                  <a:pt x="167286" y="524640"/>
                  <a:pt x="166317" y="524265"/>
                </a:cubicBezTo>
                <a:moveTo>
                  <a:pt x="94469" y="499253"/>
                </a:moveTo>
                <a:cubicBezTo>
                  <a:pt x="93438" y="499769"/>
                  <a:pt x="91360" y="502440"/>
                  <a:pt x="93203" y="503455"/>
                </a:cubicBezTo>
                <a:cubicBezTo>
                  <a:pt x="92860" y="501534"/>
                  <a:pt x="97047" y="500768"/>
                  <a:pt x="94469" y="499253"/>
                </a:cubicBezTo>
                <a:moveTo>
                  <a:pt x="149945" y="531107"/>
                </a:moveTo>
                <a:cubicBezTo>
                  <a:pt x="152804" y="530748"/>
                  <a:pt x="155366" y="527217"/>
                  <a:pt x="154178" y="524765"/>
                </a:cubicBezTo>
                <a:cubicBezTo>
                  <a:pt x="152788" y="527545"/>
                  <a:pt x="150851" y="528889"/>
                  <a:pt x="149945" y="531107"/>
                </a:cubicBezTo>
                <a:moveTo>
                  <a:pt x="119590" y="519422"/>
                </a:moveTo>
                <a:cubicBezTo>
                  <a:pt x="117856" y="520187"/>
                  <a:pt x="116262" y="522281"/>
                  <a:pt x="118153" y="523937"/>
                </a:cubicBezTo>
                <a:cubicBezTo>
                  <a:pt x="118403" y="522468"/>
                  <a:pt x="120496" y="520734"/>
                  <a:pt x="119590" y="519422"/>
                </a:cubicBezTo>
                <a:moveTo>
                  <a:pt x="148945" y="537591"/>
                </a:moveTo>
                <a:cubicBezTo>
                  <a:pt x="148023" y="539044"/>
                  <a:pt x="148054" y="540403"/>
                  <a:pt x="148351" y="541684"/>
                </a:cubicBezTo>
                <a:cubicBezTo>
                  <a:pt x="151069" y="541481"/>
                  <a:pt x="153882" y="541403"/>
                  <a:pt x="154881" y="539075"/>
                </a:cubicBezTo>
                <a:cubicBezTo>
                  <a:pt x="152210" y="537997"/>
                  <a:pt x="151085" y="539372"/>
                  <a:pt x="148945" y="537591"/>
                </a:cubicBezTo>
                <a:moveTo>
                  <a:pt x="52366" y="505877"/>
                </a:moveTo>
                <a:cubicBezTo>
                  <a:pt x="51694" y="507799"/>
                  <a:pt x="48242" y="510423"/>
                  <a:pt x="49257" y="512642"/>
                </a:cubicBezTo>
                <a:cubicBezTo>
                  <a:pt x="49960" y="509455"/>
                  <a:pt x="53413" y="508345"/>
                  <a:pt x="52366" y="505877"/>
                </a:cubicBezTo>
                <a:moveTo>
                  <a:pt x="141305" y="542652"/>
                </a:moveTo>
                <a:cubicBezTo>
                  <a:pt x="141696" y="541731"/>
                  <a:pt x="144133" y="540825"/>
                  <a:pt x="142024" y="539684"/>
                </a:cubicBezTo>
                <a:cubicBezTo>
                  <a:pt x="140587" y="539950"/>
                  <a:pt x="140477" y="541809"/>
                  <a:pt x="141305" y="542652"/>
                </a:cubicBezTo>
                <a:moveTo>
                  <a:pt x="62396" y="518609"/>
                </a:moveTo>
                <a:cubicBezTo>
                  <a:pt x="62802" y="516906"/>
                  <a:pt x="65552" y="513376"/>
                  <a:pt x="64364" y="512860"/>
                </a:cubicBezTo>
                <a:cubicBezTo>
                  <a:pt x="64177" y="514844"/>
                  <a:pt x="60865" y="517688"/>
                  <a:pt x="62396" y="518609"/>
                </a:cubicBezTo>
                <a:moveTo>
                  <a:pt x="101202" y="537778"/>
                </a:moveTo>
                <a:cubicBezTo>
                  <a:pt x="99796" y="535403"/>
                  <a:pt x="104577" y="533919"/>
                  <a:pt x="103342" y="531732"/>
                </a:cubicBezTo>
                <a:cubicBezTo>
                  <a:pt x="101561" y="533904"/>
                  <a:pt x="97765" y="536638"/>
                  <a:pt x="101202" y="537778"/>
                </a:cubicBezTo>
                <a:moveTo>
                  <a:pt x="131416" y="546886"/>
                </a:moveTo>
                <a:cubicBezTo>
                  <a:pt x="130307" y="547323"/>
                  <a:pt x="128839" y="549792"/>
                  <a:pt x="129573" y="550885"/>
                </a:cubicBezTo>
                <a:cubicBezTo>
                  <a:pt x="130651" y="550292"/>
                  <a:pt x="131947" y="549933"/>
                  <a:pt x="132541" y="548745"/>
                </a:cubicBezTo>
                <a:cubicBezTo>
                  <a:pt x="132151" y="548136"/>
                  <a:pt x="132025" y="547464"/>
                  <a:pt x="131416" y="546886"/>
                </a:cubicBezTo>
                <a:moveTo>
                  <a:pt x="98375" y="539606"/>
                </a:moveTo>
                <a:cubicBezTo>
                  <a:pt x="97109" y="541059"/>
                  <a:pt x="93172" y="542871"/>
                  <a:pt x="94703" y="544715"/>
                </a:cubicBezTo>
                <a:cubicBezTo>
                  <a:pt x="96484" y="544012"/>
                  <a:pt x="99062" y="541731"/>
                  <a:pt x="98375" y="539606"/>
                </a:cubicBezTo>
                <a:moveTo>
                  <a:pt x="116434" y="553557"/>
                </a:moveTo>
                <a:cubicBezTo>
                  <a:pt x="117653" y="552479"/>
                  <a:pt x="118715" y="550823"/>
                  <a:pt x="117715" y="549354"/>
                </a:cubicBezTo>
                <a:cubicBezTo>
                  <a:pt x="114216" y="554760"/>
                  <a:pt x="113872" y="558853"/>
                  <a:pt x="112310" y="563899"/>
                </a:cubicBezTo>
                <a:cubicBezTo>
                  <a:pt x="115184" y="560353"/>
                  <a:pt x="117590" y="556244"/>
                  <a:pt x="120668" y="552979"/>
                </a:cubicBezTo>
                <a:cubicBezTo>
                  <a:pt x="118075" y="551698"/>
                  <a:pt x="118700" y="554401"/>
                  <a:pt x="116434" y="553557"/>
                </a:cubicBezTo>
                <a:moveTo>
                  <a:pt x="90157" y="551667"/>
                </a:moveTo>
                <a:cubicBezTo>
                  <a:pt x="89782" y="552213"/>
                  <a:pt x="87782" y="553166"/>
                  <a:pt x="89032" y="554135"/>
                </a:cubicBezTo>
                <a:cubicBezTo>
                  <a:pt x="89923" y="554213"/>
                  <a:pt x="92594" y="552588"/>
                  <a:pt x="90157" y="551667"/>
                </a:cubicBezTo>
                <a:moveTo>
                  <a:pt x="131104" y="567664"/>
                </a:moveTo>
                <a:cubicBezTo>
                  <a:pt x="130104" y="568492"/>
                  <a:pt x="128432" y="570398"/>
                  <a:pt x="130245" y="570945"/>
                </a:cubicBezTo>
                <a:cubicBezTo>
                  <a:pt x="129823" y="569305"/>
                  <a:pt x="133619" y="568789"/>
                  <a:pt x="131104" y="567664"/>
                </a:cubicBezTo>
                <a:moveTo>
                  <a:pt x="128995" y="570835"/>
                </a:moveTo>
                <a:cubicBezTo>
                  <a:pt x="129010" y="571585"/>
                  <a:pt x="127339" y="572585"/>
                  <a:pt x="128557" y="573195"/>
                </a:cubicBezTo>
                <a:cubicBezTo>
                  <a:pt x="129838" y="573226"/>
                  <a:pt x="130854" y="571820"/>
                  <a:pt x="128995" y="570835"/>
                </a:cubicBezTo>
                <a:moveTo>
                  <a:pt x="127854" y="573304"/>
                </a:moveTo>
                <a:cubicBezTo>
                  <a:pt x="127886" y="574054"/>
                  <a:pt x="126214" y="575054"/>
                  <a:pt x="127417" y="575663"/>
                </a:cubicBezTo>
                <a:cubicBezTo>
                  <a:pt x="128667" y="575491"/>
                  <a:pt x="128917" y="573991"/>
                  <a:pt x="127854" y="573304"/>
                </a:cubicBezTo>
                <a:moveTo>
                  <a:pt x="146898" y="586521"/>
                </a:moveTo>
                <a:cubicBezTo>
                  <a:pt x="145039" y="589567"/>
                  <a:pt x="142305" y="593457"/>
                  <a:pt x="139962" y="597253"/>
                </a:cubicBezTo>
                <a:cubicBezTo>
                  <a:pt x="143289" y="595035"/>
                  <a:pt x="146414" y="590723"/>
                  <a:pt x="146898" y="586521"/>
                </a:cubicBezTo>
                <a:moveTo>
                  <a:pt x="113169" y="579334"/>
                </a:moveTo>
                <a:cubicBezTo>
                  <a:pt x="113091" y="580553"/>
                  <a:pt x="110388" y="581006"/>
                  <a:pt x="111747" y="582412"/>
                </a:cubicBezTo>
                <a:cubicBezTo>
                  <a:pt x="112076" y="581506"/>
                  <a:pt x="114403" y="580584"/>
                  <a:pt x="113169" y="579334"/>
                </a:cubicBezTo>
                <a:moveTo>
                  <a:pt x="111591" y="589911"/>
                </a:moveTo>
                <a:cubicBezTo>
                  <a:pt x="109217" y="591238"/>
                  <a:pt x="110092" y="593972"/>
                  <a:pt x="110154" y="595863"/>
                </a:cubicBezTo>
                <a:cubicBezTo>
                  <a:pt x="111873" y="594926"/>
                  <a:pt x="112779" y="592988"/>
                  <a:pt x="114106" y="591582"/>
                </a:cubicBezTo>
                <a:cubicBezTo>
                  <a:pt x="112279" y="591160"/>
                  <a:pt x="113419" y="590332"/>
                  <a:pt x="111591" y="589911"/>
                </a:cubicBezTo>
                <a:moveTo>
                  <a:pt x="132885" y="609751"/>
                </a:moveTo>
                <a:cubicBezTo>
                  <a:pt x="133119" y="609189"/>
                  <a:pt x="135228" y="608533"/>
                  <a:pt x="133885" y="607595"/>
                </a:cubicBezTo>
                <a:cubicBezTo>
                  <a:pt x="133228" y="607658"/>
                  <a:pt x="131776" y="609111"/>
                  <a:pt x="132885" y="609751"/>
                </a:cubicBezTo>
                <a:moveTo>
                  <a:pt x="121434" y="615922"/>
                </a:moveTo>
                <a:cubicBezTo>
                  <a:pt x="122824" y="613423"/>
                  <a:pt x="126573" y="610579"/>
                  <a:pt x="126808" y="607127"/>
                </a:cubicBezTo>
                <a:cubicBezTo>
                  <a:pt x="125480" y="610282"/>
                  <a:pt x="121199" y="612407"/>
                  <a:pt x="121434" y="615922"/>
                </a:cubicBezTo>
                <a:moveTo>
                  <a:pt x="97140" y="385708"/>
                </a:moveTo>
                <a:cubicBezTo>
                  <a:pt x="97812" y="391817"/>
                  <a:pt x="91126" y="395254"/>
                  <a:pt x="93032" y="400378"/>
                </a:cubicBezTo>
                <a:cubicBezTo>
                  <a:pt x="96266" y="392317"/>
                  <a:pt x="100921" y="385833"/>
                  <a:pt x="101249" y="378241"/>
                </a:cubicBezTo>
                <a:cubicBezTo>
                  <a:pt x="100156" y="379459"/>
                  <a:pt x="100562" y="382521"/>
                  <a:pt x="98125" y="382131"/>
                </a:cubicBezTo>
                <a:cubicBezTo>
                  <a:pt x="97172" y="380693"/>
                  <a:pt x="100015" y="380225"/>
                  <a:pt x="98125" y="379241"/>
                </a:cubicBezTo>
                <a:cubicBezTo>
                  <a:pt x="95391" y="380178"/>
                  <a:pt x="95922" y="380990"/>
                  <a:pt x="96141" y="383537"/>
                </a:cubicBezTo>
                <a:cubicBezTo>
                  <a:pt x="93297" y="388427"/>
                  <a:pt x="86736" y="400112"/>
                  <a:pt x="86658" y="405565"/>
                </a:cubicBezTo>
                <a:cubicBezTo>
                  <a:pt x="90501" y="399659"/>
                  <a:pt x="92954" y="390067"/>
                  <a:pt x="97140" y="385708"/>
                </a:cubicBezTo>
                <a:moveTo>
                  <a:pt x="56490" y="499847"/>
                </a:moveTo>
                <a:lnTo>
                  <a:pt x="57194" y="498316"/>
                </a:lnTo>
                <a:cubicBezTo>
                  <a:pt x="63521" y="488505"/>
                  <a:pt x="73613" y="471976"/>
                  <a:pt x="79690" y="462415"/>
                </a:cubicBezTo>
                <a:cubicBezTo>
                  <a:pt x="82721" y="461806"/>
                  <a:pt x="83861" y="458869"/>
                  <a:pt x="85642" y="456697"/>
                </a:cubicBezTo>
                <a:cubicBezTo>
                  <a:pt x="86345" y="456978"/>
                  <a:pt x="86220" y="457385"/>
                  <a:pt x="87158" y="457634"/>
                </a:cubicBezTo>
                <a:cubicBezTo>
                  <a:pt x="89454" y="453932"/>
                  <a:pt x="89485" y="450308"/>
                  <a:pt x="93813" y="448948"/>
                </a:cubicBezTo>
                <a:cubicBezTo>
                  <a:pt x="94141" y="450542"/>
                  <a:pt x="92329" y="453495"/>
                  <a:pt x="94516" y="453166"/>
                </a:cubicBezTo>
                <a:cubicBezTo>
                  <a:pt x="91829" y="456135"/>
                  <a:pt x="95844" y="460400"/>
                  <a:pt x="91110" y="460540"/>
                </a:cubicBezTo>
                <a:cubicBezTo>
                  <a:pt x="92360" y="462431"/>
                  <a:pt x="93141" y="462837"/>
                  <a:pt x="92516" y="464665"/>
                </a:cubicBezTo>
                <a:cubicBezTo>
                  <a:pt x="95125" y="463509"/>
                  <a:pt x="93297" y="459869"/>
                  <a:pt x="96750" y="459759"/>
                </a:cubicBezTo>
                <a:cubicBezTo>
                  <a:pt x="96234" y="460993"/>
                  <a:pt x="96016" y="463571"/>
                  <a:pt x="94360" y="466430"/>
                </a:cubicBezTo>
                <a:cubicBezTo>
                  <a:pt x="104530" y="454151"/>
                  <a:pt x="107654" y="440434"/>
                  <a:pt x="118122" y="429201"/>
                </a:cubicBezTo>
                <a:cubicBezTo>
                  <a:pt x="118965" y="428311"/>
                  <a:pt x="120980" y="427920"/>
                  <a:pt x="121808" y="426983"/>
                </a:cubicBezTo>
                <a:cubicBezTo>
                  <a:pt x="126152" y="421843"/>
                  <a:pt x="126183" y="413735"/>
                  <a:pt x="131697" y="408345"/>
                </a:cubicBezTo>
                <a:cubicBezTo>
                  <a:pt x="132322" y="416469"/>
                  <a:pt x="130198" y="422484"/>
                  <a:pt x="125308" y="430811"/>
                </a:cubicBezTo>
                <a:cubicBezTo>
                  <a:pt x="127464" y="431420"/>
                  <a:pt x="128495" y="431576"/>
                  <a:pt x="128995" y="432904"/>
                </a:cubicBezTo>
                <a:cubicBezTo>
                  <a:pt x="128745" y="433232"/>
                  <a:pt x="127948" y="432904"/>
                  <a:pt x="127151" y="432576"/>
                </a:cubicBezTo>
                <a:cubicBezTo>
                  <a:pt x="129901" y="436794"/>
                  <a:pt x="121715" y="443246"/>
                  <a:pt x="123168" y="448370"/>
                </a:cubicBezTo>
                <a:cubicBezTo>
                  <a:pt x="126604" y="442543"/>
                  <a:pt x="130401" y="434279"/>
                  <a:pt x="133244" y="430873"/>
                </a:cubicBezTo>
                <a:cubicBezTo>
                  <a:pt x="134150" y="429780"/>
                  <a:pt x="134369" y="427749"/>
                  <a:pt x="137040" y="428327"/>
                </a:cubicBezTo>
                <a:cubicBezTo>
                  <a:pt x="133494" y="434685"/>
                  <a:pt x="130682" y="439856"/>
                  <a:pt x="128120" y="447699"/>
                </a:cubicBezTo>
                <a:cubicBezTo>
                  <a:pt x="128417" y="446777"/>
                  <a:pt x="128823" y="445996"/>
                  <a:pt x="130526" y="446792"/>
                </a:cubicBezTo>
                <a:cubicBezTo>
                  <a:pt x="130245" y="455916"/>
                  <a:pt x="123402" y="462384"/>
                  <a:pt x="121308" y="471086"/>
                </a:cubicBezTo>
                <a:cubicBezTo>
                  <a:pt x="126089" y="464727"/>
                  <a:pt x="127167" y="456291"/>
                  <a:pt x="134338" y="451464"/>
                </a:cubicBezTo>
                <a:cubicBezTo>
                  <a:pt x="133525" y="449948"/>
                  <a:pt x="134494" y="448167"/>
                  <a:pt x="133932" y="446621"/>
                </a:cubicBezTo>
                <a:cubicBezTo>
                  <a:pt x="141821" y="436763"/>
                  <a:pt x="149335" y="421296"/>
                  <a:pt x="155850" y="409048"/>
                </a:cubicBezTo>
                <a:cubicBezTo>
                  <a:pt x="154428" y="422249"/>
                  <a:pt x="146617" y="433295"/>
                  <a:pt x="141977" y="446371"/>
                </a:cubicBezTo>
                <a:cubicBezTo>
                  <a:pt x="135666" y="447246"/>
                  <a:pt x="136150" y="456900"/>
                  <a:pt x="130104" y="459228"/>
                </a:cubicBezTo>
                <a:cubicBezTo>
                  <a:pt x="127136" y="474835"/>
                  <a:pt x="118856" y="491473"/>
                  <a:pt x="110841" y="503908"/>
                </a:cubicBezTo>
                <a:cubicBezTo>
                  <a:pt x="119074" y="497722"/>
                  <a:pt x="121621" y="486911"/>
                  <a:pt x="126839" y="479272"/>
                </a:cubicBezTo>
                <a:cubicBezTo>
                  <a:pt x="135603" y="466446"/>
                  <a:pt x="144930" y="448902"/>
                  <a:pt x="148929" y="437091"/>
                </a:cubicBezTo>
                <a:cubicBezTo>
                  <a:pt x="149413" y="435669"/>
                  <a:pt x="152022" y="434794"/>
                  <a:pt x="153288" y="433326"/>
                </a:cubicBezTo>
                <a:cubicBezTo>
                  <a:pt x="156834" y="429311"/>
                  <a:pt x="155569" y="423406"/>
                  <a:pt x="157693" y="419484"/>
                </a:cubicBezTo>
                <a:cubicBezTo>
                  <a:pt x="159677" y="415813"/>
                  <a:pt x="164505" y="413548"/>
                  <a:pt x="166458" y="410501"/>
                </a:cubicBezTo>
                <a:cubicBezTo>
                  <a:pt x="169238" y="406268"/>
                  <a:pt x="167957" y="400019"/>
                  <a:pt x="173831" y="397410"/>
                </a:cubicBezTo>
                <a:cubicBezTo>
                  <a:pt x="169910" y="405861"/>
                  <a:pt x="167770" y="412407"/>
                  <a:pt x="163208" y="420468"/>
                </a:cubicBezTo>
                <a:cubicBezTo>
                  <a:pt x="161521" y="423421"/>
                  <a:pt x="160443" y="427202"/>
                  <a:pt x="158537" y="429170"/>
                </a:cubicBezTo>
                <a:cubicBezTo>
                  <a:pt x="158021" y="429686"/>
                  <a:pt x="156365" y="429780"/>
                  <a:pt x="156006" y="430373"/>
                </a:cubicBezTo>
                <a:cubicBezTo>
                  <a:pt x="155834" y="430623"/>
                  <a:pt x="156647" y="431764"/>
                  <a:pt x="156553" y="432014"/>
                </a:cubicBezTo>
                <a:cubicBezTo>
                  <a:pt x="155928" y="433623"/>
                  <a:pt x="154053" y="434951"/>
                  <a:pt x="153178" y="436528"/>
                </a:cubicBezTo>
                <a:cubicBezTo>
                  <a:pt x="145773" y="449667"/>
                  <a:pt x="140399" y="464587"/>
                  <a:pt x="135759" y="474319"/>
                </a:cubicBezTo>
                <a:cubicBezTo>
                  <a:pt x="136978" y="475257"/>
                  <a:pt x="138087" y="473757"/>
                  <a:pt x="138150" y="474866"/>
                </a:cubicBezTo>
                <a:cubicBezTo>
                  <a:pt x="135962" y="479975"/>
                  <a:pt x="133291" y="486177"/>
                  <a:pt x="129354" y="489583"/>
                </a:cubicBezTo>
                <a:cubicBezTo>
                  <a:pt x="128682" y="489114"/>
                  <a:pt x="129838" y="488380"/>
                  <a:pt x="128807" y="487942"/>
                </a:cubicBezTo>
                <a:cubicBezTo>
                  <a:pt x="127917" y="488926"/>
                  <a:pt x="129479" y="489567"/>
                  <a:pt x="128932" y="490504"/>
                </a:cubicBezTo>
                <a:cubicBezTo>
                  <a:pt x="124980" y="491207"/>
                  <a:pt x="129104" y="494082"/>
                  <a:pt x="125839" y="495832"/>
                </a:cubicBezTo>
                <a:cubicBezTo>
                  <a:pt x="124495" y="495051"/>
                  <a:pt x="126620" y="493801"/>
                  <a:pt x="124433" y="493145"/>
                </a:cubicBezTo>
                <a:cubicBezTo>
                  <a:pt x="123761" y="494676"/>
                  <a:pt x="121293" y="497144"/>
                  <a:pt x="124699" y="496847"/>
                </a:cubicBezTo>
                <a:cubicBezTo>
                  <a:pt x="122996" y="497113"/>
                  <a:pt x="121715" y="497738"/>
                  <a:pt x="122449" y="498878"/>
                </a:cubicBezTo>
                <a:cubicBezTo>
                  <a:pt x="123496" y="499050"/>
                  <a:pt x="123074" y="497410"/>
                  <a:pt x="124277" y="497769"/>
                </a:cubicBezTo>
                <a:cubicBezTo>
                  <a:pt x="124245" y="499737"/>
                  <a:pt x="123371" y="499612"/>
                  <a:pt x="121308" y="499909"/>
                </a:cubicBezTo>
                <a:cubicBezTo>
                  <a:pt x="122714" y="504783"/>
                  <a:pt x="111701" y="513594"/>
                  <a:pt x="112529" y="518953"/>
                </a:cubicBezTo>
                <a:cubicBezTo>
                  <a:pt x="116575" y="516032"/>
                  <a:pt x="116497" y="512985"/>
                  <a:pt x="119887" y="508736"/>
                </a:cubicBezTo>
                <a:cubicBezTo>
                  <a:pt x="120918" y="510751"/>
                  <a:pt x="117356" y="511610"/>
                  <a:pt x="119012" y="513454"/>
                </a:cubicBezTo>
                <a:cubicBezTo>
                  <a:pt x="127604" y="499409"/>
                  <a:pt x="136056" y="483287"/>
                  <a:pt x="145211" y="468117"/>
                </a:cubicBezTo>
                <a:cubicBezTo>
                  <a:pt x="140790" y="480553"/>
                  <a:pt x="131823" y="496644"/>
                  <a:pt x="125089" y="508876"/>
                </a:cubicBezTo>
                <a:cubicBezTo>
                  <a:pt x="123793" y="511251"/>
                  <a:pt x="119637" y="514032"/>
                  <a:pt x="123386" y="516891"/>
                </a:cubicBezTo>
                <a:cubicBezTo>
                  <a:pt x="127042" y="514251"/>
                  <a:pt x="126417" y="507361"/>
                  <a:pt x="132447" y="505861"/>
                </a:cubicBezTo>
                <a:cubicBezTo>
                  <a:pt x="131697" y="508986"/>
                  <a:pt x="128011" y="511001"/>
                  <a:pt x="128620" y="514157"/>
                </a:cubicBezTo>
                <a:cubicBezTo>
                  <a:pt x="129464" y="513938"/>
                  <a:pt x="129870" y="513157"/>
                  <a:pt x="130994" y="513251"/>
                </a:cubicBezTo>
                <a:cubicBezTo>
                  <a:pt x="127604" y="522687"/>
                  <a:pt x="121527" y="529686"/>
                  <a:pt x="119527" y="538137"/>
                </a:cubicBezTo>
                <a:cubicBezTo>
                  <a:pt x="126480" y="534872"/>
                  <a:pt x="127729" y="527530"/>
                  <a:pt x="131151" y="521578"/>
                </a:cubicBezTo>
                <a:cubicBezTo>
                  <a:pt x="134869" y="515157"/>
                  <a:pt x="141196" y="505299"/>
                  <a:pt x="145414" y="500612"/>
                </a:cubicBezTo>
                <a:cubicBezTo>
                  <a:pt x="142680" y="507783"/>
                  <a:pt x="139149" y="510626"/>
                  <a:pt x="136228" y="517719"/>
                </a:cubicBezTo>
                <a:cubicBezTo>
                  <a:pt x="137556" y="519016"/>
                  <a:pt x="137978" y="520672"/>
                  <a:pt x="136369" y="523171"/>
                </a:cubicBezTo>
                <a:cubicBezTo>
                  <a:pt x="139868" y="523640"/>
                  <a:pt x="136806" y="524530"/>
                  <a:pt x="138462" y="525749"/>
                </a:cubicBezTo>
                <a:cubicBezTo>
                  <a:pt x="144117" y="519140"/>
                  <a:pt x="145805" y="510298"/>
                  <a:pt x="151335" y="506424"/>
                </a:cubicBezTo>
                <a:cubicBezTo>
                  <a:pt x="151319" y="514110"/>
                  <a:pt x="140430" y="524421"/>
                  <a:pt x="138743" y="532342"/>
                </a:cubicBezTo>
                <a:cubicBezTo>
                  <a:pt x="138431" y="533716"/>
                  <a:pt x="138915" y="535825"/>
                  <a:pt x="140571" y="536981"/>
                </a:cubicBezTo>
                <a:cubicBezTo>
                  <a:pt x="145430" y="531779"/>
                  <a:pt x="145602" y="523733"/>
                  <a:pt x="152866" y="521765"/>
                </a:cubicBezTo>
                <a:cubicBezTo>
                  <a:pt x="152147" y="520812"/>
                  <a:pt x="150929" y="521546"/>
                  <a:pt x="150913" y="520312"/>
                </a:cubicBezTo>
                <a:cubicBezTo>
                  <a:pt x="152882" y="521671"/>
                  <a:pt x="158443" y="520312"/>
                  <a:pt x="157256" y="518000"/>
                </a:cubicBezTo>
                <a:cubicBezTo>
                  <a:pt x="156647" y="516531"/>
                  <a:pt x="155944" y="518891"/>
                  <a:pt x="155006" y="518594"/>
                </a:cubicBezTo>
                <a:cubicBezTo>
                  <a:pt x="153553" y="516485"/>
                  <a:pt x="157225" y="517422"/>
                  <a:pt x="157537" y="515938"/>
                </a:cubicBezTo>
                <a:cubicBezTo>
                  <a:pt x="155491" y="515454"/>
                  <a:pt x="154913" y="514766"/>
                  <a:pt x="155865" y="513876"/>
                </a:cubicBezTo>
                <a:cubicBezTo>
                  <a:pt x="156631" y="512470"/>
                  <a:pt x="158631" y="515563"/>
                  <a:pt x="159115" y="514016"/>
                </a:cubicBezTo>
                <a:cubicBezTo>
                  <a:pt x="164161" y="499331"/>
                  <a:pt x="175753" y="485115"/>
                  <a:pt x="185142" y="470429"/>
                </a:cubicBezTo>
                <a:cubicBezTo>
                  <a:pt x="185470" y="473038"/>
                  <a:pt x="186814" y="471804"/>
                  <a:pt x="185986" y="474351"/>
                </a:cubicBezTo>
                <a:cubicBezTo>
                  <a:pt x="184861" y="477725"/>
                  <a:pt x="183049" y="481303"/>
                  <a:pt x="180174" y="481193"/>
                </a:cubicBezTo>
                <a:cubicBezTo>
                  <a:pt x="178768" y="494379"/>
                  <a:pt x="166301" y="504674"/>
                  <a:pt x="162896" y="517250"/>
                </a:cubicBezTo>
                <a:cubicBezTo>
                  <a:pt x="164349" y="515063"/>
                  <a:pt x="165895" y="513501"/>
                  <a:pt x="168020" y="510517"/>
                </a:cubicBezTo>
                <a:cubicBezTo>
                  <a:pt x="168895" y="510876"/>
                  <a:pt x="168098" y="511454"/>
                  <a:pt x="169395" y="511751"/>
                </a:cubicBezTo>
                <a:cubicBezTo>
                  <a:pt x="168160" y="507658"/>
                  <a:pt x="172878" y="504768"/>
                  <a:pt x="174628" y="503268"/>
                </a:cubicBezTo>
                <a:cubicBezTo>
                  <a:pt x="176487" y="503690"/>
                  <a:pt x="174847" y="504580"/>
                  <a:pt x="177159" y="504940"/>
                </a:cubicBezTo>
                <a:cubicBezTo>
                  <a:pt x="176378" y="505908"/>
                  <a:pt x="175425" y="506299"/>
                  <a:pt x="176456" y="507923"/>
                </a:cubicBezTo>
                <a:cubicBezTo>
                  <a:pt x="178206" y="506892"/>
                  <a:pt x="177112" y="508517"/>
                  <a:pt x="177862" y="509173"/>
                </a:cubicBezTo>
                <a:cubicBezTo>
                  <a:pt x="184502" y="498831"/>
                  <a:pt x="191672" y="487911"/>
                  <a:pt x="195125" y="478881"/>
                </a:cubicBezTo>
                <a:cubicBezTo>
                  <a:pt x="193110" y="480896"/>
                  <a:pt x="191657" y="483599"/>
                  <a:pt x="189470" y="485411"/>
                </a:cubicBezTo>
                <a:cubicBezTo>
                  <a:pt x="194391" y="468477"/>
                  <a:pt x="197093" y="459650"/>
                  <a:pt x="208842" y="446183"/>
                </a:cubicBezTo>
                <a:cubicBezTo>
                  <a:pt x="209873" y="446714"/>
                  <a:pt x="209951" y="447370"/>
                  <a:pt x="211404" y="447855"/>
                </a:cubicBezTo>
                <a:cubicBezTo>
                  <a:pt x="220715" y="437888"/>
                  <a:pt x="219871" y="424718"/>
                  <a:pt x="228792" y="417250"/>
                </a:cubicBezTo>
                <a:cubicBezTo>
                  <a:pt x="228104" y="415782"/>
                  <a:pt x="226526" y="417282"/>
                  <a:pt x="226526" y="416407"/>
                </a:cubicBezTo>
                <a:cubicBezTo>
                  <a:pt x="227917" y="414719"/>
                  <a:pt x="229573" y="416297"/>
                  <a:pt x="230776" y="414391"/>
                </a:cubicBezTo>
                <a:cubicBezTo>
                  <a:pt x="232369" y="415313"/>
                  <a:pt x="231369" y="416610"/>
                  <a:pt x="232603" y="417594"/>
                </a:cubicBezTo>
                <a:cubicBezTo>
                  <a:pt x="233510" y="416141"/>
                  <a:pt x="234306" y="414563"/>
                  <a:pt x="235712" y="413720"/>
                </a:cubicBezTo>
                <a:cubicBezTo>
                  <a:pt x="236525" y="416282"/>
                  <a:pt x="233744" y="419359"/>
                  <a:pt x="235994" y="421750"/>
                </a:cubicBezTo>
                <a:cubicBezTo>
                  <a:pt x="238712" y="419125"/>
                  <a:pt x="235666" y="415126"/>
                  <a:pt x="242086" y="417172"/>
                </a:cubicBezTo>
                <a:cubicBezTo>
                  <a:pt x="240149" y="420937"/>
                  <a:pt x="240040" y="422703"/>
                  <a:pt x="238540" y="426296"/>
                </a:cubicBezTo>
                <a:cubicBezTo>
                  <a:pt x="240243" y="427108"/>
                  <a:pt x="240243" y="425827"/>
                  <a:pt x="242196" y="426936"/>
                </a:cubicBezTo>
                <a:cubicBezTo>
                  <a:pt x="243227" y="424968"/>
                  <a:pt x="244211" y="423015"/>
                  <a:pt x="243477" y="421281"/>
                </a:cubicBezTo>
                <a:cubicBezTo>
                  <a:pt x="250851" y="414157"/>
                  <a:pt x="251741" y="402893"/>
                  <a:pt x="258771" y="395301"/>
                </a:cubicBezTo>
                <a:cubicBezTo>
                  <a:pt x="258443" y="397472"/>
                  <a:pt x="256693" y="400269"/>
                  <a:pt x="255928" y="402877"/>
                </a:cubicBezTo>
                <a:cubicBezTo>
                  <a:pt x="255709" y="403596"/>
                  <a:pt x="254850" y="406783"/>
                  <a:pt x="255803" y="406064"/>
                </a:cubicBezTo>
                <a:cubicBezTo>
                  <a:pt x="265177" y="389630"/>
                  <a:pt x="269207" y="375491"/>
                  <a:pt x="275894" y="359541"/>
                </a:cubicBezTo>
                <a:cubicBezTo>
                  <a:pt x="273050" y="358197"/>
                  <a:pt x="276472" y="361493"/>
                  <a:pt x="273628" y="360134"/>
                </a:cubicBezTo>
                <a:cubicBezTo>
                  <a:pt x="273597" y="357525"/>
                  <a:pt x="273175" y="351089"/>
                  <a:pt x="277300" y="350714"/>
                </a:cubicBezTo>
                <a:cubicBezTo>
                  <a:pt x="278909" y="351948"/>
                  <a:pt x="276534" y="351948"/>
                  <a:pt x="278159" y="353198"/>
                </a:cubicBezTo>
                <a:cubicBezTo>
                  <a:pt x="282736" y="345808"/>
                  <a:pt x="286064" y="336216"/>
                  <a:pt x="289204" y="329233"/>
                </a:cubicBezTo>
                <a:cubicBezTo>
                  <a:pt x="288376" y="328342"/>
                  <a:pt x="287157" y="328795"/>
                  <a:pt x="286642" y="327561"/>
                </a:cubicBezTo>
                <a:cubicBezTo>
                  <a:pt x="288563" y="325827"/>
                  <a:pt x="290001" y="322218"/>
                  <a:pt x="287501" y="321390"/>
                </a:cubicBezTo>
                <a:cubicBezTo>
                  <a:pt x="291282" y="321281"/>
                  <a:pt x="289110" y="319172"/>
                  <a:pt x="292719" y="318656"/>
                </a:cubicBezTo>
                <a:cubicBezTo>
                  <a:pt x="292719" y="317610"/>
                  <a:pt x="290266" y="316875"/>
                  <a:pt x="290048" y="315860"/>
                </a:cubicBezTo>
                <a:cubicBezTo>
                  <a:pt x="292969" y="311251"/>
                  <a:pt x="290719" y="308127"/>
                  <a:pt x="294875" y="303971"/>
                </a:cubicBezTo>
                <a:cubicBezTo>
                  <a:pt x="293485" y="300706"/>
                  <a:pt x="294969" y="298128"/>
                  <a:pt x="296953" y="296347"/>
                </a:cubicBezTo>
                <a:cubicBezTo>
                  <a:pt x="296843" y="296394"/>
                  <a:pt x="296703" y="296410"/>
                  <a:pt x="296437" y="296269"/>
                </a:cubicBezTo>
                <a:cubicBezTo>
                  <a:pt x="296687" y="294738"/>
                  <a:pt x="297718" y="295926"/>
                  <a:pt x="298984" y="296504"/>
                </a:cubicBezTo>
                <a:cubicBezTo>
                  <a:pt x="299109" y="291879"/>
                  <a:pt x="306889" y="290020"/>
                  <a:pt x="300827" y="285318"/>
                </a:cubicBezTo>
                <a:cubicBezTo>
                  <a:pt x="302733" y="279147"/>
                  <a:pt x="308123" y="276132"/>
                  <a:pt x="305092" y="270336"/>
                </a:cubicBezTo>
                <a:cubicBezTo>
                  <a:pt x="306654" y="270164"/>
                  <a:pt x="308591" y="270445"/>
                  <a:pt x="309045" y="268930"/>
                </a:cubicBezTo>
                <a:cubicBezTo>
                  <a:pt x="309013" y="268071"/>
                  <a:pt x="306686" y="267524"/>
                  <a:pt x="306795" y="266649"/>
                </a:cubicBezTo>
                <a:cubicBezTo>
                  <a:pt x="312247" y="262618"/>
                  <a:pt x="312981" y="254276"/>
                  <a:pt x="314856" y="249136"/>
                </a:cubicBezTo>
                <a:cubicBezTo>
                  <a:pt x="315262" y="248167"/>
                  <a:pt x="315903" y="247527"/>
                  <a:pt x="316981" y="247402"/>
                </a:cubicBezTo>
                <a:cubicBezTo>
                  <a:pt x="316137" y="240872"/>
                  <a:pt x="318465" y="234404"/>
                  <a:pt x="320543" y="228202"/>
                </a:cubicBezTo>
                <a:cubicBezTo>
                  <a:pt x="325839" y="212470"/>
                  <a:pt x="332025" y="194317"/>
                  <a:pt x="334431" y="177928"/>
                </a:cubicBezTo>
                <a:cubicBezTo>
                  <a:pt x="337040" y="177069"/>
                  <a:pt x="336353" y="175523"/>
                  <a:pt x="335869" y="173414"/>
                </a:cubicBezTo>
                <a:cubicBezTo>
                  <a:pt x="338931" y="172898"/>
                  <a:pt x="335947" y="168789"/>
                  <a:pt x="339259" y="167477"/>
                </a:cubicBezTo>
                <a:cubicBezTo>
                  <a:pt x="336275" y="163962"/>
                  <a:pt x="339993" y="161525"/>
                  <a:pt x="340555" y="158947"/>
                </a:cubicBezTo>
                <a:cubicBezTo>
                  <a:pt x="343570" y="145074"/>
                  <a:pt x="344805" y="134826"/>
                  <a:pt x="347929" y="121375"/>
                </a:cubicBezTo>
                <a:cubicBezTo>
                  <a:pt x="348663" y="109502"/>
                  <a:pt x="346992" y="97972"/>
                  <a:pt x="348679" y="86708"/>
                </a:cubicBezTo>
                <a:cubicBezTo>
                  <a:pt x="347507" y="84756"/>
                  <a:pt x="348038" y="82584"/>
                  <a:pt x="346148" y="80725"/>
                </a:cubicBezTo>
                <a:cubicBezTo>
                  <a:pt x="347617" y="77351"/>
                  <a:pt x="347054" y="74257"/>
                  <a:pt x="346586" y="71164"/>
                </a:cubicBezTo>
                <a:cubicBezTo>
                  <a:pt x="345180" y="70586"/>
                  <a:pt x="344617" y="70992"/>
                  <a:pt x="343461" y="70711"/>
                </a:cubicBezTo>
                <a:cubicBezTo>
                  <a:pt x="343602" y="68789"/>
                  <a:pt x="341571" y="67961"/>
                  <a:pt x="342211" y="66290"/>
                </a:cubicBezTo>
                <a:cubicBezTo>
                  <a:pt x="343071" y="64071"/>
                  <a:pt x="349991" y="63478"/>
                  <a:pt x="345195" y="59838"/>
                </a:cubicBezTo>
                <a:cubicBezTo>
                  <a:pt x="342399" y="59228"/>
                  <a:pt x="344289" y="62509"/>
                  <a:pt x="342649" y="62493"/>
                </a:cubicBezTo>
                <a:cubicBezTo>
                  <a:pt x="342305" y="60900"/>
                  <a:pt x="340649" y="59494"/>
                  <a:pt x="339399" y="58041"/>
                </a:cubicBezTo>
                <a:cubicBezTo>
                  <a:pt x="338102" y="58853"/>
                  <a:pt x="336806" y="59681"/>
                  <a:pt x="334306" y="59025"/>
                </a:cubicBezTo>
                <a:cubicBezTo>
                  <a:pt x="331213" y="52807"/>
                  <a:pt x="331072" y="46558"/>
                  <a:pt x="327823" y="40044"/>
                </a:cubicBezTo>
                <a:cubicBezTo>
                  <a:pt x="325839" y="36029"/>
                  <a:pt x="322058" y="32170"/>
                  <a:pt x="322636" y="28389"/>
                </a:cubicBezTo>
                <a:cubicBezTo>
                  <a:pt x="322855" y="26858"/>
                  <a:pt x="325730" y="26015"/>
                  <a:pt x="324058" y="23875"/>
                </a:cubicBezTo>
                <a:cubicBezTo>
                  <a:pt x="319762" y="21484"/>
                  <a:pt x="309920" y="20719"/>
                  <a:pt x="303311" y="20094"/>
                </a:cubicBezTo>
                <a:cubicBezTo>
                  <a:pt x="296500" y="19453"/>
                  <a:pt x="289954" y="18204"/>
                  <a:pt x="284533" y="17766"/>
                </a:cubicBezTo>
                <a:cubicBezTo>
                  <a:pt x="279377" y="17344"/>
                  <a:pt x="275675" y="18360"/>
                  <a:pt x="271238" y="17844"/>
                </a:cubicBezTo>
                <a:cubicBezTo>
                  <a:pt x="263442" y="16985"/>
                  <a:pt x="253569" y="13501"/>
                  <a:pt x="246976" y="13111"/>
                </a:cubicBezTo>
                <a:cubicBezTo>
                  <a:pt x="243867" y="12923"/>
                  <a:pt x="240321" y="14517"/>
                  <a:pt x="237368" y="13845"/>
                </a:cubicBezTo>
                <a:cubicBezTo>
                  <a:pt x="231447" y="12501"/>
                  <a:pt x="228464" y="8424"/>
                  <a:pt x="223402" y="6830"/>
                </a:cubicBezTo>
                <a:cubicBezTo>
                  <a:pt x="220496" y="5924"/>
                  <a:pt x="213888" y="6065"/>
                  <a:pt x="209998" y="5784"/>
                </a:cubicBezTo>
                <a:cubicBezTo>
                  <a:pt x="194672" y="4721"/>
                  <a:pt x="179487" y="5612"/>
                  <a:pt x="172847" y="13173"/>
                </a:cubicBezTo>
                <a:cubicBezTo>
                  <a:pt x="167348" y="19438"/>
                  <a:pt x="171535" y="26952"/>
                  <a:pt x="169707" y="32889"/>
                </a:cubicBezTo>
                <a:cubicBezTo>
                  <a:pt x="167723" y="39482"/>
                  <a:pt x="160646" y="39794"/>
                  <a:pt x="154866" y="42122"/>
                </a:cubicBezTo>
                <a:cubicBezTo>
                  <a:pt x="152319" y="43153"/>
                  <a:pt x="151772" y="45777"/>
                  <a:pt x="147664" y="44840"/>
                </a:cubicBezTo>
                <a:cubicBezTo>
                  <a:pt x="145164" y="43168"/>
                  <a:pt x="147945" y="40763"/>
                  <a:pt x="145680" y="39060"/>
                </a:cubicBezTo>
                <a:cubicBezTo>
                  <a:pt x="143711" y="38075"/>
                  <a:pt x="143024" y="38685"/>
                  <a:pt x="141040" y="37701"/>
                </a:cubicBezTo>
                <a:cubicBezTo>
                  <a:pt x="139681" y="35388"/>
                  <a:pt x="139431" y="32920"/>
                  <a:pt x="135541" y="30967"/>
                </a:cubicBezTo>
                <a:cubicBezTo>
                  <a:pt x="129729" y="34638"/>
                  <a:pt x="132994" y="41497"/>
                  <a:pt x="131557" y="46777"/>
                </a:cubicBezTo>
                <a:cubicBezTo>
                  <a:pt x="129932" y="52729"/>
                  <a:pt x="126370" y="58229"/>
                  <a:pt x="124199" y="64196"/>
                </a:cubicBezTo>
                <a:cubicBezTo>
                  <a:pt x="113794" y="92848"/>
                  <a:pt x="113403" y="124984"/>
                  <a:pt x="106014" y="152495"/>
                </a:cubicBezTo>
                <a:cubicBezTo>
                  <a:pt x="106248" y="151339"/>
                  <a:pt x="107029" y="150855"/>
                  <a:pt x="107717" y="150245"/>
                </a:cubicBezTo>
                <a:lnTo>
                  <a:pt x="110513" y="151292"/>
                </a:lnTo>
                <a:cubicBezTo>
                  <a:pt x="112013" y="146340"/>
                  <a:pt x="113122" y="142090"/>
                  <a:pt x="117043" y="140044"/>
                </a:cubicBezTo>
                <a:cubicBezTo>
                  <a:pt x="118824" y="142778"/>
                  <a:pt x="114966" y="144934"/>
                  <a:pt x="116309" y="147340"/>
                </a:cubicBezTo>
                <a:cubicBezTo>
                  <a:pt x="119606" y="142606"/>
                  <a:pt x="120059" y="132326"/>
                  <a:pt x="122543" y="129499"/>
                </a:cubicBezTo>
                <a:cubicBezTo>
                  <a:pt x="125042" y="132420"/>
                  <a:pt x="119559" y="136435"/>
                  <a:pt x="122668" y="139263"/>
                </a:cubicBezTo>
                <a:cubicBezTo>
                  <a:pt x="124933" y="136404"/>
                  <a:pt x="122871" y="128780"/>
                  <a:pt x="129042" y="129749"/>
                </a:cubicBezTo>
                <a:cubicBezTo>
                  <a:pt x="131166" y="134342"/>
                  <a:pt x="127401" y="139778"/>
                  <a:pt x="127479" y="144652"/>
                </a:cubicBezTo>
                <a:cubicBezTo>
                  <a:pt x="128417" y="146027"/>
                  <a:pt x="131072" y="145496"/>
                  <a:pt x="131838" y="146636"/>
                </a:cubicBezTo>
                <a:cubicBezTo>
                  <a:pt x="129385" y="155854"/>
                  <a:pt x="127745" y="168149"/>
                  <a:pt x="122480" y="178444"/>
                </a:cubicBezTo>
                <a:cubicBezTo>
                  <a:pt x="120668" y="176679"/>
                  <a:pt x="124058" y="174195"/>
                  <a:pt x="122621" y="172367"/>
                </a:cubicBezTo>
                <a:cubicBezTo>
                  <a:pt x="121199" y="172664"/>
                  <a:pt x="122808" y="174773"/>
                  <a:pt x="120777" y="174913"/>
                </a:cubicBezTo>
                <a:cubicBezTo>
                  <a:pt x="119168" y="171633"/>
                  <a:pt x="121262" y="168055"/>
                  <a:pt x="124324" y="167227"/>
                </a:cubicBezTo>
                <a:cubicBezTo>
                  <a:pt x="124511" y="165571"/>
                  <a:pt x="122668" y="164196"/>
                  <a:pt x="122496" y="162587"/>
                </a:cubicBezTo>
                <a:cubicBezTo>
                  <a:pt x="118746" y="165680"/>
                  <a:pt x="120371" y="173148"/>
                  <a:pt x="114028" y="172383"/>
                </a:cubicBezTo>
                <a:cubicBezTo>
                  <a:pt x="111404" y="176210"/>
                  <a:pt x="106998" y="181631"/>
                  <a:pt x="108482" y="187240"/>
                </a:cubicBezTo>
                <a:cubicBezTo>
                  <a:pt x="110013" y="183381"/>
                  <a:pt x="111888" y="178647"/>
                  <a:pt x="112466" y="177194"/>
                </a:cubicBezTo>
                <a:cubicBezTo>
                  <a:pt x="116684" y="179335"/>
                  <a:pt x="113185" y="183959"/>
                  <a:pt x="111747" y="185927"/>
                </a:cubicBezTo>
                <a:cubicBezTo>
                  <a:pt x="114388" y="187005"/>
                  <a:pt x="112044" y="188771"/>
                  <a:pt x="111747" y="190255"/>
                </a:cubicBezTo>
                <a:cubicBezTo>
                  <a:pt x="110670" y="189864"/>
                  <a:pt x="109013" y="187333"/>
                  <a:pt x="108498" y="188677"/>
                </a:cubicBezTo>
                <a:cubicBezTo>
                  <a:pt x="106811" y="190364"/>
                  <a:pt x="107248" y="192270"/>
                  <a:pt x="106373" y="194723"/>
                </a:cubicBezTo>
                <a:cubicBezTo>
                  <a:pt x="106092" y="195269"/>
                  <a:pt x="109482" y="195191"/>
                  <a:pt x="108904" y="196379"/>
                </a:cubicBezTo>
                <a:cubicBezTo>
                  <a:pt x="107420" y="198738"/>
                  <a:pt x="108920" y="203628"/>
                  <a:pt x="105217" y="204377"/>
                </a:cubicBezTo>
                <a:cubicBezTo>
                  <a:pt x="103764" y="202112"/>
                  <a:pt x="105280" y="201222"/>
                  <a:pt x="105780" y="198831"/>
                </a:cubicBezTo>
                <a:cubicBezTo>
                  <a:pt x="101640" y="199066"/>
                  <a:pt x="104780" y="203862"/>
                  <a:pt x="102249" y="206518"/>
                </a:cubicBezTo>
                <a:cubicBezTo>
                  <a:pt x="102936" y="207189"/>
                  <a:pt x="104389" y="207768"/>
                  <a:pt x="104655" y="208502"/>
                </a:cubicBezTo>
                <a:cubicBezTo>
                  <a:pt x="104639" y="214891"/>
                  <a:pt x="98750" y="222906"/>
                  <a:pt x="99827" y="227593"/>
                </a:cubicBezTo>
                <a:cubicBezTo>
                  <a:pt x="100312" y="226593"/>
                  <a:pt x="100593" y="225327"/>
                  <a:pt x="102515" y="226077"/>
                </a:cubicBezTo>
                <a:cubicBezTo>
                  <a:pt x="101202" y="228999"/>
                  <a:pt x="101437" y="231733"/>
                  <a:pt x="97718" y="232201"/>
                </a:cubicBezTo>
                <a:cubicBezTo>
                  <a:pt x="96922" y="232889"/>
                  <a:pt x="100468" y="232967"/>
                  <a:pt x="99687" y="233654"/>
                </a:cubicBezTo>
                <a:cubicBezTo>
                  <a:pt x="99109" y="234076"/>
                  <a:pt x="99531" y="235716"/>
                  <a:pt x="98281" y="235294"/>
                </a:cubicBezTo>
                <a:cubicBezTo>
                  <a:pt x="95609" y="234763"/>
                  <a:pt x="96281" y="233014"/>
                  <a:pt x="93891" y="233295"/>
                </a:cubicBezTo>
                <a:cubicBezTo>
                  <a:pt x="90251" y="236560"/>
                  <a:pt x="89673" y="242637"/>
                  <a:pt x="89517" y="245715"/>
                </a:cubicBezTo>
                <a:cubicBezTo>
                  <a:pt x="89720" y="244855"/>
                  <a:pt x="90313" y="244465"/>
                  <a:pt x="91766" y="245121"/>
                </a:cubicBezTo>
                <a:cubicBezTo>
                  <a:pt x="92469" y="249964"/>
                  <a:pt x="87892" y="253901"/>
                  <a:pt x="88923" y="258463"/>
                </a:cubicBezTo>
                <a:cubicBezTo>
                  <a:pt x="91048" y="257291"/>
                  <a:pt x="91688" y="256182"/>
                  <a:pt x="94000" y="256041"/>
                </a:cubicBezTo>
                <a:cubicBezTo>
                  <a:pt x="92922" y="259666"/>
                  <a:pt x="91126" y="262603"/>
                  <a:pt x="91876" y="266415"/>
                </a:cubicBezTo>
                <a:cubicBezTo>
                  <a:pt x="94375" y="263946"/>
                  <a:pt x="92047" y="260869"/>
                  <a:pt x="95828" y="260681"/>
                </a:cubicBezTo>
                <a:cubicBezTo>
                  <a:pt x="94422" y="270242"/>
                  <a:pt x="87751" y="281178"/>
                  <a:pt x="86486" y="292489"/>
                </a:cubicBezTo>
                <a:cubicBezTo>
                  <a:pt x="89345" y="285318"/>
                  <a:pt x="92188" y="280475"/>
                  <a:pt x="93157" y="273726"/>
                </a:cubicBezTo>
                <a:cubicBezTo>
                  <a:pt x="93907" y="273695"/>
                  <a:pt x="94844" y="273882"/>
                  <a:pt x="96109" y="274460"/>
                </a:cubicBezTo>
                <a:cubicBezTo>
                  <a:pt x="96828" y="273570"/>
                  <a:pt x="96609" y="271523"/>
                  <a:pt x="98531" y="272117"/>
                </a:cubicBezTo>
                <a:cubicBezTo>
                  <a:pt x="99124" y="279272"/>
                  <a:pt x="92766" y="287036"/>
                  <a:pt x="91876" y="296644"/>
                </a:cubicBezTo>
                <a:cubicBezTo>
                  <a:pt x="92954" y="295144"/>
                  <a:pt x="92454" y="294535"/>
                  <a:pt x="94266" y="294301"/>
                </a:cubicBezTo>
                <a:cubicBezTo>
                  <a:pt x="95110" y="296144"/>
                  <a:pt x="94563" y="297878"/>
                  <a:pt x="93266" y="299331"/>
                </a:cubicBezTo>
                <a:cubicBezTo>
                  <a:pt x="96000" y="300440"/>
                  <a:pt x="94453" y="296285"/>
                  <a:pt x="96515" y="296582"/>
                </a:cubicBezTo>
                <a:cubicBezTo>
                  <a:pt x="99515" y="300878"/>
                  <a:pt x="94969" y="303815"/>
                  <a:pt x="94110" y="307564"/>
                </a:cubicBezTo>
                <a:cubicBezTo>
                  <a:pt x="93813" y="308799"/>
                  <a:pt x="94984" y="310533"/>
                  <a:pt x="94813" y="311782"/>
                </a:cubicBezTo>
                <a:cubicBezTo>
                  <a:pt x="93610" y="319797"/>
                  <a:pt x="86673" y="327124"/>
                  <a:pt x="87704" y="335794"/>
                </a:cubicBezTo>
                <a:cubicBezTo>
                  <a:pt x="90735" y="330483"/>
                  <a:pt x="94235" y="325780"/>
                  <a:pt x="93657" y="321453"/>
                </a:cubicBezTo>
                <a:cubicBezTo>
                  <a:pt x="97265" y="322703"/>
                  <a:pt x="97765" y="318422"/>
                  <a:pt x="97187" y="316641"/>
                </a:cubicBezTo>
                <a:cubicBezTo>
                  <a:pt x="97390" y="315766"/>
                  <a:pt x="99499" y="317219"/>
                  <a:pt x="99468" y="316047"/>
                </a:cubicBezTo>
                <a:cubicBezTo>
                  <a:pt x="101140" y="311861"/>
                  <a:pt x="102999" y="307221"/>
                  <a:pt x="104983" y="302612"/>
                </a:cubicBezTo>
                <a:cubicBezTo>
                  <a:pt x="105780" y="300737"/>
                  <a:pt x="105670" y="297722"/>
                  <a:pt x="108654" y="297503"/>
                </a:cubicBezTo>
                <a:cubicBezTo>
                  <a:pt x="106061" y="301112"/>
                  <a:pt x="108732" y="304018"/>
                  <a:pt x="108076" y="307377"/>
                </a:cubicBezTo>
                <a:cubicBezTo>
                  <a:pt x="107201" y="308408"/>
                  <a:pt x="105873" y="306158"/>
                  <a:pt x="105264" y="307767"/>
                </a:cubicBezTo>
                <a:cubicBezTo>
                  <a:pt x="103389" y="314969"/>
                  <a:pt x="103624" y="319766"/>
                  <a:pt x="101265" y="326452"/>
                </a:cubicBezTo>
                <a:cubicBezTo>
                  <a:pt x="102358" y="325780"/>
                  <a:pt x="101655" y="324374"/>
                  <a:pt x="104514" y="325140"/>
                </a:cubicBezTo>
                <a:cubicBezTo>
                  <a:pt x="104421" y="326327"/>
                  <a:pt x="104889" y="327218"/>
                  <a:pt x="106076" y="327514"/>
                </a:cubicBezTo>
                <a:cubicBezTo>
                  <a:pt x="104499" y="329061"/>
                  <a:pt x="103577" y="332373"/>
                  <a:pt x="103655" y="335622"/>
                </a:cubicBezTo>
                <a:cubicBezTo>
                  <a:pt x="106373" y="327717"/>
                  <a:pt x="110170" y="321140"/>
                  <a:pt x="112872" y="314204"/>
                </a:cubicBezTo>
                <a:cubicBezTo>
                  <a:pt x="114247" y="310673"/>
                  <a:pt x="113341" y="305986"/>
                  <a:pt x="118387" y="305096"/>
                </a:cubicBezTo>
                <a:cubicBezTo>
                  <a:pt x="116184" y="315626"/>
                  <a:pt x="110060" y="326718"/>
                  <a:pt x="108170" y="335857"/>
                </a:cubicBezTo>
                <a:cubicBezTo>
                  <a:pt x="112357" y="334982"/>
                  <a:pt x="110904" y="330764"/>
                  <a:pt x="111997" y="327561"/>
                </a:cubicBezTo>
                <a:cubicBezTo>
                  <a:pt x="112591" y="325890"/>
                  <a:pt x="113122" y="322718"/>
                  <a:pt x="117247" y="323390"/>
                </a:cubicBezTo>
                <a:cubicBezTo>
                  <a:pt x="115731" y="325577"/>
                  <a:pt x="113341" y="328327"/>
                  <a:pt x="116372" y="330998"/>
                </a:cubicBezTo>
                <a:cubicBezTo>
                  <a:pt x="114810" y="330873"/>
                  <a:pt x="112076" y="332732"/>
                  <a:pt x="114263" y="334170"/>
                </a:cubicBezTo>
                <a:cubicBezTo>
                  <a:pt x="114825" y="333310"/>
                  <a:pt x="113560" y="331717"/>
                  <a:pt x="115809" y="332217"/>
                </a:cubicBezTo>
                <a:cubicBezTo>
                  <a:pt x="113919" y="339825"/>
                  <a:pt x="110951" y="348230"/>
                  <a:pt x="106889" y="354463"/>
                </a:cubicBezTo>
                <a:cubicBezTo>
                  <a:pt x="105342" y="353807"/>
                  <a:pt x="107482" y="352651"/>
                  <a:pt x="105327" y="352073"/>
                </a:cubicBezTo>
                <a:cubicBezTo>
                  <a:pt x="103124" y="357697"/>
                  <a:pt x="100249" y="363102"/>
                  <a:pt x="98390" y="368570"/>
                </a:cubicBezTo>
                <a:cubicBezTo>
                  <a:pt x="97250" y="371867"/>
                  <a:pt x="94688" y="373179"/>
                  <a:pt x="93157" y="375632"/>
                </a:cubicBezTo>
                <a:cubicBezTo>
                  <a:pt x="91173" y="378725"/>
                  <a:pt x="91657" y="383193"/>
                  <a:pt x="87611" y="384724"/>
                </a:cubicBezTo>
                <a:cubicBezTo>
                  <a:pt x="89032" y="380897"/>
                  <a:pt x="91501" y="378178"/>
                  <a:pt x="90751" y="375085"/>
                </a:cubicBezTo>
                <a:cubicBezTo>
                  <a:pt x="87439" y="381303"/>
                  <a:pt x="84486" y="384896"/>
                  <a:pt x="83658" y="391895"/>
                </a:cubicBezTo>
                <a:cubicBezTo>
                  <a:pt x="86923" y="390426"/>
                  <a:pt x="85220" y="387036"/>
                  <a:pt x="88204" y="386380"/>
                </a:cubicBezTo>
                <a:cubicBezTo>
                  <a:pt x="88564" y="389036"/>
                  <a:pt x="85470" y="393723"/>
                  <a:pt x="85361" y="396847"/>
                </a:cubicBezTo>
                <a:lnTo>
                  <a:pt x="84220" y="399316"/>
                </a:lnTo>
                <a:cubicBezTo>
                  <a:pt x="85580" y="399566"/>
                  <a:pt x="85236" y="397675"/>
                  <a:pt x="85908" y="397066"/>
                </a:cubicBezTo>
                <a:cubicBezTo>
                  <a:pt x="89267" y="390223"/>
                  <a:pt x="90563" y="385786"/>
                  <a:pt x="95531" y="381943"/>
                </a:cubicBezTo>
                <a:cubicBezTo>
                  <a:pt x="94906" y="381162"/>
                  <a:pt x="93203" y="380522"/>
                  <a:pt x="93985" y="379553"/>
                </a:cubicBezTo>
                <a:cubicBezTo>
                  <a:pt x="99312" y="372726"/>
                  <a:pt x="99968" y="361306"/>
                  <a:pt x="106733" y="354776"/>
                </a:cubicBezTo>
                <a:cubicBezTo>
                  <a:pt x="106123" y="359759"/>
                  <a:pt x="100702" y="367352"/>
                  <a:pt x="101608" y="373038"/>
                </a:cubicBezTo>
                <a:cubicBezTo>
                  <a:pt x="101765" y="371132"/>
                  <a:pt x="103436" y="371101"/>
                  <a:pt x="104717" y="370601"/>
                </a:cubicBezTo>
                <a:cubicBezTo>
                  <a:pt x="103452" y="367227"/>
                  <a:pt x="106014" y="358806"/>
                  <a:pt x="111794" y="359556"/>
                </a:cubicBezTo>
                <a:cubicBezTo>
                  <a:pt x="113528" y="354744"/>
                  <a:pt x="117856" y="352870"/>
                  <a:pt x="115637" y="348386"/>
                </a:cubicBezTo>
                <a:cubicBezTo>
                  <a:pt x="120559" y="345527"/>
                  <a:pt x="122136" y="336247"/>
                  <a:pt x="125823" y="332014"/>
                </a:cubicBezTo>
                <a:cubicBezTo>
                  <a:pt x="126417" y="337888"/>
                  <a:pt x="120980" y="344449"/>
                  <a:pt x="120137" y="350058"/>
                </a:cubicBezTo>
                <a:cubicBezTo>
                  <a:pt x="118918" y="350604"/>
                  <a:pt x="117918" y="348464"/>
                  <a:pt x="117606" y="349839"/>
                </a:cubicBezTo>
                <a:cubicBezTo>
                  <a:pt x="117575" y="353698"/>
                  <a:pt x="117028" y="356916"/>
                  <a:pt x="114341" y="358338"/>
                </a:cubicBezTo>
                <a:cubicBezTo>
                  <a:pt x="114200" y="359134"/>
                  <a:pt x="116044" y="359650"/>
                  <a:pt x="115325" y="360509"/>
                </a:cubicBezTo>
                <a:cubicBezTo>
                  <a:pt x="109232" y="379209"/>
                  <a:pt x="92391" y="405971"/>
                  <a:pt x="87720" y="423327"/>
                </a:cubicBezTo>
                <a:cubicBezTo>
                  <a:pt x="89876" y="420250"/>
                  <a:pt x="91501" y="415672"/>
                  <a:pt x="94219" y="412064"/>
                </a:cubicBezTo>
                <a:lnTo>
                  <a:pt x="96484" y="412907"/>
                </a:lnTo>
                <a:cubicBezTo>
                  <a:pt x="99749" y="406580"/>
                  <a:pt x="102796" y="401768"/>
                  <a:pt x="106967" y="395925"/>
                </a:cubicBezTo>
                <a:cubicBezTo>
                  <a:pt x="105295" y="394676"/>
                  <a:pt x="106170" y="393723"/>
                  <a:pt x="104264" y="393113"/>
                </a:cubicBezTo>
                <a:cubicBezTo>
                  <a:pt x="108717" y="383849"/>
                  <a:pt x="113669" y="367711"/>
                  <a:pt x="121121" y="357978"/>
                </a:cubicBezTo>
                <a:cubicBezTo>
                  <a:pt x="124308" y="360009"/>
                  <a:pt x="122511" y="361946"/>
                  <a:pt x="121980" y="363337"/>
                </a:cubicBezTo>
                <a:cubicBezTo>
                  <a:pt x="113388" y="385255"/>
                  <a:pt x="101999" y="405190"/>
                  <a:pt x="92797" y="425202"/>
                </a:cubicBezTo>
                <a:cubicBezTo>
                  <a:pt x="86720" y="438403"/>
                  <a:pt x="82111" y="452089"/>
                  <a:pt x="75253" y="464758"/>
                </a:cubicBezTo>
                <a:cubicBezTo>
                  <a:pt x="69098" y="476085"/>
                  <a:pt x="62662" y="487083"/>
                  <a:pt x="56553" y="498113"/>
                </a:cubicBezTo>
                <a:lnTo>
                  <a:pt x="55834" y="499659"/>
                </a:lnTo>
                <a:cubicBezTo>
                  <a:pt x="55569" y="500112"/>
                  <a:pt x="56209" y="500628"/>
                  <a:pt x="56490" y="499847"/>
                </a:cubicBezTo>
                <a:moveTo>
                  <a:pt x="97625" y="457931"/>
                </a:moveTo>
                <a:cubicBezTo>
                  <a:pt x="96406" y="457431"/>
                  <a:pt x="98000" y="456541"/>
                  <a:pt x="97921" y="455869"/>
                </a:cubicBezTo>
                <a:cubicBezTo>
                  <a:pt x="99452" y="456447"/>
                  <a:pt x="98578" y="457822"/>
                  <a:pt x="97625" y="457931"/>
                </a:cubicBezTo>
                <a:moveTo>
                  <a:pt x="129729" y="428483"/>
                </a:moveTo>
                <a:cubicBezTo>
                  <a:pt x="128745" y="427811"/>
                  <a:pt x="128823" y="426561"/>
                  <a:pt x="129995" y="426421"/>
                </a:cubicBezTo>
                <a:cubicBezTo>
                  <a:pt x="132213" y="426921"/>
                  <a:pt x="130291" y="428436"/>
                  <a:pt x="129729" y="428483"/>
                </a:cubicBezTo>
                <a:moveTo>
                  <a:pt x="135947" y="427920"/>
                </a:moveTo>
                <a:cubicBezTo>
                  <a:pt x="136587" y="424952"/>
                  <a:pt x="138103" y="418781"/>
                  <a:pt x="141462" y="418813"/>
                </a:cubicBezTo>
                <a:cubicBezTo>
                  <a:pt x="139353" y="420625"/>
                  <a:pt x="139868" y="426249"/>
                  <a:pt x="135947" y="427920"/>
                </a:cubicBezTo>
                <a:moveTo>
                  <a:pt x="133447" y="503721"/>
                </a:moveTo>
                <a:cubicBezTo>
                  <a:pt x="132197" y="502393"/>
                  <a:pt x="133369" y="501409"/>
                  <a:pt x="134291" y="500425"/>
                </a:cubicBezTo>
                <a:cubicBezTo>
                  <a:pt x="136400" y="501612"/>
                  <a:pt x="133900" y="502784"/>
                  <a:pt x="133447" y="503721"/>
                </a:cubicBezTo>
                <a:moveTo>
                  <a:pt x="154319" y="518703"/>
                </a:moveTo>
                <a:cubicBezTo>
                  <a:pt x="153819" y="519203"/>
                  <a:pt x="153506" y="519953"/>
                  <a:pt x="152069" y="519312"/>
                </a:cubicBezTo>
                <a:lnTo>
                  <a:pt x="152772" y="517766"/>
                </a:lnTo>
                <a:cubicBezTo>
                  <a:pt x="153725" y="518016"/>
                  <a:pt x="153616" y="518422"/>
                  <a:pt x="154319" y="518703"/>
                </a:cubicBezTo>
                <a:moveTo>
                  <a:pt x="177081" y="503784"/>
                </a:moveTo>
                <a:cubicBezTo>
                  <a:pt x="175878" y="502830"/>
                  <a:pt x="176581" y="502362"/>
                  <a:pt x="177378" y="501737"/>
                </a:cubicBezTo>
                <a:cubicBezTo>
                  <a:pt x="179127" y="502596"/>
                  <a:pt x="177628" y="503190"/>
                  <a:pt x="177081" y="503784"/>
                </a:cubicBezTo>
                <a:moveTo>
                  <a:pt x="181034" y="496613"/>
                </a:moveTo>
                <a:cubicBezTo>
                  <a:pt x="179846" y="496019"/>
                  <a:pt x="181502" y="495019"/>
                  <a:pt x="181471" y="494254"/>
                </a:cubicBezTo>
                <a:cubicBezTo>
                  <a:pt x="183689" y="494785"/>
                  <a:pt x="181643" y="496535"/>
                  <a:pt x="181034" y="496613"/>
                </a:cubicBezTo>
                <a:moveTo>
                  <a:pt x="185142" y="489145"/>
                </a:moveTo>
                <a:cubicBezTo>
                  <a:pt x="183424" y="489145"/>
                  <a:pt x="183517" y="488380"/>
                  <a:pt x="181612" y="488177"/>
                </a:cubicBezTo>
                <a:cubicBezTo>
                  <a:pt x="181940" y="486349"/>
                  <a:pt x="183455" y="485958"/>
                  <a:pt x="184033" y="484396"/>
                </a:cubicBezTo>
                <a:cubicBezTo>
                  <a:pt x="185283" y="485864"/>
                  <a:pt x="185017" y="487536"/>
                  <a:pt x="185142" y="489145"/>
                </a:cubicBezTo>
                <a:moveTo>
                  <a:pt x="146445" y="48980"/>
                </a:moveTo>
                <a:cubicBezTo>
                  <a:pt x="144321" y="50511"/>
                  <a:pt x="145414" y="54089"/>
                  <a:pt x="141915" y="54495"/>
                </a:cubicBezTo>
                <a:cubicBezTo>
                  <a:pt x="136165" y="50839"/>
                  <a:pt x="142446" y="40185"/>
                  <a:pt x="146445" y="48980"/>
                </a:cubicBezTo>
                <a:moveTo>
                  <a:pt x="126776" y="179225"/>
                </a:moveTo>
                <a:cubicBezTo>
                  <a:pt x="129370" y="171508"/>
                  <a:pt x="131604" y="162806"/>
                  <a:pt x="133463" y="154713"/>
                </a:cubicBezTo>
                <a:cubicBezTo>
                  <a:pt x="134213" y="151386"/>
                  <a:pt x="134244" y="145527"/>
                  <a:pt x="138556" y="143653"/>
                </a:cubicBezTo>
                <a:cubicBezTo>
                  <a:pt x="141821" y="144356"/>
                  <a:pt x="139415" y="145840"/>
                  <a:pt x="141087" y="146761"/>
                </a:cubicBezTo>
                <a:cubicBezTo>
                  <a:pt x="133135" y="159369"/>
                  <a:pt x="131557" y="172539"/>
                  <a:pt x="126073" y="186537"/>
                </a:cubicBezTo>
                <a:cubicBezTo>
                  <a:pt x="124980" y="183896"/>
                  <a:pt x="125995" y="181615"/>
                  <a:pt x="126776" y="179225"/>
                </a:cubicBezTo>
                <a:moveTo>
                  <a:pt x="116184" y="186443"/>
                </a:moveTo>
                <a:cubicBezTo>
                  <a:pt x="118559" y="194207"/>
                  <a:pt x="112294" y="200472"/>
                  <a:pt x="111076" y="207580"/>
                </a:cubicBezTo>
                <a:cubicBezTo>
                  <a:pt x="107764" y="200800"/>
                  <a:pt x="113622" y="194770"/>
                  <a:pt x="116184" y="186443"/>
                </a:cubicBezTo>
                <a:moveTo>
                  <a:pt x="114747" y="212548"/>
                </a:moveTo>
                <a:cubicBezTo>
                  <a:pt x="115419" y="213298"/>
                  <a:pt x="115606" y="214735"/>
                  <a:pt x="114325" y="214907"/>
                </a:cubicBezTo>
                <a:cubicBezTo>
                  <a:pt x="113091" y="214298"/>
                  <a:pt x="114794" y="213314"/>
                  <a:pt x="114747" y="212548"/>
                </a:cubicBezTo>
                <a:moveTo>
                  <a:pt x="102296" y="220875"/>
                </a:moveTo>
                <a:lnTo>
                  <a:pt x="103983" y="221500"/>
                </a:lnTo>
                <a:lnTo>
                  <a:pt x="102702" y="224265"/>
                </a:lnTo>
                <a:cubicBezTo>
                  <a:pt x="99656" y="222906"/>
                  <a:pt x="103014" y="222453"/>
                  <a:pt x="102296" y="220875"/>
                </a:cubicBezTo>
                <a:moveTo>
                  <a:pt x="288470" y="303674"/>
                </a:moveTo>
                <a:cubicBezTo>
                  <a:pt x="289844" y="304596"/>
                  <a:pt x="288907" y="307502"/>
                  <a:pt x="286470" y="306533"/>
                </a:cubicBezTo>
                <a:cubicBezTo>
                  <a:pt x="286673" y="305002"/>
                  <a:pt x="288079" y="304971"/>
                  <a:pt x="288470" y="303674"/>
                </a:cubicBezTo>
                <a:moveTo>
                  <a:pt x="281955" y="301972"/>
                </a:moveTo>
                <a:cubicBezTo>
                  <a:pt x="285189" y="303987"/>
                  <a:pt x="280690" y="305424"/>
                  <a:pt x="281377" y="307518"/>
                </a:cubicBezTo>
                <a:cubicBezTo>
                  <a:pt x="278737" y="306174"/>
                  <a:pt x="281611" y="302784"/>
                  <a:pt x="281955" y="301972"/>
                </a:cubicBezTo>
                <a:moveTo>
                  <a:pt x="93969" y="236138"/>
                </a:moveTo>
                <a:cubicBezTo>
                  <a:pt x="96359" y="238200"/>
                  <a:pt x="93172" y="241044"/>
                  <a:pt x="92532" y="243528"/>
                </a:cubicBezTo>
                <a:cubicBezTo>
                  <a:pt x="89282" y="241575"/>
                  <a:pt x="93813" y="238544"/>
                  <a:pt x="93969" y="236138"/>
                </a:cubicBezTo>
                <a:moveTo>
                  <a:pt x="103405" y="237138"/>
                </a:moveTo>
                <a:cubicBezTo>
                  <a:pt x="103921" y="241700"/>
                  <a:pt x="100796" y="245293"/>
                  <a:pt x="99562" y="249745"/>
                </a:cubicBezTo>
                <a:cubicBezTo>
                  <a:pt x="96765" y="245496"/>
                  <a:pt x="103327" y="241450"/>
                  <a:pt x="103405" y="237138"/>
                </a:cubicBezTo>
                <a:moveTo>
                  <a:pt x="276722" y="316219"/>
                </a:moveTo>
                <a:cubicBezTo>
                  <a:pt x="279143" y="317985"/>
                  <a:pt x="275003" y="321312"/>
                  <a:pt x="276722" y="316219"/>
                </a:cubicBezTo>
                <a:moveTo>
                  <a:pt x="94219" y="251354"/>
                </a:moveTo>
                <a:cubicBezTo>
                  <a:pt x="95906" y="252557"/>
                  <a:pt x="94938" y="254135"/>
                  <a:pt x="94203" y="255666"/>
                </a:cubicBezTo>
                <a:cubicBezTo>
                  <a:pt x="91188" y="254651"/>
                  <a:pt x="94094" y="252807"/>
                  <a:pt x="94219" y="251354"/>
                </a:cubicBezTo>
                <a:moveTo>
                  <a:pt x="103624" y="396050"/>
                </a:moveTo>
                <a:cubicBezTo>
                  <a:pt x="102780" y="395051"/>
                  <a:pt x="103171" y="394629"/>
                  <a:pt x="103905" y="394004"/>
                </a:cubicBezTo>
                <a:cubicBezTo>
                  <a:pt x="106123" y="394488"/>
                  <a:pt x="104186" y="396004"/>
                  <a:pt x="103624" y="396050"/>
                </a:cubicBezTo>
                <a:moveTo>
                  <a:pt x="182986" y="406221"/>
                </a:moveTo>
                <a:cubicBezTo>
                  <a:pt x="185080" y="406627"/>
                  <a:pt x="183283" y="409033"/>
                  <a:pt x="182424" y="408908"/>
                </a:cubicBezTo>
                <a:cubicBezTo>
                  <a:pt x="179987" y="408049"/>
                  <a:pt x="182674" y="406721"/>
                  <a:pt x="182986" y="406221"/>
                </a:cubicBezTo>
                <a:moveTo>
                  <a:pt x="181143" y="410220"/>
                </a:moveTo>
                <a:cubicBezTo>
                  <a:pt x="182768" y="411845"/>
                  <a:pt x="181268" y="413313"/>
                  <a:pt x="180455" y="414641"/>
                </a:cubicBezTo>
                <a:cubicBezTo>
                  <a:pt x="177331" y="413017"/>
                  <a:pt x="181174" y="412235"/>
                  <a:pt x="181143" y="410220"/>
                </a:cubicBezTo>
                <a:moveTo>
                  <a:pt x="178456" y="416047"/>
                </a:moveTo>
                <a:cubicBezTo>
                  <a:pt x="180627" y="416516"/>
                  <a:pt x="178706" y="417547"/>
                  <a:pt x="178753" y="418313"/>
                </a:cubicBezTo>
                <a:cubicBezTo>
                  <a:pt x="176550" y="417844"/>
                  <a:pt x="178503" y="416813"/>
                  <a:pt x="178456" y="416047"/>
                </a:cubicBezTo>
                <a:moveTo>
                  <a:pt x="176190" y="420968"/>
                </a:moveTo>
                <a:cubicBezTo>
                  <a:pt x="178549" y="422421"/>
                  <a:pt x="175019" y="424343"/>
                  <a:pt x="175066" y="424874"/>
                </a:cubicBezTo>
                <a:cubicBezTo>
                  <a:pt x="174050" y="423749"/>
                  <a:pt x="176019" y="422249"/>
                  <a:pt x="176190" y="420968"/>
                </a:cubicBezTo>
                <a:moveTo>
                  <a:pt x="185095" y="423218"/>
                </a:moveTo>
                <a:cubicBezTo>
                  <a:pt x="185892" y="424093"/>
                  <a:pt x="185876" y="425640"/>
                  <a:pt x="183674" y="424858"/>
                </a:cubicBezTo>
                <a:cubicBezTo>
                  <a:pt x="183689" y="423749"/>
                  <a:pt x="184767" y="423937"/>
                  <a:pt x="185095" y="423218"/>
                </a:cubicBezTo>
                <a:moveTo>
                  <a:pt x="174347" y="424968"/>
                </a:moveTo>
                <a:cubicBezTo>
                  <a:pt x="177003" y="426171"/>
                  <a:pt x="172878" y="426827"/>
                  <a:pt x="174363" y="427842"/>
                </a:cubicBezTo>
                <a:cubicBezTo>
                  <a:pt x="172613" y="428248"/>
                  <a:pt x="173831" y="425827"/>
                  <a:pt x="174347" y="424968"/>
                </a:cubicBezTo>
                <a:moveTo>
                  <a:pt x="171941" y="430186"/>
                </a:moveTo>
                <a:cubicBezTo>
                  <a:pt x="174347" y="431764"/>
                  <a:pt x="170769" y="433716"/>
                  <a:pt x="170394" y="435013"/>
                </a:cubicBezTo>
                <a:cubicBezTo>
                  <a:pt x="168348" y="433545"/>
                  <a:pt x="171176" y="431264"/>
                  <a:pt x="171941" y="430186"/>
                </a:cubicBezTo>
                <a:moveTo>
                  <a:pt x="167411" y="447214"/>
                </a:moveTo>
                <a:cubicBezTo>
                  <a:pt x="168145" y="448073"/>
                  <a:pt x="168738" y="449839"/>
                  <a:pt x="167411" y="450104"/>
                </a:cubicBezTo>
                <a:cubicBezTo>
                  <a:pt x="165598" y="448777"/>
                  <a:pt x="166723" y="448542"/>
                  <a:pt x="167411" y="447214"/>
                </a:cubicBezTo>
                <a:moveTo>
                  <a:pt x="166692" y="450198"/>
                </a:moveTo>
                <a:cubicBezTo>
                  <a:pt x="168926" y="450745"/>
                  <a:pt x="166864" y="452479"/>
                  <a:pt x="166270" y="452573"/>
                </a:cubicBezTo>
                <a:cubicBezTo>
                  <a:pt x="165005" y="451307"/>
                  <a:pt x="167489" y="451370"/>
                  <a:pt x="166692" y="450198"/>
                </a:cubicBezTo>
                <a:moveTo>
                  <a:pt x="163864" y="453463"/>
                </a:moveTo>
                <a:cubicBezTo>
                  <a:pt x="164833" y="453729"/>
                  <a:pt x="164692" y="454119"/>
                  <a:pt x="165426" y="454401"/>
                </a:cubicBezTo>
                <a:cubicBezTo>
                  <a:pt x="164661" y="455572"/>
                  <a:pt x="164427" y="457338"/>
                  <a:pt x="162302" y="456853"/>
                </a:cubicBezTo>
                <a:lnTo>
                  <a:pt x="163864" y="453463"/>
                </a:lnTo>
                <a:close/>
                <a:moveTo>
                  <a:pt x="207232" y="432560"/>
                </a:moveTo>
                <a:cubicBezTo>
                  <a:pt x="202233" y="445761"/>
                  <a:pt x="195953" y="455854"/>
                  <a:pt x="188970" y="469320"/>
                </a:cubicBezTo>
                <a:cubicBezTo>
                  <a:pt x="187767" y="469445"/>
                  <a:pt x="186783" y="469851"/>
                  <a:pt x="185876" y="470320"/>
                </a:cubicBezTo>
                <a:cubicBezTo>
                  <a:pt x="186064" y="467117"/>
                  <a:pt x="189548" y="461931"/>
                  <a:pt x="192235" y="459369"/>
                </a:cubicBezTo>
                <a:cubicBezTo>
                  <a:pt x="192063" y="458275"/>
                  <a:pt x="191266" y="460150"/>
                  <a:pt x="190532" y="458728"/>
                </a:cubicBezTo>
                <a:cubicBezTo>
                  <a:pt x="191266" y="451261"/>
                  <a:pt x="197250" y="445449"/>
                  <a:pt x="200468" y="440106"/>
                </a:cubicBezTo>
                <a:cubicBezTo>
                  <a:pt x="202218" y="437153"/>
                  <a:pt x="201296" y="432982"/>
                  <a:pt x="206248" y="431810"/>
                </a:cubicBezTo>
                <a:cubicBezTo>
                  <a:pt x="206936" y="432029"/>
                  <a:pt x="207248" y="432279"/>
                  <a:pt x="207232" y="432560"/>
                </a:cubicBezTo>
                <a:moveTo>
                  <a:pt x="214169" y="433341"/>
                </a:moveTo>
                <a:cubicBezTo>
                  <a:pt x="211716" y="429983"/>
                  <a:pt x="218028" y="425671"/>
                  <a:pt x="218981" y="420015"/>
                </a:cubicBezTo>
                <a:cubicBezTo>
                  <a:pt x="220918" y="425343"/>
                  <a:pt x="214950" y="429405"/>
                  <a:pt x="214169" y="433341"/>
                </a:cubicBezTo>
                <a:moveTo>
                  <a:pt x="264927" y="380600"/>
                </a:moveTo>
                <a:cubicBezTo>
                  <a:pt x="264583" y="378459"/>
                  <a:pt x="266629" y="376225"/>
                  <a:pt x="268051" y="373835"/>
                </a:cubicBezTo>
                <a:cubicBezTo>
                  <a:pt x="268988" y="375882"/>
                  <a:pt x="266676" y="379116"/>
                  <a:pt x="264927" y="380600"/>
                </a:cubicBezTo>
                <a:moveTo>
                  <a:pt x="98437" y="260853"/>
                </a:moveTo>
                <a:cubicBezTo>
                  <a:pt x="100655" y="261384"/>
                  <a:pt x="98625" y="263134"/>
                  <a:pt x="98031" y="263212"/>
                </a:cubicBezTo>
                <a:cubicBezTo>
                  <a:pt x="96828" y="262618"/>
                  <a:pt x="98484" y="261618"/>
                  <a:pt x="98437" y="260853"/>
                </a:cubicBezTo>
                <a:moveTo>
                  <a:pt x="103530" y="271398"/>
                </a:moveTo>
                <a:cubicBezTo>
                  <a:pt x="105545" y="271789"/>
                  <a:pt x="103952" y="272679"/>
                  <a:pt x="103936" y="273351"/>
                </a:cubicBezTo>
                <a:cubicBezTo>
                  <a:pt x="102546" y="272742"/>
                  <a:pt x="102030" y="271570"/>
                  <a:pt x="103530" y="271398"/>
                </a:cubicBezTo>
                <a:moveTo>
                  <a:pt x="273597" y="324421"/>
                </a:moveTo>
                <a:cubicBezTo>
                  <a:pt x="274222" y="328452"/>
                  <a:pt x="270801" y="334310"/>
                  <a:pt x="269504" y="337653"/>
                </a:cubicBezTo>
                <a:cubicBezTo>
                  <a:pt x="267379" y="333342"/>
                  <a:pt x="272722" y="329623"/>
                  <a:pt x="273597" y="324421"/>
                </a:cubicBezTo>
                <a:moveTo>
                  <a:pt x="102936" y="274054"/>
                </a:moveTo>
                <a:cubicBezTo>
                  <a:pt x="103780" y="275241"/>
                  <a:pt x="103827" y="278256"/>
                  <a:pt x="103077" y="280944"/>
                </a:cubicBezTo>
                <a:cubicBezTo>
                  <a:pt x="102421" y="283162"/>
                  <a:pt x="101640" y="286818"/>
                  <a:pt x="98375" y="286755"/>
                </a:cubicBezTo>
                <a:cubicBezTo>
                  <a:pt x="101062" y="282756"/>
                  <a:pt x="99203" y="277725"/>
                  <a:pt x="102936" y="274054"/>
                </a:cubicBezTo>
                <a:moveTo>
                  <a:pt x="100093" y="296051"/>
                </a:moveTo>
                <a:cubicBezTo>
                  <a:pt x="99218" y="295004"/>
                  <a:pt x="98906" y="295769"/>
                  <a:pt x="97687" y="295519"/>
                </a:cubicBezTo>
                <a:cubicBezTo>
                  <a:pt x="97562" y="296222"/>
                  <a:pt x="99406" y="295644"/>
                  <a:pt x="99812" y="296675"/>
                </a:cubicBezTo>
                <a:cubicBezTo>
                  <a:pt x="99437" y="297332"/>
                  <a:pt x="97359" y="295910"/>
                  <a:pt x="96281" y="295723"/>
                </a:cubicBezTo>
                <a:lnTo>
                  <a:pt x="97000" y="294191"/>
                </a:lnTo>
                <a:cubicBezTo>
                  <a:pt x="98781" y="296425"/>
                  <a:pt x="99609" y="294598"/>
                  <a:pt x="100234" y="292879"/>
                </a:cubicBezTo>
                <a:cubicBezTo>
                  <a:pt x="102327" y="293832"/>
                  <a:pt x="101109" y="295426"/>
                  <a:pt x="100093" y="296051"/>
                </a:cubicBezTo>
                <a:moveTo>
                  <a:pt x="255787" y="348745"/>
                </a:moveTo>
                <a:cubicBezTo>
                  <a:pt x="257318" y="350261"/>
                  <a:pt x="255600" y="352229"/>
                  <a:pt x="255350" y="353979"/>
                </a:cubicBezTo>
                <a:cubicBezTo>
                  <a:pt x="253756" y="351698"/>
                  <a:pt x="254959" y="350698"/>
                  <a:pt x="255787" y="348745"/>
                </a:cubicBezTo>
                <a:moveTo>
                  <a:pt x="268379" y="338685"/>
                </a:moveTo>
                <a:cubicBezTo>
                  <a:pt x="270301" y="344230"/>
                  <a:pt x="261927" y="350229"/>
                  <a:pt x="264973" y="354698"/>
                </a:cubicBezTo>
                <a:cubicBezTo>
                  <a:pt x="267473" y="353885"/>
                  <a:pt x="266176" y="351167"/>
                  <a:pt x="268504" y="349886"/>
                </a:cubicBezTo>
                <a:cubicBezTo>
                  <a:pt x="267739" y="355807"/>
                  <a:pt x="265067" y="358931"/>
                  <a:pt x="262552" y="365680"/>
                </a:cubicBezTo>
                <a:cubicBezTo>
                  <a:pt x="259896" y="365102"/>
                  <a:pt x="261552" y="362134"/>
                  <a:pt x="263270" y="362712"/>
                </a:cubicBezTo>
                <a:cubicBezTo>
                  <a:pt x="262411" y="359900"/>
                  <a:pt x="261802" y="357994"/>
                  <a:pt x="263130" y="355807"/>
                </a:cubicBezTo>
                <a:cubicBezTo>
                  <a:pt x="258521" y="353963"/>
                  <a:pt x="261943" y="358994"/>
                  <a:pt x="258177" y="357931"/>
                </a:cubicBezTo>
                <a:cubicBezTo>
                  <a:pt x="261989" y="350839"/>
                  <a:pt x="265239" y="344496"/>
                  <a:pt x="268379" y="338685"/>
                </a:cubicBezTo>
                <a:moveTo>
                  <a:pt x="121387" y="307236"/>
                </a:moveTo>
                <a:cubicBezTo>
                  <a:pt x="123480" y="308830"/>
                  <a:pt x="121511" y="311329"/>
                  <a:pt x="120262" y="312579"/>
                </a:cubicBezTo>
                <a:cubicBezTo>
                  <a:pt x="118184" y="310283"/>
                  <a:pt x="120684" y="309814"/>
                  <a:pt x="121387" y="307236"/>
                </a:cubicBezTo>
                <a:moveTo>
                  <a:pt x="253241" y="360041"/>
                </a:moveTo>
                <a:cubicBezTo>
                  <a:pt x="254334" y="361150"/>
                  <a:pt x="253522" y="363384"/>
                  <a:pt x="251241" y="362899"/>
                </a:cubicBezTo>
                <a:cubicBezTo>
                  <a:pt x="252163" y="362337"/>
                  <a:pt x="252319" y="360587"/>
                  <a:pt x="253241" y="360041"/>
                </a:cubicBezTo>
                <a:moveTo>
                  <a:pt x="237134" y="359072"/>
                </a:moveTo>
                <a:cubicBezTo>
                  <a:pt x="238353" y="359572"/>
                  <a:pt x="237978" y="360290"/>
                  <a:pt x="237556" y="361025"/>
                </a:cubicBezTo>
                <a:cubicBezTo>
                  <a:pt x="235275" y="360228"/>
                  <a:pt x="236431" y="359681"/>
                  <a:pt x="237134" y="359072"/>
                </a:cubicBezTo>
                <a:moveTo>
                  <a:pt x="236431" y="362056"/>
                </a:moveTo>
                <a:cubicBezTo>
                  <a:pt x="236525" y="364446"/>
                  <a:pt x="235603" y="366743"/>
                  <a:pt x="234291" y="368102"/>
                </a:cubicBezTo>
                <a:cubicBezTo>
                  <a:pt x="231369" y="365993"/>
                  <a:pt x="235275" y="363509"/>
                  <a:pt x="236431" y="362056"/>
                </a:cubicBezTo>
                <a:moveTo>
                  <a:pt x="233025" y="367977"/>
                </a:moveTo>
                <a:cubicBezTo>
                  <a:pt x="236009" y="368945"/>
                  <a:pt x="233353" y="371132"/>
                  <a:pt x="232588" y="371789"/>
                </a:cubicBezTo>
                <a:cubicBezTo>
                  <a:pt x="230651" y="370804"/>
                  <a:pt x="232838" y="369258"/>
                  <a:pt x="233025" y="367977"/>
                </a:cubicBezTo>
                <a:moveTo>
                  <a:pt x="219762" y="365196"/>
                </a:moveTo>
                <a:cubicBezTo>
                  <a:pt x="219762" y="375069"/>
                  <a:pt x="210513" y="386224"/>
                  <a:pt x="210123" y="396175"/>
                </a:cubicBezTo>
                <a:cubicBezTo>
                  <a:pt x="203514" y="406096"/>
                  <a:pt x="199812" y="418516"/>
                  <a:pt x="197078" y="430201"/>
                </a:cubicBezTo>
                <a:cubicBezTo>
                  <a:pt x="199171" y="431311"/>
                  <a:pt x="198234" y="428733"/>
                  <a:pt x="199609" y="428983"/>
                </a:cubicBezTo>
                <a:cubicBezTo>
                  <a:pt x="196656" y="439028"/>
                  <a:pt x="191360" y="447855"/>
                  <a:pt x="186298" y="457869"/>
                </a:cubicBezTo>
                <a:cubicBezTo>
                  <a:pt x="181861" y="454635"/>
                  <a:pt x="190657" y="448089"/>
                  <a:pt x="185908" y="445839"/>
                </a:cubicBezTo>
                <a:cubicBezTo>
                  <a:pt x="186048" y="447058"/>
                  <a:pt x="183970" y="448573"/>
                  <a:pt x="182377" y="450636"/>
                </a:cubicBezTo>
                <a:cubicBezTo>
                  <a:pt x="184861" y="436544"/>
                  <a:pt x="198718" y="422390"/>
                  <a:pt x="201062" y="407189"/>
                </a:cubicBezTo>
                <a:cubicBezTo>
                  <a:pt x="201405" y="404955"/>
                  <a:pt x="200280" y="402971"/>
                  <a:pt x="201218" y="401128"/>
                </a:cubicBezTo>
                <a:cubicBezTo>
                  <a:pt x="201905" y="399753"/>
                  <a:pt x="204467" y="400362"/>
                  <a:pt x="203186" y="398269"/>
                </a:cubicBezTo>
                <a:cubicBezTo>
                  <a:pt x="203545" y="396847"/>
                  <a:pt x="204889" y="398441"/>
                  <a:pt x="205311" y="397988"/>
                </a:cubicBezTo>
                <a:cubicBezTo>
                  <a:pt x="202186" y="394566"/>
                  <a:pt x="209029" y="393160"/>
                  <a:pt x="209279" y="389380"/>
                </a:cubicBezTo>
                <a:cubicBezTo>
                  <a:pt x="209435" y="387349"/>
                  <a:pt x="206342" y="383959"/>
                  <a:pt x="211544" y="384459"/>
                </a:cubicBezTo>
                <a:cubicBezTo>
                  <a:pt x="213794" y="379178"/>
                  <a:pt x="216200" y="371617"/>
                  <a:pt x="219762" y="365196"/>
                </a:cubicBezTo>
                <a:moveTo>
                  <a:pt x="207873" y="370851"/>
                </a:moveTo>
                <a:cubicBezTo>
                  <a:pt x="206389" y="384568"/>
                  <a:pt x="197484" y="398238"/>
                  <a:pt x="192016" y="411033"/>
                </a:cubicBezTo>
                <a:cubicBezTo>
                  <a:pt x="192126" y="412298"/>
                  <a:pt x="192594" y="410251"/>
                  <a:pt x="193860" y="411361"/>
                </a:cubicBezTo>
                <a:lnTo>
                  <a:pt x="192578" y="414126"/>
                </a:lnTo>
                <a:cubicBezTo>
                  <a:pt x="190657" y="413110"/>
                  <a:pt x="193438" y="412579"/>
                  <a:pt x="192313" y="411860"/>
                </a:cubicBezTo>
                <a:cubicBezTo>
                  <a:pt x="189063" y="413157"/>
                  <a:pt x="190548" y="420281"/>
                  <a:pt x="185939" y="419922"/>
                </a:cubicBezTo>
                <a:cubicBezTo>
                  <a:pt x="193781" y="402315"/>
                  <a:pt x="197921" y="387052"/>
                  <a:pt x="207873" y="370851"/>
                </a:cubicBezTo>
                <a:moveTo>
                  <a:pt x="194453" y="381318"/>
                </a:moveTo>
                <a:cubicBezTo>
                  <a:pt x="194094" y="388786"/>
                  <a:pt x="188001" y="397581"/>
                  <a:pt x="184549" y="404284"/>
                </a:cubicBezTo>
                <a:cubicBezTo>
                  <a:pt x="185939" y="396379"/>
                  <a:pt x="189876" y="387224"/>
                  <a:pt x="194453" y="381318"/>
                </a:cubicBezTo>
                <a:moveTo>
                  <a:pt x="173378" y="393988"/>
                </a:moveTo>
                <a:cubicBezTo>
                  <a:pt x="175222" y="394707"/>
                  <a:pt x="173956" y="395832"/>
                  <a:pt x="174097" y="396769"/>
                </a:cubicBezTo>
                <a:cubicBezTo>
                  <a:pt x="172285" y="396066"/>
                  <a:pt x="173535" y="394941"/>
                  <a:pt x="173378" y="393988"/>
                </a:cubicBezTo>
                <a:moveTo>
                  <a:pt x="124121" y="387489"/>
                </a:moveTo>
                <a:cubicBezTo>
                  <a:pt x="125308" y="389895"/>
                  <a:pt x="123277" y="393520"/>
                  <a:pt x="121434" y="394769"/>
                </a:cubicBezTo>
                <a:cubicBezTo>
                  <a:pt x="120902" y="392098"/>
                  <a:pt x="122527" y="389614"/>
                  <a:pt x="124121" y="387489"/>
                </a:cubicBezTo>
                <a:moveTo>
                  <a:pt x="103843" y="444402"/>
                </a:moveTo>
                <a:cubicBezTo>
                  <a:pt x="106217" y="445340"/>
                  <a:pt x="104842" y="446777"/>
                  <a:pt x="103436" y="446777"/>
                </a:cubicBezTo>
                <a:cubicBezTo>
                  <a:pt x="101390" y="445636"/>
                  <a:pt x="103827" y="445668"/>
                  <a:pt x="103843" y="444402"/>
                </a:cubicBezTo>
                <a:moveTo>
                  <a:pt x="101015" y="450542"/>
                </a:moveTo>
                <a:cubicBezTo>
                  <a:pt x="102124" y="451448"/>
                  <a:pt x="100249" y="452760"/>
                  <a:pt x="100171" y="453823"/>
                </a:cubicBezTo>
                <a:cubicBezTo>
                  <a:pt x="99124" y="452276"/>
                  <a:pt x="100484" y="452104"/>
                  <a:pt x="101015" y="450542"/>
                </a:cubicBezTo>
                <a:moveTo>
                  <a:pt x="82518" y="237982"/>
                </a:moveTo>
                <a:cubicBezTo>
                  <a:pt x="83314" y="242684"/>
                  <a:pt x="78472" y="246215"/>
                  <a:pt x="79518" y="250183"/>
                </a:cubicBezTo>
                <a:cubicBezTo>
                  <a:pt x="82393" y="250401"/>
                  <a:pt x="82018" y="246793"/>
                  <a:pt x="83080" y="245387"/>
                </a:cubicBezTo>
                <a:cubicBezTo>
                  <a:pt x="84705" y="245574"/>
                  <a:pt x="85064" y="247230"/>
                  <a:pt x="85470" y="245918"/>
                </a:cubicBezTo>
                <a:cubicBezTo>
                  <a:pt x="89173" y="242043"/>
                  <a:pt x="89329" y="234451"/>
                  <a:pt x="92969" y="231061"/>
                </a:cubicBezTo>
                <a:cubicBezTo>
                  <a:pt x="95406" y="231404"/>
                  <a:pt x="92563" y="232467"/>
                  <a:pt x="94078" y="232920"/>
                </a:cubicBezTo>
                <a:cubicBezTo>
                  <a:pt x="95406" y="231155"/>
                  <a:pt x="96141" y="229389"/>
                  <a:pt x="95375" y="227280"/>
                </a:cubicBezTo>
                <a:cubicBezTo>
                  <a:pt x="94125" y="227671"/>
                  <a:pt x="93313" y="228577"/>
                  <a:pt x="91985" y="228889"/>
                </a:cubicBezTo>
                <a:cubicBezTo>
                  <a:pt x="98703" y="209611"/>
                  <a:pt x="105420" y="189974"/>
                  <a:pt x="109029" y="171851"/>
                </a:cubicBezTo>
                <a:cubicBezTo>
                  <a:pt x="105811" y="177257"/>
                  <a:pt x="105420" y="184677"/>
                  <a:pt x="102921" y="187942"/>
                </a:cubicBezTo>
                <a:cubicBezTo>
                  <a:pt x="101437" y="179131"/>
                  <a:pt x="108607" y="172632"/>
                  <a:pt x="106186" y="165024"/>
                </a:cubicBezTo>
                <a:cubicBezTo>
                  <a:pt x="105545" y="166008"/>
                  <a:pt x="105717" y="167977"/>
                  <a:pt x="103358" y="166852"/>
                </a:cubicBezTo>
                <a:cubicBezTo>
                  <a:pt x="101921" y="166368"/>
                  <a:pt x="105045" y="163774"/>
                  <a:pt x="103233" y="164274"/>
                </a:cubicBezTo>
                <a:cubicBezTo>
                  <a:pt x="100671" y="171336"/>
                  <a:pt x="96359" y="176944"/>
                  <a:pt x="95031" y="183553"/>
                </a:cubicBezTo>
                <a:cubicBezTo>
                  <a:pt x="94500" y="186162"/>
                  <a:pt x="93235" y="187146"/>
                  <a:pt x="91766" y="189177"/>
                </a:cubicBezTo>
                <a:cubicBezTo>
                  <a:pt x="88439" y="193785"/>
                  <a:pt x="89907" y="200472"/>
                  <a:pt x="86517" y="204862"/>
                </a:cubicBezTo>
                <a:cubicBezTo>
                  <a:pt x="83002" y="216688"/>
                  <a:pt x="75878" y="233545"/>
                  <a:pt x="73472" y="246090"/>
                </a:cubicBezTo>
                <a:cubicBezTo>
                  <a:pt x="74207" y="245387"/>
                  <a:pt x="73894" y="243387"/>
                  <a:pt x="75316" y="243543"/>
                </a:cubicBezTo>
                <a:cubicBezTo>
                  <a:pt x="74191" y="244918"/>
                  <a:pt x="75238" y="247496"/>
                  <a:pt x="74597" y="249402"/>
                </a:cubicBezTo>
                <a:cubicBezTo>
                  <a:pt x="74160" y="250714"/>
                  <a:pt x="70160" y="252479"/>
                  <a:pt x="74175" y="254635"/>
                </a:cubicBezTo>
                <a:cubicBezTo>
                  <a:pt x="76300" y="249730"/>
                  <a:pt x="78815" y="240465"/>
                  <a:pt x="82518" y="237982"/>
                </a:cubicBezTo>
                <a:moveTo>
                  <a:pt x="90844" y="227046"/>
                </a:moveTo>
                <a:cubicBezTo>
                  <a:pt x="90720" y="231639"/>
                  <a:pt x="89392" y="233857"/>
                  <a:pt x="86892" y="237091"/>
                </a:cubicBezTo>
                <a:cubicBezTo>
                  <a:pt x="85548" y="236669"/>
                  <a:pt x="86673" y="234451"/>
                  <a:pt x="84471" y="235107"/>
                </a:cubicBezTo>
                <a:cubicBezTo>
                  <a:pt x="84627" y="232201"/>
                  <a:pt x="88048" y="230483"/>
                  <a:pt x="89157" y="226405"/>
                </a:cubicBezTo>
                <a:lnTo>
                  <a:pt x="90844" y="227046"/>
                </a:lnTo>
                <a:close/>
                <a:moveTo>
                  <a:pt x="90563" y="221906"/>
                </a:moveTo>
                <a:cubicBezTo>
                  <a:pt x="91001" y="216891"/>
                  <a:pt x="93469" y="208596"/>
                  <a:pt x="96515" y="206127"/>
                </a:cubicBezTo>
                <a:cubicBezTo>
                  <a:pt x="98109" y="211548"/>
                  <a:pt x="93485" y="216735"/>
                  <a:pt x="90563" y="221906"/>
                </a:cubicBezTo>
                <a:moveTo>
                  <a:pt x="95969" y="204471"/>
                </a:moveTo>
                <a:cubicBezTo>
                  <a:pt x="96219" y="203674"/>
                  <a:pt x="96547" y="202956"/>
                  <a:pt x="97375" y="202831"/>
                </a:cubicBezTo>
                <a:cubicBezTo>
                  <a:pt x="99140" y="203581"/>
                  <a:pt x="97765" y="205315"/>
                  <a:pt x="95969" y="204471"/>
                </a:cubicBezTo>
                <a:moveTo>
                  <a:pt x="95125" y="194785"/>
                </a:moveTo>
                <a:cubicBezTo>
                  <a:pt x="96765" y="195410"/>
                  <a:pt x="95672" y="197019"/>
                  <a:pt x="94703" y="197144"/>
                </a:cubicBezTo>
                <a:cubicBezTo>
                  <a:pt x="93500" y="196551"/>
                  <a:pt x="95172" y="195551"/>
                  <a:pt x="95125" y="194785"/>
                </a:cubicBezTo>
                <a:moveTo>
                  <a:pt x="93282" y="197347"/>
                </a:moveTo>
                <a:lnTo>
                  <a:pt x="94984" y="197988"/>
                </a:lnTo>
                <a:cubicBezTo>
                  <a:pt x="93079" y="201425"/>
                  <a:pt x="96109" y="208580"/>
                  <a:pt x="88173" y="208408"/>
                </a:cubicBezTo>
                <a:cubicBezTo>
                  <a:pt x="89173" y="204409"/>
                  <a:pt x="92204" y="201659"/>
                  <a:pt x="93282" y="197347"/>
                </a:cubicBezTo>
                <a:moveTo>
                  <a:pt x="84064" y="223078"/>
                </a:moveTo>
                <a:cubicBezTo>
                  <a:pt x="85877" y="220266"/>
                  <a:pt x="88798" y="216782"/>
                  <a:pt x="88173" y="214157"/>
                </a:cubicBezTo>
                <a:cubicBezTo>
                  <a:pt x="88189" y="213064"/>
                  <a:pt x="89579" y="213626"/>
                  <a:pt x="89595" y="212532"/>
                </a:cubicBezTo>
                <a:cubicBezTo>
                  <a:pt x="90735" y="215594"/>
                  <a:pt x="89048" y="218781"/>
                  <a:pt x="86892" y="221250"/>
                </a:cubicBezTo>
                <a:cubicBezTo>
                  <a:pt x="86720" y="222203"/>
                  <a:pt x="90095" y="221094"/>
                  <a:pt x="90282" y="222515"/>
                </a:cubicBezTo>
                <a:cubicBezTo>
                  <a:pt x="89626" y="224062"/>
                  <a:pt x="88548" y="222109"/>
                  <a:pt x="87033" y="222390"/>
                </a:cubicBezTo>
                <a:cubicBezTo>
                  <a:pt x="85892" y="227296"/>
                  <a:pt x="86783" y="229186"/>
                  <a:pt x="84064" y="233170"/>
                </a:cubicBezTo>
                <a:cubicBezTo>
                  <a:pt x="78034" y="229436"/>
                  <a:pt x="87736" y="227343"/>
                  <a:pt x="84064" y="223078"/>
                </a:cubicBezTo>
                <a:moveTo>
                  <a:pt x="81940" y="233451"/>
                </a:moveTo>
                <a:cubicBezTo>
                  <a:pt x="82362" y="233826"/>
                  <a:pt x="82783" y="234201"/>
                  <a:pt x="83064" y="233873"/>
                </a:cubicBezTo>
                <a:cubicBezTo>
                  <a:pt x="84439" y="234966"/>
                  <a:pt x="81643" y="234966"/>
                  <a:pt x="81924" y="236326"/>
                </a:cubicBezTo>
                <a:cubicBezTo>
                  <a:pt x="81190" y="235482"/>
                  <a:pt x="81362" y="234498"/>
                  <a:pt x="81940" y="233451"/>
                </a:cubicBezTo>
                <a:moveTo>
                  <a:pt x="67911" y="271070"/>
                </a:moveTo>
                <a:cubicBezTo>
                  <a:pt x="66614" y="274179"/>
                  <a:pt x="63864" y="278194"/>
                  <a:pt x="65770" y="280006"/>
                </a:cubicBezTo>
                <a:cubicBezTo>
                  <a:pt x="65739" y="277194"/>
                  <a:pt x="69192" y="274757"/>
                  <a:pt x="67911" y="271070"/>
                </a:cubicBezTo>
                <a:moveTo>
                  <a:pt x="83455" y="375194"/>
                </a:moveTo>
                <a:cubicBezTo>
                  <a:pt x="80409" y="378241"/>
                  <a:pt x="79752" y="384459"/>
                  <a:pt x="77519" y="386677"/>
                </a:cubicBezTo>
                <a:cubicBezTo>
                  <a:pt x="81846" y="388802"/>
                  <a:pt x="74269" y="389145"/>
                  <a:pt x="77362" y="391301"/>
                </a:cubicBezTo>
                <a:cubicBezTo>
                  <a:pt x="80705" y="384052"/>
                  <a:pt x="82971" y="381928"/>
                  <a:pt x="83455" y="375194"/>
                </a:cubicBezTo>
                <a:moveTo>
                  <a:pt x="197031" y="477725"/>
                </a:moveTo>
                <a:cubicBezTo>
                  <a:pt x="200015" y="478631"/>
                  <a:pt x="196734" y="476772"/>
                  <a:pt x="197015" y="476288"/>
                </a:cubicBezTo>
                <a:cubicBezTo>
                  <a:pt x="201796" y="472866"/>
                  <a:pt x="202577" y="462602"/>
                  <a:pt x="207217" y="459931"/>
                </a:cubicBezTo>
                <a:cubicBezTo>
                  <a:pt x="204780" y="459072"/>
                  <a:pt x="209013" y="457916"/>
                  <a:pt x="206092" y="456619"/>
                </a:cubicBezTo>
                <a:cubicBezTo>
                  <a:pt x="202889" y="462806"/>
                  <a:pt x="198609" y="470882"/>
                  <a:pt x="194906" y="478022"/>
                </a:cubicBezTo>
                <a:cubicBezTo>
                  <a:pt x="196328" y="479240"/>
                  <a:pt x="196687" y="475741"/>
                  <a:pt x="197031" y="477725"/>
                </a:cubicBezTo>
                <a:moveTo>
                  <a:pt x="13966" y="401128"/>
                </a:moveTo>
                <a:cubicBezTo>
                  <a:pt x="12029" y="400722"/>
                  <a:pt x="12388" y="399987"/>
                  <a:pt x="12138" y="399362"/>
                </a:cubicBezTo>
                <a:cubicBezTo>
                  <a:pt x="13122" y="400144"/>
                  <a:pt x="15044" y="399878"/>
                  <a:pt x="13528" y="399159"/>
                </a:cubicBezTo>
                <a:cubicBezTo>
                  <a:pt x="11982" y="399784"/>
                  <a:pt x="11154" y="398503"/>
                  <a:pt x="8873" y="397785"/>
                </a:cubicBezTo>
                <a:lnTo>
                  <a:pt x="7311" y="401159"/>
                </a:lnTo>
                <a:cubicBezTo>
                  <a:pt x="8998" y="401471"/>
                  <a:pt x="11310" y="402549"/>
                  <a:pt x="12685" y="402440"/>
                </a:cubicBezTo>
                <a:cubicBezTo>
                  <a:pt x="11154" y="401456"/>
                  <a:pt x="13622" y="401425"/>
                  <a:pt x="13966" y="401128"/>
                </a:cubicBezTo>
                <a:moveTo>
                  <a:pt x="79050" y="518359"/>
                </a:moveTo>
                <a:lnTo>
                  <a:pt x="80159" y="518781"/>
                </a:lnTo>
                <a:cubicBezTo>
                  <a:pt x="80284" y="518422"/>
                  <a:pt x="81205" y="518609"/>
                  <a:pt x="80440" y="518172"/>
                </a:cubicBezTo>
                <a:cubicBezTo>
                  <a:pt x="80346" y="518359"/>
                  <a:pt x="80221" y="518516"/>
                  <a:pt x="79768" y="518281"/>
                </a:cubicBezTo>
                <a:cubicBezTo>
                  <a:pt x="79971" y="517406"/>
                  <a:pt x="80253" y="516672"/>
                  <a:pt x="82018" y="517688"/>
                </a:cubicBezTo>
                <a:cubicBezTo>
                  <a:pt x="82643" y="515172"/>
                  <a:pt x="84564" y="511485"/>
                  <a:pt x="86533" y="509283"/>
                </a:cubicBezTo>
                <a:cubicBezTo>
                  <a:pt x="82190" y="511564"/>
                  <a:pt x="81034" y="514844"/>
                  <a:pt x="79050" y="518359"/>
                </a:cubicBezTo>
                <a:moveTo>
                  <a:pt x="47851" y="512829"/>
                </a:moveTo>
                <a:cubicBezTo>
                  <a:pt x="48382" y="515188"/>
                  <a:pt x="44039" y="516110"/>
                  <a:pt x="46023" y="518266"/>
                </a:cubicBezTo>
                <a:cubicBezTo>
                  <a:pt x="46461" y="515828"/>
                  <a:pt x="49164" y="514813"/>
                  <a:pt x="47851" y="512829"/>
                </a:cubicBezTo>
                <a:moveTo>
                  <a:pt x="67130" y="452307"/>
                </a:moveTo>
                <a:cubicBezTo>
                  <a:pt x="70441" y="447886"/>
                  <a:pt x="71941" y="444590"/>
                  <a:pt x="70519" y="440606"/>
                </a:cubicBezTo>
                <a:cubicBezTo>
                  <a:pt x="68785" y="445090"/>
                  <a:pt x="65302" y="448183"/>
                  <a:pt x="67130" y="452307"/>
                </a:cubicBezTo>
                <a:moveTo>
                  <a:pt x="105764" y="622671"/>
                </a:moveTo>
                <a:cubicBezTo>
                  <a:pt x="108561" y="622859"/>
                  <a:pt x="108779" y="621437"/>
                  <a:pt x="109560" y="620125"/>
                </a:cubicBezTo>
                <a:cubicBezTo>
                  <a:pt x="114356" y="612454"/>
                  <a:pt x="120199" y="600706"/>
                  <a:pt x="127120" y="593535"/>
                </a:cubicBezTo>
                <a:cubicBezTo>
                  <a:pt x="130026" y="594488"/>
                  <a:pt x="132213" y="595535"/>
                  <a:pt x="133619" y="596675"/>
                </a:cubicBezTo>
                <a:cubicBezTo>
                  <a:pt x="135478" y="595753"/>
                  <a:pt x="135431" y="592488"/>
                  <a:pt x="137275" y="591567"/>
                </a:cubicBezTo>
                <a:cubicBezTo>
                  <a:pt x="136993" y="585864"/>
                  <a:pt x="142805" y="578412"/>
                  <a:pt x="145773" y="573132"/>
                </a:cubicBezTo>
                <a:cubicBezTo>
                  <a:pt x="146695" y="571523"/>
                  <a:pt x="150288" y="569664"/>
                  <a:pt x="147633" y="567695"/>
                </a:cubicBezTo>
                <a:cubicBezTo>
                  <a:pt x="144336" y="569273"/>
                  <a:pt x="144008" y="574351"/>
                  <a:pt x="141540" y="578022"/>
                </a:cubicBezTo>
                <a:cubicBezTo>
                  <a:pt x="140305" y="579881"/>
                  <a:pt x="138946" y="583458"/>
                  <a:pt x="134338" y="582177"/>
                </a:cubicBezTo>
                <a:cubicBezTo>
                  <a:pt x="136337" y="576710"/>
                  <a:pt x="141774" y="571086"/>
                  <a:pt x="145367" y="565399"/>
                </a:cubicBezTo>
                <a:cubicBezTo>
                  <a:pt x="149382" y="559087"/>
                  <a:pt x="151397" y="551854"/>
                  <a:pt x="157678" y="547292"/>
                </a:cubicBezTo>
                <a:cubicBezTo>
                  <a:pt x="157662" y="547011"/>
                  <a:pt x="157397" y="546761"/>
                  <a:pt x="156709" y="546574"/>
                </a:cubicBezTo>
                <a:cubicBezTo>
                  <a:pt x="150460" y="549526"/>
                  <a:pt x="149945" y="556572"/>
                  <a:pt x="143133" y="558791"/>
                </a:cubicBezTo>
                <a:cubicBezTo>
                  <a:pt x="142368" y="556556"/>
                  <a:pt x="147898" y="553354"/>
                  <a:pt x="145539" y="550682"/>
                </a:cubicBezTo>
                <a:cubicBezTo>
                  <a:pt x="142868" y="552385"/>
                  <a:pt x="142571" y="556978"/>
                  <a:pt x="138196" y="556588"/>
                </a:cubicBezTo>
                <a:cubicBezTo>
                  <a:pt x="137337" y="552104"/>
                  <a:pt x="143258" y="551948"/>
                  <a:pt x="144539" y="548511"/>
                </a:cubicBezTo>
                <a:cubicBezTo>
                  <a:pt x="142493" y="548511"/>
                  <a:pt x="142086" y="548355"/>
                  <a:pt x="140618" y="547042"/>
                </a:cubicBezTo>
                <a:cubicBezTo>
                  <a:pt x="138431" y="551432"/>
                  <a:pt x="133697" y="556775"/>
                  <a:pt x="130291" y="559400"/>
                </a:cubicBezTo>
                <a:cubicBezTo>
                  <a:pt x="128667" y="559009"/>
                  <a:pt x="125902" y="558697"/>
                  <a:pt x="127182" y="560400"/>
                </a:cubicBezTo>
                <a:cubicBezTo>
                  <a:pt x="127745" y="561681"/>
                  <a:pt x="128901" y="559665"/>
                  <a:pt x="130432" y="560540"/>
                </a:cubicBezTo>
                <a:cubicBezTo>
                  <a:pt x="132322" y="565149"/>
                  <a:pt x="134713" y="569773"/>
                  <a:pt x="133244" y="574554"/>
                </a:cubicBezTo>
                <a:cubicBezTo>
                  <a:pt x="130713" y="582724"/>
                  <a:pt x="125167" y="591098"/>
                  <a:pt x="120652" y="597581"/>
                </a:cubicBezTo>
                <a:cubicBezTo>
                  <a:pt x="114919" y="605767"/>
                  <a:pt x="110779" y="614344"/>
                  <a:pt x="105764" y="622671"/>
                </a:cubicBezTo>
                <a:moveTo>
                  <a:pt x="141415" y="561071"/>
                </a:moveTo>
                <a:cubicBezTo>
                  <a:pt x="143321" y="562759"/>
                  <a:pt x="140134" y="566055"/>
                  <a:pt x="138446" y="567524"/>
                </a:cubicBezTo>
                <a:cubicBezTo>
                  <a:pt x="132463" y="564321"/>
                  <a:pt x="137743" y="561228"/>
                  <a:pt x="141415" y="561071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68000">
                <a:schemeClr val="accent2">
                  <a:lumMod val="75000"/>
                </a:schemeClr>
              </a:gs>
            </a:gsLst>
            <a:lin ang="5400000" scaled="1"/>
            <a:tileRect/>
          </a:gradFill>
          <a:ln w="15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40000">
                    <a:srgbClr val="FFFFFF"/>
                  </a:gs>
                  <a:gs pos="88000">
                    <a:srgbClr val="C00000">
                      <a:alpha val="50000"/>
                    </a:srgbClr>
                  </a:gs>
                </a:gsLst>
                <a:lin ang="3600000" scaled="0"/>
              </a:gra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-801446" y="0"/>
            <a:ext cx="13073260" cy="902312"/>
            <a:chOff x="-801446" y="0"/>
            <a:chExt cx="13073260" cy="902312"/>
          </a:xfrm>
        </p:grpSpPr>
        <p:sp>
          <p:nvSpPr>
            <p:cNvPr id="3" name="PA-任意多边形 900"/>
            <p:cNvSpPr/>
            <p:nvPr>
              <p:custDataLst>
                <p:tags r:id="rId2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4" name="PA-任意多边形 46"/>
            <p:cNvSpPr/>
            <p:nvPr>
              <p:custDataLst>
                <p:tags r:id="rId3"/>
              </p:custDataLst>
            </p:nvPr>
          </p:nvSpPr>
          <p:spPr>
            <a:xfrm>
              <a:off x="17585" y="140988"/>
              <a:ext cx="10477775" cy="713837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" name="PA-任意多边形 50"/>
            <p:cNvSpPr/>
            <p:nvPr>
              <p:custDataLst>
                <p:tags r:id="rId4"/>
              </p:custDataLst>
            </p:nvPr>
          </p:nvSpPr>
          <p:spPr>
            <a:xfrm>
              <a:off x="79814" y="136543"/>
              <a:ext cx="12192000" cy="713837"/>
            </a:xfrm>
            <a:custGeom>
              <a:avLst/>
              <a:gdLst>
                <a:gd name="connsiteX0" fmla="*/ 0 w 12192000"/>
                <a:gd name="connsiteY0" fmla="*/ 0 h 713837"/>
                <a:gd name="connsiteX1" fmla="*/ 12192000 w 12192000"/>
                <a:gd name="connsiteY1" fmla="*/ 0 h 713837"/>
                <a:gd name="connsiteX2" fmla="*/ 12192000 w 12192000"/>
                <a:gd name="connsiteY2" fmla="*/ 713837 h 713837"/>
                <a:gd name="connsiteX3" fmla="*/ 0 w 12192000"/>
                <a:gd name="connsiteY3" fmla="*/ 713837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13837">
                  <a:moveTo>
                    <a:pt x="0" y="0"/>
                  </a:moveTo>
                  <a:lnTo>
                    <a:pt x="12192000" y="0"/>
                  </a:lnTo>
                  <a:lnTo>
                    <a:pt x="12192000" y="713837"/>
                  </a:lnTo>
                  <a:lnTo>
                    <a:pt x="0" y="713837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" name="PA-文本框 24"/>
            <p:cNvSpPr txBox="1"/>
            <p:nvPr>
              <p:custDataLst>
                <p:tags r:id="rId5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文献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研究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7" name="PA-任意多边形 6"/>
            <p:cNvSpPr/>
            <p:nvPr>
              <p:custDataLst>
                <p:tags r:id="rId6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11" name="PA-任意多边形 899"/>
            <p:cNvSpPr/>
            <p:nvPr>
              <p:custDataLst>
                <p:tags r:id="rId7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12" name="PA-文本框 26"/>
            <p:cNvSpPr txBox="1"/>
            <p:nvPr>
              <p:custDataLst>
                <p:tags r:id="rId8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13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847775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OPPOSans M" panose="00020600040101010101" pitchFamily="18" charset="-122"/>
                </a:rPr>
                <a:t>产品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设计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15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6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7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19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71125" y="315226"/>
              <a:ext cx="114808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20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85140" y="1266463"/>
            <a:ext cx="6975475" cy="660127"/>
            <a:chOff x="1203520" y="1390410"/>
            <a:chExt cx="6836410" cy="461645"/>
          </a:xfrm>
        </p:grpSpPr>
        <p:sp>
          <p:nvSpPr>
            <p:cNvPr id="113" name="矩形: 对角圆角 112"/>
            <p:cNvSpPr/>
            <p:nvPr/>
          </p:nvSpPr>
          <p:spPr>
            <a:xfrm>
              <a:off x="1203520" y="1390410"/>
              <a:ext cx="6836410" cy="461645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accent3"/>
                </a:gs>
                <a:gs pos="84000">
                  <a:schemeClr val="accent1"/>
                </a:gs>
              </a:gsLst>
              <a:lin ang="0" scaled="0"/>
              <a:tileRect/>
            </a:gradFill>
            <a:ln w="9668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2">
                  <a:lumMod val="50000"/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/>
                <a:ea typeface="思源黑体 CN Regular"/>
                <a:cs typeface="+mn-cs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327366" y="1438623"/>
              <a:ext cx="6588718" cy="3650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300" normalizeH="0" baseline="0" noProof="0" dirty="0">
                  <a:ln w="0">
                    <a:noFill/>
                  </a:ln>
                  <a:solidFill>
                    <a:prstClr val="white"/>
                  </a:solidFill>
                  <a:effectLst>
                    <a:outerShdw blurRad="241300" dist="38100" dir="2700000" algn="tl">
                      <a:srgbClr val="206252">
                        <a:lumMod val="20000"/>
                        <a:lumOff val="80000"/>
                        <a:alpha val="58000"/>
                      </a:srgb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  <a:sym typeface="思源宋体 CN Heavy" panose="02020900000000000000" pitchFamily="18" charset="-122"/>
                </a:rPr>
                <a:t>设计退役军人商业医疗保险的必要性</a:t>
              </a:r>
              <a:endParaRPr kumimoji="0" lang="zh-CN" altLang="en-US" sz="2800" b="0" i="0" u="none" strike="noStrike" kern="1200" cap="none" spc="300" normalizeH="0" baseline="0" noProof="0" dirty="0">
                <a:ln w="0">
                  <a:noFill/>
                </a:ln>
                <a:solidFill>
                  <a:prstClr val="white"/>
                </a:solidFill>
                <a:effectLst>
                  <a:outerShdw blurRad="241300" dist="38100" dir="2700000" algn="tl">
                    <a:srgbClr val="206252">
                      <a:lumMod val="20000"/>
                      <a:lumOff val="80000"/>
                      <a:alpha val="58000"/>
                    </a:srgb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  <a:sym typeface="思源宋体 CN Heavy" panose="02020900000000000000" pitchFamily="18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5"/>
          <a:srcRect l="255" b="17541"/>
          <a:stretch>
            <a:fillRect/>
          </a:stretch>
        </p:blipFill>
        <p:spPr>
          <a:xfrm>
            <a:off x="0" y="5997400"/>
            <a:ext cx="12154058" cy="860599"/>
          </a:xfrm>
          <a:custGeom>
            <a:avLst/>
            <a:gdLst>
              <a:gd name="connsiteX0" fmla="*/ 0 w 12154058"/>
              <a:gd name="connsiteY0" fmla="*/ 0 h 1800322"/>
              <a:gd name="connsiteX1" fmla="*/ 12154058 w 12154058"/>
              <a:gd name="connsiteY1" fmla="*/ 0 h 1800322"/>
              <a:gd name="connsiteX2" fmla="*/ 12154058 w 12154058"/>
              <a:gd name="connsiteY2" fmla="*/ 1800322 h 1800322"/>
              <a:gd name="connsiteX3" fmla="*/ 0 w 12154058"/>
              <a:gd name="connsiteY3" fmla="*/ 1800322 h 18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54058" h="1800322">
                <a:moveTo>
                  <a:pt x="0" y="0"/>
                </a:moveTo>
                <a:lnTo>
                  <a:pt x="12154058" y="0"/>
                </a:lnTo>
                <a:lnTo>
                  <a:pt x="12154058" y="1800322"/>
                </a:lnTo>
                <a:lnTo>
                  <a:pt x="0" y="1800322"/>
                </a:lnTo>
                <a:close/>
              </a:path>
            </a:pathLst>
          </a:custGeom>
        </p:spPr>
      </p:pic>
      <p:sp>
        <p:nvSpPr>
          <p:cNvPr id="10" name="矩形 9"/>
          <p:cNvSpPr/>
          <p:nvPr/>
        </p:nvSpPr>
        <p:spPr>
          <a:xfrm>
            <a:off x="3512820" y="263525"/>
            <a:ext cx="2100580" cy="52260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algn="ctr"/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文献研究</a:t>
            </a:r>
            <a:endParaRPr lang="zh-CN" altLang="en-US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2" name="PA-直接连接符 23"/>
          <p:cNvCxnSpPr/>
          <p:nvPr>
            <p:custDataLst>
              <p:tags r:id="rId16"/>
            </p:custDataLst>
          </p:nvPr>
        </p:nvCxnSpPr>
        <p:spPr>
          <a:xfrm flipH="1">
            <a:off x="957529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24" name="文本框 23"/>
          <p:cNvSpPr txBox="1"/>
          <p:nvPr/>
        </p:nvSpPr>
        <p:spPr>
          <a:xfrm>
            <a:off x="9794875" y="314960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5" name="PA-直接连接符 23"/>
          <p:cNvCxnSpPr/>
          <p:nvPr>
            <p:custDataLst>
              <p:tags r:id="rId17"/>
            </p:custDataLst>
          </p:nvPr>
        </p:nvCxnSpPr>
        <p:spPr>
          <a:xfrm flipH="1">
            <a:off x="1084021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26" name="文本框 25"/>
          <p:cNvSpPr txBox="1"/>
          <p:nvPr/>
        </p:nvSpPr>
        <p:spPr>
          <a:xfrm>
            <a:off x="11123930" y="313690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8"/>
            </p:custDataLst>
          </p:nvPr>
        </p:nvSpPr>
        <p:spPr>
          <a:xfrm>
            <a:off x="445135" y="2469515"/>
            <a:ext cx="4638040" cy="6388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rgbClr val="FFFFFF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612000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endParaRPr sz="2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9"/>
            </p:custDataLst>
          </p:nvPr>
        </p:nvSpPr>
        <p:spPr>
          <a:xfrm>
            <a:off x="452755" y="2561590"/>
            <a:ext cx="463804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75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cs typeface="+mn-ea"/>
              </a:rPr>
              <a:t>我国约有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  <a:cs typeface="+mn-ea"/>
              </a:rPr>
              <a:t>3800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cs typeface="+mn-ea"/>
              </a:rPr>
              <a:t>万退役军人</a:t>
            </a:r>
            <a:endParaRPr lang="zh-CN" altLang="en-US" sz="2400" b="1" dirty="0" smtClean="0">
              <a:solidFill>
                <a:srgbClr val="FF0000"/>
              </a:solidFill>
              <a:latin typeface="+mn-ea"/>
              <a:cs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466725" y="3429000"/>
            <a:ext cx="4637405" cy="133286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0">
            <a:srgbClr val="FFFFFF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612000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endParaRPr sz="2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1"/>
            </p:custDataLst>
          </p:nvPr>
        </p:nvSpPr>
        <p:spPr>
          <a:xfrm>
            <a:off x="466725" y="3495675"/>
            <a:ext cx="4638040" cy="119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75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cs typeface="+mn-ea"/>
              </a:rPr>
              <a:t>全国已有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cs typeface="+mn-ea"/>
              </a:rPr>
              <a:t>1837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cs typeface="+mn-ea"/>
              </a:rPr>
              <a:t>家医院与退役军人服务系统建立合作关系，三级甲等医院占比达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cs typeface="+mn-ea"/>
              </a:rPr>
              <a:t>63%</a:t>
            </a:r>
            <a:endParaRPr lang="en-US" altLang="zh-CN" sz="2400" b="1" dirty="0" smtClean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445770" y="5168265"/>
            <a:ext cx="4637405" cy="6667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rgbClr val="FFFFFF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612000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endParaRPr sz="2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466725" y="5271770"/>
            <a:ext cx="463804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75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cs typeface="+mn-ea"/>
              </a:rPr>
              <a:t>多层次医疗保障体系</a:t>
            </a:r>
            <a:endParaRPr lang="zh-CN" altLang="en-US" sz="2400" b="1" dirty="0" smtClean="0">
              <a:solidFill>
                <a:schemeClr val="bg1"/>
              </a:solidFill>
              <a:latin typeface="+mn-ea"/>
              <a:cs typeface="+mn-ea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232525" y="1762125"/>
            <a:ext cx="2456180" cy="1149350"/>
            <a:chOff x="9746" y="1680"/>
            <a:chExt cx="4261" cy="2109"/>
          </a:xfrm>
        </p:grpSpPr>
        <p:cxnSp>
          <p:nvCxnSpPr>
            <p:cNvPr id="48" name="曲线连接符 47"/>
            <p:cNvCxnSpPr/>
            <p:nvPr/>
          </p:nvCxnSpPr>
          <p:spPr>
            <a:xfrm>
              <a:off x="9746" y="1972"/>
              <a:ext cx="2834" cy="1129"/>
            </a:xfrm>
            <a:prstGeom prst="curvedConnector3">
              <a:avLst>
                <a:gd name="adj1" fmla="val 50035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" name="文本框 49"/>
            <p:cNvSpPr txBox="1"/>
            <p:nvPr/>
          </p:nvSpPr>
          <p:spPr>
            <a:xfrm>
              <a:off x="12439" y="1680"/>
              <a:ext cx="850" cy="2109"/>
            </a:xfrm>
            <a:prstGeom prst="rect">
              <a:avLst/>
            </a:prstGeom>
          </p:spPr>
          <p:txBody>
            <a:bodyPr vert="eaVert" wrap="square">
              <a:spAutoFit/>
            </a:bodyPr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2000" b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阅读文献</a:t>
              </a:r>
              <a:endParaRPr lang="zh-CN" alt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cxnSp>
          <p:nvCxnSpPr>
            <p:cNvPr id="51" name="曲线连接符 50"/>
            <p:cNvCxnSpPr/>
            <p:nvPr/>
          </p:nvCxnSpPr>
          <p:spPr>
            <a:xfrm>
              <a:off x="13289" y="3080"/>
              <a:ext cx="718" cy="436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文本框 42"/>
          <p:cNvSpPr txBox="1"/>
          <p:nvPr/>
        </p:nvSpPr>
        <p:spPr>
          <a:xfrm>
            <a:off x="6242050" y="2896235"/>
            <a:ext cx="4817745" cy="296862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400" b="1" dirty="0" smtClean="0">
                <a:solidFill>
                  <a:srgbClr val="0070C0"/>
                </a:solidFill>
                <a:effectLst/>
                <a:latin typeface="+mn-ea"/>
                <a:cs typeface="+mn-ea"/>
                <a:sym typeface="+mn-ea"/>
              </a:rPr>
              <a:t>退役军人健康风险特征显著</a:t>
            </a:r>
            <a:r>
              <a:rPr lang="zh-CN" altLang="en-US" sz="2400" b="1" dirty="0" smtClean="0">
                <a:solidFill>
                  <a:srgbClr val="0070C0"/>
                </a:solidFill>
                <a:effectLst/>
                <a:latin typeface="+mn-ea"/>
                <a:cs typeface="+mn-ea"/>
              </a:rPr>
              <a:t>，医疗开销普遍高于普通人群</a:t>
            </a:r>
            <a:endParaRPr lang="zh-CN" altLang="en-US" sz="2400" b="1" dirty="0" smtClean="0">
              <a:solidFill>
                <a:srgbClr val="0070C0"/>
              </a:solidFill>
              <a:effectLst/>
              <a:latin typeface="+mn-ea"/>
              <a:cs typeface="+mn-ea"/>
            </a:endParaRPr>
          </a:p>
          <a:p>
            <a:pPr marL="342900" indent="-34290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400" b="1" dirty="0" smtClean="0">
                <a:solidFill>
                  <a:srgbClr val="0070C0"/>
                </a:solidFill>
                <a:effectLst/>
                <a:latin typeface="+mn-ea"/>
                <a:cs typeface="+mn-ea"/>
                <a:sym typeface="+mn-ea"/>
              </a:rPr>
              <a:t>保</a:t>
            </a:r>
            <a:r>
              <a:rPr lang="zh-CN" altLang="en-US" sz="2400" b="1" dirty="0" smtClean="0">
                <a:solidFill>
                  <a:srgbClr val="0070C0"/>
                </a:solidFill>
                <a:effectLst/>
                <a:latin typeface="+mn-ea"/>
                <a:cs typeface="+mn-ea"/>
              </a:rPr>
              <a:t>障水平有限、覆盖范围不足</a:t>
            </a:r>
            <a:endParaRPr lang="zh-CN" altLang="en-US" sz="2400" b="1" dirty="0" smtClean="0">
              <a:solidFill>
                <a:srgbClr val="0070C0"/>
              </a:solidFill>
              <a:effectLst/>
              <a:latin typeface="+mn-ea"/>
              <a:cs typeface="+mn-ea"/>
            </a:endParaRPr>
          </a:p>
          <a:p>
            <a:pPr marL="342900" indent="-34290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400" b="1" dirty="0" smtClean="0">
                <a:solidFill>
                  <a:srgbClr val="0070C0"/>
                </a:solidFill>
                <a:effectLst/>
                <a:latin typeface="+mn-ea"/>
                <a:cs typeface="+mn-ea"/>
                <a:sym typeface="+mn-ea"/>
              </a:rPr>
              <a:t>报销流程繁琐</a:t>
            </a:r>
            <a:endParaRPr lang="zh-CN" altLang="en-US" sz="2400" b="1" dirty="0" smtClean="0">
              <a:solidFill>
                <a:srgbClr val="0070C0"/>
              </a:solidFill>
              <a:effectLst/>
              <a:latin typeface="+mn-ea"/>
              <a:cs typeface="+mn-ea"/>
            </a:endParaRPr>
          </a:p>
          <a:p>
            <a:pPr marL="342900" indent="-34290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400" b="1" dirty="0" smtClean="0">
                <a:solidFill>
                  <a:srgbClr val="0070C0"/>
                </a:solidFill>
                <a:effectLst/>
                <a:latin typeface="+mn-ea"/>
                <a:cs typeface="+mn-ea"/>
                <a:sym typeface="+mn-ea"/>
              </a:rPr>
              <a:t>制度衔接上存在障碍</a:t>
            </a:r>
            <a:endParaRPr lang="zh-CN" altLang="en-US" sz="2400" b="1" dirty="0" smtClean="0">
              <a:solidFill>
                <a:srgbClr val="0070C0"/>
              </a:solidFill>
              <a:effectLst/>
              <a:latin typeface="+mn-ea"/>
              <a:cs typeface="+mn-ea"/>
            </a:endParaRPr>
          </a:p>
          <a:p>
            <a:pPr marL="342900" indent="-34290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400" b="1" dirty="0" smtClean="0">
                <a:solidFill>
                  <a:srgbClr val="0070C0"/>
                </a:solidFill>
                <a:effectLst/>
                <a:latin typeface="+mn-ea"/>
                <a:cs typeface="+mn-ea"/>
              </a:rPr>
              <a:t>费用缺口尚存</a:t>
            </a:r>
            <a:endParaRPr lang="zh-CN" altLang="en-US" sz="2400" b="1" dirty="0" smtClean="0">
              <a:solidFill>
                <a:srgbClr val="0070C0"/>
              </a:solidFill>
              <a:effectLst/>
              <a:latin typeface="+mn-ea"/>
              <a:cs typeface="+mn-ea"/>
            </a:endParaRPr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/>
      </p:par>
    </p:tnLst>
    <p:bldLst>
      <p:bldP spid="8" grpId="0" animBg="1"/>
      <p:bldP spid="8" grpId="1" animBg="1"/>
      <p:bldP spid="14" grpId="0" bldLvl="0" animBg="1"/>
      <p:bldP spid="14" grpId="1" animBg="1"/>
      <p:bldP spid="21" grpId="0" bldLvl="0" animBg="1"/>
      <p:bldP spid="21" grpId="1" animBg="1"/>
      <p:bldP spid="43" grpId="0"/>
      <p:bldP spid="43" grpId="1"/>
      <p:bldP spid="9" grpId="0"/>
      <p:bldP spid="9" grpId="1"/>
      <p:bldP spid="18" grpId="0"/>
      <p:bldP spid="18" grpId="1"/>
      <p:bldP spid="23" grpId="0"/>
      <p:bldP spid="2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任意多边形: 形状 12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FAD77E">
                  <a:lumMod val="20000"/>
                  <a:lumOff val="80000"/>
                </a:srgbClr>
              </a:gs>
              <a:gs pos="54000">
                <a:schemeClr val="accent3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pic>
        <p:nvPicPr>
          <p:cNvPr id="122" name="Picture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9038" y="-423714"/>
            <a:ext cx="5608320" cy="6858000"/>
          </a:xfrm>
          <a:prstGeom prst="rect">
            <a:avLst/>
          </a:prstGeom>
        </p:spPr>
      </p:pic>
      <p:pic>
        <p:nvPicPr>
          <p:cNvPr id="135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602" y="0"/>
            <a:ext cx="7782155" cy="6235700"/>
          </a:xfrm>
          <a:prstGeom prst="rect">
            <a:avLst/>
          </a:prstGeom>
        </p:spPr>
      </p:pic>
      <p:grpSp>
        <p:nvGrpSpPr>
          <p:cNvPr id="141" name="组合 140"/>
          <p:cNvGrpSpPr/>
          <p:nvPr/>
        </p:nvGrpSpPr>
        <p:grpSpPr>
          <a:xfrm>
            <a:off x="-1111817" y="1605742"/>
            <a:ext cx="8802672" cy="3152834"/>
            <a:chOff x="-1198766" y="1399948"/>
            <a:chExt cx="8802672" cy="3152834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3691259">
              <a:off x="396584" y="3635238"/>
              <a:ext cx="1007909" cy="827179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sp>
          <p:nvSpPr>
            <p:cNvPr id="116" name="文本框 115"/>
            <p:cNvSpPr txBox="1"/>
            <p:nvPr/>
          </p:nvSpPr>
          <p:spPr>
            <a:xfrm>
              <a:off x="442901" y="2688929"/>
              <a:ext cx="5059680" cy="1568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96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100000">
                      <a:prstClr val="white"/>
                    </a:gs>
                    <a:gs pos="7000">
                      <a:prstClr val="white"/>
                    </a:gs>
                    <a:gs pos="43000">
                      <a:srgbClr val="206252">
                        <a:lumMod val="20000"/>
                        <a:lumOff val="80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srgbClr val="206252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1348908" y="1399948"/>
              <a:ext cx="4564380" cy="1861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500" b="0" i="1" u="none" strike="noStrike" kern="0" cap="none" spc="0" normalizeH="0" baseline="0" noProof="0" dirty="0">
                  <a:ln w="22225">
                    <a:gradFill flip="none" rotWithShape="1">
                      <a:gsLst>
                        <a:gs pos="24000">
                          <a:srgbClr val="FAD77E">
                            <a:lumMod val="20000"/>
                            <a:lumOff val="80000"/>
                          </a:srgbClr>
                        </a:gs>
                        <a:gs pos="76000">
                          <a:srgbClr val="FAD77E">
                            <a:lumMod val="20000"/>
                            <a:lumOff val="80000"/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</a:ln>
                  <a:gradFill flip="none" rotWithShape="1">
                    <a:gsLst>
                      <a:gs pos="15000">
                        <a:srgbClr val="FAD77E">
                          <a:lumMod val="20000"/>
                          <a:lumOff val="80000"/>
                          <a:alpha val="22000"/>
                        </a:srgbClr>
                      </a:gs>
                      <a:gs pos="68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思源宋体 CN Heavy"/>
                  <a:ea typeface="思源宋体 CN Heavy"/>
                  <a:cs typeface="+mn-cs"/>
                </a:rPr>
                <a:t>PART 2</a:t>
              </a:r>
              <a:endParaRPr kumimoji="0" lang="zh-CN" altLang="en-US" sz="11500" b="0" i="1" u="none" strike="noStrike" kern="0" cap="none" spc="0" normalizeH="0" baseline="0" noProof="0" dirty="0">
                <a:ln w="22225">
                  <a:gradFill flip="none" rotWithShape="1">
                    <a:gsLst>
                      <a:gs pos="24000">
                        <a:srgbClr val="FAD77E">
                          <a:lumMod val="20000"/>
                          <a:lumOff val="80000"/>
                        </a:srgbClr>
                      </a:gs>
                      <a:gs pos="76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</a:ln>
                <a:gradFill flip="none" rotWithShape="1">
                  <a:gsLst>
                    <a:gs pos="15000">
                      <a:srgbClr val="FAD77E">
                        <a:lumMod val="20000"/>
                        <a:lumOff val="80000"/>
                        <a:alpha val="22000"/>
                      </a:srgbClr>
                    </a:gs>
                    <a:gs pos="68000">
                      <a:srgbClr val="FAD77E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思源宋体 CN Heavy"/>
                <a:ea typeface="思源宋体 CN Heavy"/>
                <a:cs typeface="+mn-cs"/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>
            <a:xfrm flipV="1">
              <a:off x="580355" y="1399948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bg1"/>
                  </a:gs>
                  <a:gs pos="82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grpSp>
          <p:nvGrpSpPr>
            <p:cNvPr id="137" name="组合 136"/>
            <p:cNvGrpSpPr/>
            <p:nvPr/>
          </p:nvGrpSpPr>
          <p:grpSpPr>
            <a:xfrm>
              <a:off x="4092130" y="4111884"/>
              <a:ext cx="2501787" cy="228031"/>
              <a:chOff x="4178932" y="1978005"/>
              <a:chExt cx="616525" cy="142461"/>
            </a:xfrm>
          </p:grpSpPr>
          <p:sp>
            <p:nvSpPr>
              <p:cNvPr id="138" name="平行四边形 137"/>
              <p:cNvSpPr/>
              <p:nvPr/>
            </p:nvSpPr>
            <p:spPr>
              <a:xfrm flipH="1" flipV="1">
                <a:off x="4281389" y="1978005"/>
                <a:ext cx="514068" cy="111045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39" name="平行四边形 138"/>
              <p:cNvSpPr/>
              <p:nvPr/>
            </p:nvSpPr>
            <p:spPr>
              <a:xfrm flipH="1" flipV="1">
                <a:off x="4178932" y="2048105"/>
                <a:ext cx="501708" cy="72361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cxnSp>
          <p:nvCxnSpPr>
            <p:cNvPr id="140" name="直接连接符 139"/>
            <p:cNvCxnSpPr/>
            <p:nvPr/>
          </p:nvCxnSpPr>
          <p:spPr>
            <a:xfrm flipH="1" flipV="1">
              <a:off x="-1198766" y="4424486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82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</p:grpSp>
      <p:pic>
        <p:nvPicPr>
          <p:cNvPr id="2" name="Picture 10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" y="4021183"/>
            <a:ext cx="12185106" cy="286959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rcRect l="1023" t="13748"/>
          <a:stretch>
            <a:fillRect/>
          </a:stretch>
        </p:blipFill>
        <p:spPr>
          <a:xfrm>
            <a:off x="0" y="0"/>
            <a:ext cx="12192000" cy="5915142"/>
          </a:xfrm>
          <a:custGeom>
            <a:avLst/>
            <a:gdLst>
              <a:gd name="connsiteX0" fmla="*/ 0 w 12192000"/>
              <a:gd name="connsiteY0" fmla="*/ 0 h 5915142"/>
              <a:gd name="connsiteX1" fmla="*/ 12192000 w 12192000"/>
              <a:gd name="connsiteY1" fmla="*/ 0 h 5915142"/>
              <a:gd name="connsiteX2" fmla="*/ 12192000 w 12192000"/>
              <a:gd name="connsiteY2" fmla="*/ 5915142 h 5915142"/>
              <a:gd name="connsiteX3" fmla="*/ 0 w 12192000"/>
              <a:gd name="connsiteY3" fmla="*/ 5915142 h 5915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915142">
                <a:moveTo>
                  <a:pt x="0" y="0"/>
                </a:moveTo>
                <a:lnTo>
                  <a:pt x="12192000" y="0"/>
                </a:lnTo>
                <a:lnTo>
                  <a:pt x="12192000" y="5915142"/>
                </a:lnTo>
                <a:lnTo>
                  <a:pt x="0" y="5915142"/>
                </a:lnTo>
                <a:close/>
              </a:path>
            </a:pathLst>
          </a:custGeom>
        </p:spPr>
      </p:pic>
      <p:grpSp>
        <p:nvGrpSpPr>
          <p:cNvPr id="57" name="组合 56"/>
          <p:cNvGrpSpPr/>
          <p:nvPr/>
        </p:nvGrpSpPr>
        <p:grpSpPr>
          <a:xfrm>
            <a:off x="-694131" y="-140970"/>
            <a:ext cx="13011031" cy="902312"/>
            <a:chOff x="-801446" y="0"/>
            <a:chExt cx="13011031" cy="902312"/>
          </a:xfrm>
        </p:grpSpPr>
        <p:sp>
          <p:nvSpPr>
            <p:cNvPr id="3" name="PA-任意多边形 900"/>
            <p:cNvSpPr/>
            <p:nvPr>
              <p:custDataLst>
                <p:tags r:id="rId2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4" name="PA-任意多边形 46"/>
            <p:cNvSpPr/>
            <p:nvPr>
              <p:custDataLst>
                <p:tags r:id="rId3"/>
              </p:custDataLst>
            </p:nvPr>
          </p:nvSpPr>
          <p:spPr>
            <a:xfrm>
              <a:off x="17585" y="140988"/>
              <a:ext cx="10477775" cy="713837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" name="PA-任意多边形 50"/>
            <p:cNvSpPr/>
            <p:nvPr>
              <p:custDataLst>
                <p:tags r:id="rId4"/>
              </p:custDataLst>
            </p:nvPr>
          </p:nvSpPr>
          <p:spPr>
            <a:xfrm>
              <a:off x="17584" y="140988"/>
              <a:ext cx="12192000" cy="713837"/>
            </a:xfrm>
            <a:custGeom>
              <a:avLst/>
              <a:gdLst>
                <a:gd name="connsiteX0" fmla="*/ 0 w 12192000"/>
                <a:gd name="connsiteY0" fmla="*/ 0 h 713837"/>
                <a:gd name="connsiteX1" fmla="*/ 12192000 w 12192000"/>
                <a:gd name="connsiteY1" fmla="*/ 0 h 713837"/>
                <a:gd name="connsiteX2" fmla="*/ 12192000 w 12192000"/>
                <a:gd name="connsiteY2" fmla="*/ 713837 h 713837"/>
                <a:gd name="connsiteX3" fmla="*/ 0 w 12192000"/>
                <a:gd name="connsiteY3" fmla="*/ 713837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13837">
                  <a:moveTo>
                    <a:pt x="0" y="0"/>
                  </a:moveTo>
                  <a:lnTo>
                    <a:pt x="12192000" y="0"/>
                  </a:lnTo>
                  <a:lnTo>
                    <a:pt x="12192000" y="713837"/>
                  </a:lnTo>
                  <a:lnTo>
                    <a:pt x="0" y="713837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" name="PA-文本框 24"/>
            <p:cNvSpPr txBox="1"/>
            <p:nvPr>
              <p:custDataLst>
                <p:tags r:id="rId5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7" name="PA-任意多边形 6"/>
            <p:cNvSpPr/>
            <p:nvPr>
              <p:custDataLst>
                <p:tags r:id="rId6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11" name="PA-任意多边形 899"/>
            <p:cNvSpPr/>
            <p:nvPr>
              <p:custDataLst>
                <p:tags r:id="rId7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12" name="PA-文本框 26"/>
            <p:cNvSpPr txBox="1"/>
            <p:nvPr>
              <p:custDataLst>
                <p:tags r:id="rId8"/>
              </p:custDataLst>
            </p:nvPr>
          </p:nvSpPr>
          <p:spPr>
            <a:xfrm>
              <a:off x="7012693" y="34550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13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8496803" y="34550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产品设计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14" name="PA-文本框 26"/>
            <p:cNvSpPr txBox="1"/>
            <p:nvPr>
              <p:custDataLst>
                <p:tags r:id="rId10"/>
              </p:custDataLst>
            </p:nvPr>
          </p:nvSpPr>
          <p:spPr>
            <a:xfrm>
              <a:off x="4063521" y="371541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文献研究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15" name="PA-直接连接符 18"/>
            <p:cNvCxnSpPr/>
            <p:nvPr>
              <p:custDataLst>
                <p:tags r:id="rId11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6" name="PA-直接连接符 22"/>
            <p:cNvCxnSpPr/>
            <p:nvPr>
              <p:custDataLst>
                <p:tags r:id="rId12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7" name="PA-直接连接符 23"/>
            <p:cNvCxnSpPr/>
            <p:nvPr>
              <p:custDataLst>
                <p:tags r:id="rId13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18" name="PA-任意多边形 59"/>
            <p:cNvSpPr/>
            <p:nvPr>
              <p:custDataLst>
                <p:tags r:id="rId14"/>
              </p:custDataLst>
            </p:nvPr>
          </p:nvSpPr>
          <p:spPr>
            <a:xfrm flipH="1">
              <a:off x="5484324" y="521852"/>
              <a:ext cx="1179604" cy="108926"/>
            </a:xfrm>
            <a:custGeom>
              <a:avLst/>
              <a:gdLst>
                <a:gd name="connsiteX0" fmla="*/ 1088709 w 1179604"/>
                <a:gd name="connsiteY0" fmla="*/ 0 h 108926"/>
                <a:gd name="connsiteX1" fmla="*/ 1075785 w 1179604"/>
                <a:gd name="connsiteY1" fmla="*/ 0 h 108926"/>
                <a:gd name="connsiteX2" fmla="*/ 995924 w 1179604"/>
                <a:gd name="connsiteY2" fmla="*/ 0 h 108926"/>
                <a:gd name="connsiteX3" fmla="*/ 970780 w 1179604"/>
                <a:gd name="connsiteY3" fmla="*/ 0 h 108926"/>
                <a:gd name="connsiteX4" fmla="*/ 872094 w 1179604"/>
                <a:gd name="connsiteY4" fmla="*/ 0 h 108926"/>
                <a:gd name="connsiteX5" fmla="*/ 865152 w 1179604"/>
                <a:gd name="connsiteY5" fmla="*/ 0 h 108926"/>
                <a:gd name="connsiteX6" fmla="*/ 846949 w 1179604"/>
                <a:gd name="connsiteY6" fmla="*/ 0 h 108926"/>
                <a:gd name="connsiteX7" fmla="*/ 840647 w 1179604"/>
                <a:gd name="connsiteY7" fmla="*/ 0 h 108926"/>
                <a:gd name="connsiteX8" fmla="*/ 840008 w 1179604"/>
                <a:gd name="connsiteY8" fmla="*/ 0 h 108926"/>
                <a:gd name="connsiteX9" fmla="*/ 763740 w 1179604"/>
                <a:gd name="connsiteY9" fmla="*/ 0 h 108926"/>
                <a:gd name="connsiteX10" fmla="*/ 716817 w 1179604"/>
                <a:gd name="connsiteY10" fmla="*/ 0 h 108926"/>
                <a:gd name="connsiteX11" fmla="*/ 709875 w 1179604"/>
                <a:gd name="connsiteY11" fmla="*/ 0 h 108926"/>
                <a:gd name="connsiteX12" fmla="*/ 636956 w 1179604"/>
                <a:gd name="connsiteY12" fmla="*/ 0 h 108926"/>
                <a:gd name="connsiteX13" fmla="*/ 630014 w 1179604"/>
                <a:gd name="connsiteY13" fmla="*/ 0 h 108926"/>
                <a:gd name="connsiteX14" fmla="*/ 611811 w 1179604"/>
                <a:gd name="connsiteY14" fmla="*/ 0 h 108926"/>
                <a:gd name="connsiteX15" fmla="*/ 604869 w 1179604"/>
                <a:gd name="connsiteY15" fmla="*/ 0 h 108926"/>
                <a:gd name="connsiteX16" fmla="*/ 528602 w 1179604"/>
                <a:gd name="connsiteY16" fmla="*/ 0 h 108926"/>
                <a:gd name="connsiteX17" fmla="*/ 506184 w 1179604"/>
                <a:gd name="connsiteY17" fmla="*/ 0 h 108926"/>
                <a:gd name="connsiteX18" fmla="*/ 481679 w 1179604"/>
                <a:gd name="connsiteY18" fmla="*/ 0 h 108926"/>
                <a:gd name="connsiteX19" fmla="*/ 481039 w 1179604"/>
                <a:gd name="connsiteY19" fmla="*/ 0 h 108926"/>
                <a:gd name="connsiteX20" fmla="*/ 474737 w 1179604"/>
                <a:gd name="connsiteY20" fmla="*/ 0 h 108926"/>
                <a:gd name="connsiteX21" fmla="*/ 404772 w 1179604"/>
                <a:gd name="connsiteY21" fmla="*/ 0 h 108926"/>
                <a:gd name="connsiteX22" fmla="*/ 397830 w 1179604"/>
                <a:gd name="connsiteY22" fmla="*/ 0 h 108926"/>
                <a:gd name="connsiteX23" fmla="*/ 350907 w 1179604"/>
                <a:gd name="connsiteY23" fmla="*/ 0 h 108926"/>
                <a:gd name="connsiteX24" fmla="*/ 271046 w 1179604"/>
                <a:gd name="connsiteY24" fmla="*/ 0 h 108926"/>
                <a:gd name="connsiteX25" fmla="*/ 245901 w 1179604"/>
                <a:gd name="connsiteY25" fmla="*/ 0 h 108926"/>
                <a:gd name="connsiteX26" fmla="*/ 169634 w 1179604"/>
                <a:gd name="connsiteY26" fmla="*/ 0 h 108926"/>
                <a:gd name="connsiteX27" fmla="*/ 162692 w 1179604"/>
                <a:gd name="connsiteY27" fmla="*/ 0 h 108926"/>
                <a:gd name="connsiteX28" fmla="*/ 115769 w 1179604"/>
                <a:gd name="connsiteY28" fmla="*/ 0 h 108926"/>
                <a:gd name="connsiteX29" fmla="*/ 38862 w 1179604"/>
                <a:gd name="connsiteY29" fmla="*/ 0 h 108926"/>
                <a:gd name="connsiteX30" fmla="*/ 0 w 1179604"/>
                <a:gd name="connsiteY30" fmla="*/ 0 h 108926"/>
                <a:gd name="connsiteX31" fmla="*/ 90895 w 1179604"/>
                <a:gd name="connsiteY31" fmla="*/ 108926 h 108926"/>
                <a:gd name="connsiteX32" fmla="*/ 112254 w 1179604"/>
                <a:gd name="connsiteY32" fmla="*/ 108926 h 108926"/>
                <a:gd name="connsiteX33" fmla="*/ 124073 w 1179604"/>
                <a:gd name="connsiteY33" fmla="*/ 108926 h 108926"/>
                <a:gd name="connsiteX34" fmla="*/ 243186 w 1179604"/>
                <a:gd name="connsiteY34" fmla="*/ 108926 h 108926"/>
                <a:gd name="connsiteX35" fmla="*/ 253916 w 1179604"/>
                <a:gd name="connsiteY35" fmla="*/ 108926 h 108926"/>
                <a:gd name="connsiteX36" fmla="*/ 255005 w 1179604"/>
                <a:gd name="connsiteY36" fmla="*/ 108926 h 108926"/>
                <a:gd name="connsiteX37" fmla="*/ 296725 w 1179604"/>
                <a:gd name="connsiteY37" fmla="*/ 108926 h 108926"/>
                <a:gd name="connsiteX38" fmla="*/ 334891 w 1179604"/>
                <a:gd name="connsiteY38" fmla="*/ 108926 h 108926"/>
                <a:gd name="connsiteX39" fmla="*/ 464735 w 1179604"/>
                <a:gd name="connsiteY39" fmla="*/ 108926 h 108926"/>
                <a:gd name="connsiteX40" fmla="*/ 476553 w 1179604"/>
                <a:gd name="connsiteY40" fmla="*/ 108926 h 108926"/>
                <a:gd name="connsiteX41" fmla="*/ 507544 w 1179604"/>
                <a:gd name="connsiteY41" fmla="*/ 108926 h 108926"/>
                <a:gd name="connsiteX42" fmla="*/ 519362 w 1179604"/>
                <a:gd name="connsiteY42" fmla="*/ 108926 h 108926"/>
                <a:gd name="connsiteX43" fmla="*/ 643505 w 1179604"/>
                <a:gd name="connsiteY43" fmla="*/ 108926 h 108926"/>
                <a:gd name="connsiteX44" fmla="*/ 655325 w 1179604"/>
                <a:gd name="connsiteY44" fmla="*/ 108926 h 108926"/>
                <a:gd name="connsiteX45" fmla="*/ 735210 w 1179604"/>
                <a:gd name="connsiteY45" fmla="*/ 108926 h 108926"/>
                <a:gd name="connsiteX46" fmla="*/ 865053 w 1179604"/>
                <a:gd name="connsiteY46" fmla="*/ 108926 h 108926"/>
                <a:gd name="connsiteX47" fmla="*/ 866142 w 1179604"/>
                <a:gd name="connsiteY47" fmla="*/ 108926 h 108926"/>
                <a:gd name="connsiteX48" fmla="*/ 876873 w 1179604"/>
                <a:gd name="connsiteY48" fmla="*/ 108926 h 108926"/>
                <a:gd name="connsiteX49" fmla="*/ 907862 w 1179604"/>
                <a:gd name="connsiteY49" fmla="*/ 108926 h 108926"/>
                <a:gd name="connsiteX50" fmla="*/ 919681 w 1179604"/>
                <a:gd name="connsiteY50" fmla="*/ 108926 h 108926"/>
                <a:gd name="connsiteX51" fmla="*/ 1087690 w 1179604"/>
                <a:gd name="connsiteY51" fmla="*/ 108926 h 108926"/>
                <a:gd name="connsiteX52" fmla="*/ 1130500 w 1179604"/>
                <a:gd name="connsiteY52" fmla="*/ 108926 h 108926"/>
                <a:gd name="connsiteX53" fmla="*/ 1179604 w 1179604"/>
                <a:gd name="connsiteY53" fmla="*/ 108926 h 108926"/>
                <a:gd name="connsiteX54" fmla="*/ 1088709 w 1179604"/>
                <a:gd name="connsiteY54" fmla="*/ 0 h 108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79604" h="108926">
                  <a:moveTo>
                    <a:pt x="1088709" y="0"/>
                  </a:moveTo>
                  <a:lnTo>
                    <a:pt x="1075785" y="0"/>
                  </a:lnTo>
                  <a:lnTo>
                    <a:pt x="995924" y="0"/>
                  </a:lnTo>
                  <a:lnTo>
                    <a:pt x="970780" y="0"/>
                  </a:lnTo>
                  <a:lnTo>
                    <a:pt x="872094" y="0"/>
                  </a:lnTo>
                  <a:lnTo>
                    <a:pt x="865152" y="0"/>
                  </a:lnTo>
                  <a:lnTo>
                    <a:pt x="846949" y="0"/>
                  </a:lnTo>
                  <a:lnTo>
                    <a:pt x="840647" y="0"/>
                  </a:lnTo>
                  <a:lnTo>
                    <a:pt x="840008" y="0"/>
                  </a:lnTo>
                  <a:lnTo>
                    <a:pt x="763740" y="0"/>
                  </a:lnTo>
                  <a:lnTo>
                    <a:pt x="716817" y="0"/>
                  </a:lnTo>
                  <a:lnTo>
                    <a:pt x="709875" y="0"/>
                  </a:lnTo>
                  <a:lnTo>
                    <a:pt x="636956" y="0"/>
                  </a:lnTo>
                  <a:lnTo>
                    <a:pt x="630014" y="0"/>
                  </a:lnTo>
                  <a:lnTo>
                    <a:pt x="611811" y="0"/>
                  </a:lnTo>
                  <a:lnTo>
                    <a:pt x="604869" y="0"/>
                  </a:lnTo>
                  <a:lnTo>
                    <a:pt x="528602" y="0"/>
                  </a:lnTo>
                  <a:lnTo>
                    <a:pt x="506184" y="0"/>
                  </a:lnTo>
                  <a:lnTo>
                    <a:pt x="481679" y="0"/>
                  </a:lnTo>
                  <a:lnTo>
                    <a:pt x="481039" y="0"/>
                  </a:lnTo>
                  <a:lnTo>
                    <a:pt x="474737" y="0"/>
                  </a:lnTo>
                  <a:lnTo>
                    <a:pt x="404772" y="0"/>
                  </a:lnTo>
                  <a:lnTo>
                    <a:pt x="397830" y="0"/>
                  </a:lnTo>
                  <a:lnTo>
                    <a:pt x="350907" y="0"/>
                  </a:lnTo>
                  <a:lnTo>
                    <a:pt x="271046" y="0"/>
                  </a:lnTo>
                  <a:lnTo>
                    <a:pt x="245901" y="0"/>
                  </a:lnTo>
                  <a:lnTo>
                    <a:pt x="169634" y="0"/>
                  </a:lnTo>
                  <a:lnTo>
                    <a:pt x="162692" y="0"/>
                  </a:lnTo>
                  <a:lnTo>
                    <a:pt x="115769" y="0"/>
                  </a:lnTo>
                  <a:lnTo>
                    <a:pt x="38862" y="0"/>
                  </a:lnTo>
                  <a:lnTo>
                    <a:pt x="0" y="0"/>
                  </a:lnTo>
                  <a:lnTo>
                    <a:pt x="90895" y="108926"/>
                  </a:lnTo>
                  <a:lnTo>
                    <a:pt x="112254" y="108926"/>
                  </a:lnTo>
                  <a:lnTo>
                    <a:pt x="124073" y="108926"/>
                  </a:lnTo>
                  <a:lnTo>
                    <a:pt x="243186" y="108926"/>
                  </a:lnTo>
                  <a:lnTo>
                    <a:pt x="253916" y="108926"/>
                  </a:lnTo>
                  <a:lnTo>
                    <a:pt x="255005" y="108926"/>
                  </a:lnTo>
                  <a:lnTo>
                    <a:pt x="296725" y="108926"/>
                  </a:lnTo>
                  <a:lnTo>
                    <a:pt x="334891" y="108926"/>
                  </a:lnTo>
                  <a:lnTo>
                    <a:pt x="464735" y="108926"/>
                  </a:lnTo>
                  <a:lnTo>
                    <a:pt x="476553" y="108926"/>
                  </a:lnTo>
                  <a:lnTo>
                    <a:pt x="507544" y="108926"/>
                  </a:lnTo>
                  <a:lnTo>
                    <a:pt x="519362" y="108926"/>
                  </a:lnTo>
                  <a:lnTo>
                    <a:pt x="643505" y="108926"/>
                  </a:lnTo>
                  <a:lnTo>
                    <a:pt x="655325" y="108926"/>
                  </a:lnTo>
                  <a:lnTo>
                    <a:pt x="735210" y="108926"/>
                  </a:lnTo>
                  <a:lnTo>
                    <a:pt x="865053" y="108926"/>
                  </a:lnTo>
                  <a:lnTo>
                    <a:pt x="866142" y="108926"/>
                  </a:lnTo>
                  <a:lnTo>
                    <a:pt x="876873" y="108926"/>
                  </a:lnTo>
                  <a:lnTo>
                    <a:pt x="907862" y="108926"/>
                  </a:lnTo>
                  <a:lnTo>
                    <a:pt x="919681" y="108926"/>
                  </a:lnTo>
                  <a:lnTo>
                    <a:pt x="1087690" y="108926"/>
                  </a:lnTo>
                  <a:lnTo>
                    <a:pt x="1130500" y="108926"/>
                  </a:lnTo>
                  <a:lnTo>
                    <a:pt x="1179604" y="108926"/>
                  </a:lnTo>
                  <a:lnTo>
                    <a:pt x="108870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18000"/>
                    <a:lumOff val="82000"/>
                  </a:schemeClr>
                </a:gs>
                <a:gs pos="44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19" name="PA-文本框 26"/>
            <p:cNvSpPr txBox="1"/>
            <p:nvPr>
              <p:custDataLst>
                <p:tags r:id="rId15"/>
              </p:custDataLst>
            </p:nvPr>
          </p:nvSpPr>
          <p:spPr>
            <a:xfrm>
              <a:off x="5494290" y="311416"/>
              <a:ext cx="120396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94000">
                        <a:srgbClr val="30937B"/>
                      </a:gs>
                      <a:gs pos="25000">
                        <a:srgbClr val="206252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38100" dist="38100" dir="2700000" algn="tl">
                      <a:srgbClr val="F7942E">
                        <a:alpha val="2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25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20" name="PA-图形 7"/>
            <p:cNvSpPr/>
            <p:nvPr>
              <p:custDataLst>
                <p:tags r:id="rId16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pic>
        <p:nvPicPr>
          <p:cNvPr id="62" name="Picture 59"/>
          <p:cNvPicPr>
            <a:picLocks noChangeAspect="1"/>
          </p:cNvPicPr>
          <p:nvPr/>
        </p:nvPicPr>
        <p:blipFill>
          <a:blip r:embed="rId17">
            <a:alphaModFix amt="63000"/>
          </a:blip>
          <a:stretch>
            <a:fillRect/>
          </a:stretch>
        </p:blipFill>
        <p:spPr>
          <a:xfrm>
            <a:off x="432516" y="1439867"/>
            <a:ext cx="11206067" cy="5418133"/>
          </a:xfrm>
          <a:prstGeom prst="rect">
            <a:avLst/>
          </a:prstGeom>
        </p:spPr>
      </p:pic>
      <p:pic>
        <p:nvPicPr>
          <p:cNvPr id="10" name="康帅原创PPT设计-倒卖必究1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27" y="5094652"/>
            <a:ext cx="12213514" cy="1789280"/>
          </a:xfrm>
          <a:prstGeom prst="rect">
            <a:avLst/>
          </a:prstGeom>
        </p:spPr>
      </p:pic>
      <p:grpSp>
        <p:nvGrpSpPr>
          <p:cNvPr id="92" name="组合 91"/>
          <p:cNvGrpSpPr/>
          <p:nvPr/>
        </p:nvGrpSpPr>
        <p:grpSpPr>
          <a:xfrm>
            <a:off x="10795" y="969010"/>
            <a:ext cx="12192000" cy="5920105"/>
            <a:chOff x="14575" y="1477651"/>
            <a:chExt cx="12192000" cy="2024244"/>
          </a:xfrm>
        </p:grpSpPr>
        <p:pic>
          <p:nvPicPr>
            <p:cNvPr id="93" name="Picture 61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267200" y="1489836"/>
              <a:ext cx="7937116" cy="2012059"/>
            </a:xfrm>
            <a:prstGeom prst="rect">
              <a:avLst/>
            </a:prstGeom>
          </p:spPr>
        </p:pic>
        <p:sp>
          <p:nvSpPr>
            <p:cNvPr id="95" name="任意多边形: 形状 94"/>
            <p:cNvSpPr/>
            <p:nvPr/>
          </p:nvSpPr>
          <p:spPr>
            <a:xfrm flipV="1">
              <a:off x="14575" y="1477651"/>
              <a:ext cx="12192000" cy="2024244"/>
            </a:xfrm>
            <a:custGeom>
              <a:avLst/>
              <a:gdLst>
                <a:gd name="connsiteX0" fmla="*/ 0 w 12192000"/>
                <a:gd name="connsiteY0" fmla="*/ 2024244 h 2024244"/>
                <a:gd name="connsiteX1" fmla="*/ 12192000 w 12192000"/>
                <a:gd name="connsiteY1" fmla="*/ 2024244 h 2024244"/>
                <a:gd name="connsiteX2" fmla="*/ 12192000 w 12192000"/>
                <a:gd name="connsiteY2" fmla="*/ 0 h 2024244"/>
                <a:gd name="connsiteX3" fmla="*/ 0 w 12192000"/>
                <a:gd name="connsiteY3" fmla="*/ 0 h 2024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024244">
                  <a:moveTo>
                    <a:pt x="0" y="2024244"/>
                  </a:moveTo>
                  <a:lnTo>
                    <a:pt x="12192000" y="2024244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1"/>
                </a:gs>
                <a:gs pos="24000">
                  <a:schemeClr val="accent2">
                    <a:alpha val="54000"/>
                  </a:schemeClr>
                </a:gs>
                <a:gs pos="0">
                  <a:schemeClr val="accent1">
                    <a:alpha val="0"/>
                  </a:schemeClr>
                </a:gs>
                <a:gs pos="65000">
                  <a:schemeClr val="accent1">
                    <a:alpha val="88000"/>
                  </a:schemeClr>
                </a:gs>
                <a:gs pos="42000">
                  <a:schemeClr val="accent2"/>
                </a:gs>
              </a:gsLst>
              <a:lin ang="10800000" scaled="1"/>
              <a:tileRect/>
            </a:gradFill>
            <a:ln>
              <a:gradFill flip="none" rotWithShape="1">
                <a:gsLst>
                  <a:gs pos="50000">
                    <a:sysClr val="window" lastClr="FFFFFF">
                      <a:alpha val="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0" scaled="1"/>
                <a:tileRect/>
              </a:gradFill>
            </a:ln>
            <a:effectLst>
              <a:outerShdw blurRad="190500" dist="889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110460" y="1763104"/>
              <a:ext cx="1644650" cy="226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vertOverflow="overflow" horzOverflow="overflow" vert="horz" wrap="square" lIns="50800" tIns="50800" rIns="50800" bIns="50800" numCol="1" spcCol="38100" rtlCol="0" anchor="ctr" forceAA="0">
              <a:spAutoFit/>
            </a:bodyPr>
            <a:lstStyle/>
            <a:p>
              <a:pPr marL="0" marR="0" lvl="0" indent="0" algn="l" defTabSz="24384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0C4"/>
                      </a:gs>
                      <a:gs pos="100000">
                        <a:srgbClr val="FFE394"/>
                      </a:gs>
                    </a:gsLst>
                    <a:lin ang="2700000" scaled="1"/>
                  </a:gradFill>
                  <a:effectLst>
                    <a:outerShdw blurRad="50800" dist="38100" dir="2700000" algn="tl" rotWithShape="0">
                      <a:prstClr val="black">
                        <a:alpha val="76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微软雅黑" panose="020B0503020204020204" charset="-122"/>
                  <a:sym typeface="思源宋体 CN Heavy" panose="02020900000000000000" pitchFamily="18" charset="-122"/>
                </a:rPr>
                <a:t>制度缺口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  <a:sym typeface="思源宋体 CN Heavy" panose="02020900000000000000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794875" y="224155"/>
            <a:ext cx="1137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152505" y="204470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5" name="PA-直接连接符 23"/>
          <p:cNvCxnSpPr/>
          <p:nvPr>
            <p:custDataLst>
              <p:tags r:id="rId20"/>
            </p:custDataLst>
          </p:nvPr>
        </p:nvCxnSpPr>
        <p:spPr>
          <a:xfrm flipH="1">
            <a:off x="957529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cxnSp>
        <p:nvCxnSpPr>
          <p:cNvPr id="32" name="PA-直接连接符 23"/>
          <p:cNvCxnSpPr/>
          <p:nvPr>
            <p:custDataLst>
              <p:tags r:id="rId21"/>
            </p:custDataLst>
          </p:nvPr>
        </p:nvCxnSpPr>
        <p:spPr>
          <a:xfrm flipH="1">
            <a:off x="1084021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43" name="文本框 42"/>
          <p:cNvSpPr txBox="1"/>
          <p:nvPr/>
        </p:nvSpPr>
        <p:spPr>
          <a:xfrm>
            <a:off x="1751330" y="1110615"/>
            <a:ext cx="4484370" cy="2148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上海市退役军人医疗保障体系延续国家基本医保框架，但制度衔接、保障持续性和服役相关疾病识别有不足。</a:t>
            </a:r>
            <a:r>
              <a:rPr lang="zh-CN" altLang="en-US" sz="20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不同安置类型退役军人差异大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，自主就业士兵保障最低，而自主择业军官医保则</a:t>
            </a:r>
            <a:r>
              <a:rPr lang="zh-CN" altLang="en-US" sz="20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未体现明显缺口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。</a:t>
            </a:r>
            <a:endParaRPr lang="zh-CN" altLang="en-US" sz="2000" b="1" kern="0" noProof="0" dirty="0">
              <a:ln>
                <a:noFill/>
              </a:ln>
              <a:gradFill>
                <a:gsLst>
                  <a:gs pos="0">
                    <a:srgbClr val="FFF0C4"/>
                  </a:gs>
                  <a:gs pos="100000">
                    <a:srgbClr val="FFE394"/>
                  </a:gs>
                </a:gsLst>
                <a:lin ang="2700000" scaled="1"/>
              </a:gradFill>
              <a:effectLst>
                <a:outerShdw blurRad="50800" dist="38100" dir="2700000" algn="tl" rotWithShape="0">
                  <a:prstClr val="black">
                    <a:alpha val="76000"/>
                  </a:prstClr>
                </a:outerShdw>
              </a:effectLst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微软雅黑" panose="020B0503020204020204" charset="-122"/>
            </a:endParaRPr>
          </a:p>
        </p:txBody>
      </p:sp>
      <p:pic>
        <p:nvPicPr>
          <p:cNvPr id="44" name="图片 43"/>
          <p:cNvPicPr/>
          <p:nvPr/>
        </p:nvPicPr>
        <p:blipFill>
          <a:blip r:embed="rId22"/>
          <a:stretch>
            <a:fillRect/>
          </a:stretch>
        </p:blipFill>
        <p:spPr>
          <a:xfrm>
            <a:off x="6235700" y="994410"/>
            <a:ext cx="5789295" cy="278892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106680" y="4208780"/>
            <a:ext cx="16446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重点疾病保障缺口</a:t>
            </a:r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872615" y="3923665"/>
            <a:ext cx="40513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根据相关文献研究，退役军人群体中骨科疾病、呼吸系统、心理精神类疾病发病率</a:t>
            </a:r>
            <a:r>
              <a:rPr lang="zh-CN" altLang="en-US" sz="20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显著高于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同龄普通人群，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但这些病种在医保保障中普遍存在覆盖不足。</a:t>
            </a:r>
            <a:endParaRPr lang="zh-CN" altLang="en-US" sz="2000" b="1" kern="0" noProof="0" dirty="0">
              <a:ln>
                <a:noFill/>
              </a:ln>
              <a:gradFill>
                <a:gsLst>
                  <a:gs pos="0">
                    <a:srgbClr val="FFF0C4"/>
                  </a:gs>
                  <a:gs pos="100000">
                    <a:srgbClr val="FFE394"/>
                  </a:gs>
                </a:gsLst>
                <a:lin ang="2700000" scaled="1"/>
              </a:gradFill>
              <a:effectLst>
                <a:outerShdw blurRad="50800" dist="38100" dir="2700000" algn="tl" rotWithShape="0">
                  <a:prstClr val="black">
                    <a:alpha val="76000"/>
                  </a:prstClr>
                </a:outerShdw>
              </a:effectLst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微软雅黑" panose="020B0503020204020204" charset="-122"/>
            </a:endParaRPr>
          </a:p>
          <a:p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其中，退役军人的</a:t>
            </a:r>
            <a:r>
              <a:rPr lang="en-US" altLang="zh-CN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PTSD 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症状发生率为</a:t>
            </a:r>
            <a:r>
              <a:rPr lang="en-US" altLang="zh-CN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 13.7%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，，</a:t>
            </a:r>
            <a:r>
              <a:rPr lang="zh-CN" altLang="en-US" sz="2000" b="1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明显高于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中国一般人群</a:t>
            </a:r>
            <a:r>
              <a:rPr lang="en-US" altLang="zh-CN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 PTSD 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流行率（</a:t>
            </a:r>
            <a:r>
              <a:rPr lang="en-US" altLang="zh-CN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3.9%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），目前却没有心理服务的报销</a:t>
            </a:r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机制。</a:t>
            </a:r>
            <a:endParaRPr lang="zh-CN" altLang="en-US" sz="2000" b="1" kern="0" noProof="0" dirty="0">
              <a:ln>
                <a:noFill/>
              </a:ln>
              <a:gradFill>
                <a:gsLst>
                  <a:gs pos="0">
                    <a:srgbClr val="FFF0C4"/>
                  </a:gs>
                  <a:gs pos="100000">
                    <a:srgbClr val="FFE394"/>
                  </a:gs>
                </a:gsLst>
                <a:lin ang="2700000" scaled="1"/>
              </a:gradFill>
              <a:effectLst>
                <a:outerShdw blurRad="50800" dist="38100" dir="2700000" algn="tl" rotWithShape="0">
                  <a:prstClr val="black">
                    <a:alpha val="76000"/>
                  </a:prstClr>
                </a:outerShdw>
              </a:effectLst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微软雅黑" panose="020B0503020204020204" charset="-122"/>
            </a:endParaRPr>
          </a:p>
        </p:txBody>
      </p:sp>
      <p:pic>
        <p:nvPicPr>
          <p:cNvPr id="47" name="图片 46"/>
          <p:cNvPicPr/>
          <p:nvPr/>
        </p:nvPicPr>
        <p:blipFill>
          <a:blip r:embed="rId23"/>
          <a:stretch>
            <a:fillRect/>
          </a:stretch>
        </p:blipFill>
        <p:spPr>
          <a:xfrm>
            <a:off x="6235700" y="3771265"/>
            <a:ext cx="5787390" cy="2861310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rcRect l="1023" t="13748"/>
          <a:stretch>
            <a:fillRect/>
          </a:stretch>
        </p:blipFill>
        <p:spPr>
          <a:xfrm>
            <a:off x="0" y="0"/>
            <a:ext cx="12192000" cy="5915142"/>
          </a:xfrm>
          <a:custGeom>
            <a:avLst/>
            <a:gdLst>
              <a:gd name="connsiteX0" fmla="*/ 0 w 12192000"/>
              <a:gd name="connsiteY0" fmla="*/ 0 h 5915142"/>
              <a:gd name="connsiteX1" fmla="*/ 12192000 w 12192000"/>
              <a:gd name="connsiteY1" fmla="*/ 0 h 5915142"/>
              <a:gd name="connsiteX2" fmla="*/ 12192000 w 12192000"/>
              <a:gd name="connsiteY2" fmla="*/ 5915142 h 5915142"/>
              <a:gd name="connsiteX3" fmla="*/ 0 w 12192000"/>
              <a:gd name="connsiteY3" fmla="*/ 5915142 h 5915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915142">
                <a:moveTo>
                  <a:pt x="0" y="0"/>
                </a:moveTo>
                <a:lnTo>
                  <a:pt x="12192000" y="0"/>
                </a:lnTo>
                <a:lnTo>
                  <a:pt x="12192000" y="5915142"/>
                </a:lnTo>
                <a:lnTo>
                  <a:pt x="0" y="5915142"/>
                </a:lnTo>
                <a:close/>
              </a:path>
            </a:pathLst>
          </a:custGeom>
        </p:spPr>
      </p:pic>
      <p:grpSp>
        <p:nvGrpSpPr>
          <p:cNvPr id="57" name="组合 56"/>
          <p:cNvGrpSpPr/>
          <p:nvPr/>
        </p:nvGrpSpPr>
        <p:grpSpPr>
          <a:xfrm>
            <a:off x="-694131" y="-140970"/>
            <a:ext cx="13011031" cy="902312"/>
            <a:chOff x="-801446" y="0"/>
            <a:chExt cx="13011031" cy="902312"/>
          </a:xfrm>
        </p:grpSpPr>
        <p:sp>
          <p:nvSpPr>
            <p:cNvPr id="3" name="PA-任意多边形 900"/>
            <p:cNvSpPr/>
            <p:nvPr>
              <p:custDataLst>
                <p:tags r:id="rId2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4" name="PA-任意多边形 46"/>
            <p:cNvSpPr/>
            <p:nvPr>
              <p:custDataLst>
                <p:tags r:id="rId3"/>
              </p:custDataLst>
            </p:nvPr>
          </p:nvSpPr>
          <p:spPr>
            <a:xfrm>
              <a:off x="17585" y="140988"/>
              <a:ext cx="10477775" cy="713837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" name="PA-任意多边形 50"/>
            <p:cNvSpPr/>
            <p:nvPr>
              <p:custDataLst>
                <p:tags r:id="rId4"/>
              </p:custDataLst>
            </p:nvPr>
          </p:nvSpPr>
          <p:spPr>
            <a:xfrm>
              <a:off x="17584" y="140988"/>
              <a:ext cx="12192000" cy="713837"/>
            </a:xfrm>
            <a:custGeom>
              <a:avLst/>
              <a:gdLst>
                <a:gd name="connsiteX0" fmla="*/ 0 w 12192000"/>
                <a:gd name="connsiteY0" fmla="*/ 0 h 713837"/>
                <a:gd name="connsiteX1" fmla="*/ 12192000 w 12192000"/>
                <a:gd name="connsiteY1" fmla="*/ 0 h 713837"/>
                <a:gd name="connsiteX2" fmla="*/ 12192000 w 12192000"/>
                <a:gd name="connsiteY2" fmla="*/ 713837 h 713837"/>
                <a:gd name="connsiteX3" fmla="*/ 0 w 12192000"/>
                <a:gd name="connsiteY3" fmla="*/ 713837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13837">
                  <a:moveTo>
                    <a:pt x="0" y="0"/>
                  </a:moveTo>
                  <a:lnTo>
                    <a:pt x="12192000" y="0"/>
                  </a:lnTo>
                  <a:lnTo>
                    <a:pt x="12192000" y="713837"/>
                  </a:lnTo>
                  <a:lnTo>
                    <a:pt x="0" y="713837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" name="PA-文本框 24"/>
            <p:cNvSpPr txBox="1"/>
            <p:nvPr>
              <p:custDataLst>
                <p:tags r:id="rId5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7" name="PA-任意多边形 6"/>
            <p:cNvSpPr/>
            <p:nvPr>
              <p:custDataLst>
                <p:tags r:id="rId6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11" name="PA-任意多边形 899"/>
            <p:cNvSpPr/>
            <p:nvPr>
              <p:custDataLst>
                <p:tags r:id="rId7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12" name="PA-文本框 26"/>
            <p:cNvSpPr txBox="1"/>
            <p:nvPr>
              <p:custDataLst>
                <p:tags r:id="rId8"/>
              </p:custDataLst>
            </p:nvPr>
          </p:nvSpPr>
          <p:spPr>
            <a:xfrm>
              <a:off x="7012693" y="34550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13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8496803" y="34550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产品设计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14" name="PA-文本框 26"/>
            <p:cNvSpPr txBox="1"/>
            <p:nvPr>
              <p:custDataLst>
                <p:tags r:id="rId10"/>
              </p:custDataLst>
            </p:nvPr>
          </p:nvSpPr>
          <p:spPr>
            <a:xfrm>
              <a:off x="4063521" y="371541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文献研究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15" name="PA-直接连接符 18"/>
            <p:cNvCxnSpPr/>
            <p:nvPr>
              <p:custDataLst>
                <p:tags r:id="rId11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6" name="PA-直接连接符 22"/>
            <p:cNvCxnSpPr/>
            <p:nvPr>
              <p:custDataLst>
                <p:tags r:id="rId12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7" name="PA-直接连接符 23"/>
            <p:cNvCxnSpPr/>
            <p:nvPr>
              <p:custDataLst>
                <p:tags r:id="rId13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18" name="PA-任意多边形 59"/>
            <p:cNvSpPr/>
            <p:nvPr>
              <p:custDataLst>
                <p:tags r:id="rId14"/>
              </p:custDataLst>
            </p:nvPr>
          </p:nvSpPr>
          <p:spPr>
            <a:xfrm flipH="1">
              <a:off x="5484324" y="521852"/>
              <a:ext cx="1179604" cy="108926"/>
            </a:xfrm>
            <a:custGeom>
              <a:avLst/>
              <a:gdLst>
                <a:gd name="connsiteX0" fmla="*/ 1088709 w 1179604"/>
                <a:gd name="connsiteY0" fmla="*/ 0 h 108926"/>
                <a:gd name="connsiteX1" fmla="*/ 1075785 w 1179604"/>
                <a:gd name="connsiteY1" fmla="*/ 0 h 108926"/>
                <a:gd name="connsiteX2" fmla="*/ 995924 w 1179604"/>
                <a:gd name="connsiteY2" fmla="*/ 0 h 108926"/>
                <a:gd name="connsiteX3" fmla="*/ 970780 w 1179604"/>
                <a:gd name="connsiteY3" fmla="*/ 0 h 108926"/>
                <a:gd name="connsiteX4" fmla="*/ 872094 w 1179604"/>
                <a:gd name="connsiteY4" fmla="*/ 0 h 108926"/>
                <a:gd name="connsiteX5" fmla="*/ 865152 w 1179604"/>
                <a:gd name="connsiteY5" fmla="*/ 0 h 108926"/>
                <a:gd name="connsiteX6" fmla="*/ 846949 w 1179604"/>
                <a:gd name="connsiteY6" fmla="*/ 0 h 108926"/>
                <a:gd name="connsiteX7" fmla="*/ 840647 w 1179604"/>
                <a:gd name="connsiteY7" fmla="*/ 0 h 108926"/>
                <a:gd name="connsiteX8" fmla="*/ 840008 w 1179604"/>
                <a:gd name="connsiteY8" fmla="*/ 0 h 108926"/>
                <a:gd name="connsiteX9" fmla="*/ 763740 w 1179604"/>
                <a:gd name="connsiteY9" fmla="*/ 0 h 108926"/>
                <a:gd name="connsiteX10" fmla="*/ 716817 w 1179604"/>
                <a:gd name="connsiteY10" fmla="*/ 0 h 108926"/>
                <a:gd name="connsiteX11" fmla="*/ 709875 w 1179604"/>
                <a:gd name="connsiteY11" fmla="*/ 0 h 108926"/>
                <a:gd name="connsiteX12" fmla="*/ 636956 w 1179604"/>
                <a:gd name="connsiteY12" fmla="*/ 0 h 108926"/>
                <a:gd name="connsiteX13" fmla="*/ 630014 w 1179604"/>
                <a:gd name="connsiteY13" fmla="*/ 0 h 108926"/>
                <a:gd name="connsiteX14" fmla="*/ 611811 w 1179604"/>
                <a:gd name="connsiteY14" fmla="*/ 0 h 108926"/>
                <a:gd name="connsiteX15" fmla="*/ 604869 w 1179604"/>
                <a:gd name="connsiteY15" fmla="*/ 0 h 108926"/>
                <a:gd name="connsiteX16" fmla="*/ 528602 w 1179604"/>
                <a:gd name="connsiteY16" fmla="*/ 0 h 108926"/>
                <a:gd name="connsiteX17" fmla="*/ 506184 w 1179604"/>
                <a:gd name="connsiteY17" fmla="*/ 0 h 108926"/>
                <a:gd name="connsiteX18" fmla="*/ 481679 w 1179604"/>
                <a:gd name="connsiteY18" fmla="*/ 0 h 108926"/>
                <a:gd name="connsiteX19" fmla="*/ 481039 w 1179604"/>
                <a:gd name="connsiteY19" fmla="*/ 0 h 108926"/>
                <a:gd name="connsiteX20" fmla="*/ 474737 w 1179604"/>
                <a:gd name="connsiteY20" fmla="*/ 0 h 108926"/>
                <a:gd name="connsiteX21" fmla="*/ 404772 w 1179604"/>
                <a:gd name="connsiteY21" fmla="*/ 0 h 108926"/>
                <a:gd name="connsiteX22" fmla="*/ 397830 w 1179604"/>
                <a:gd name="connsiteY22" fmla="*/ 0 h 108926"/>
                <a:gd name="connsiteX23" fmla="*/ 350907 w 1179604"/>
                <a:gd name="connsiteY23" fmla="*/ 0 h 108926"/>
                <a:gd name="connsiteX24" fmla="*/ 271046 w 1179604"/>
                <a:gd name="connsiteY24" fmla="*/ 0 h 108926"/>
                <a:gd name="connsiteX25" fmla="*/ 245901 w 1179604"/>
                <a:gd name="connsiteY25" fmla="*/ 0 h 108926"/>
                <a:gd name="connsiteX26" fmla="*/ 169634 w 1179604"/>
                <a:gd name="connsiteY26" fmla="*/ 0 h 108926"/>
                <a:gd name="connsiteX27" fmla="*/ 162692 w 1179604"/>
                <a:gd name="connsiteY27" fmla="*/ 0 h 108926"/>
                <a:gd name="connsiteX28" fmla="*/ 115769 w 1179604"/>
                <a:gd name="connsiteY28" fmla="*/ 0 h 108926"/>
                <a:gd name="connsiteX29" fmla="*/ 38862 w 1179604"/>
                <a:gd name="connsiteY29" fmla="*/ 0 h 108926"/>
                <a:gd name="connsiteX30" fmla="*/ 0 w 1179604"/>
                <a:gd name="connsiteY30" fmla="*/ 0 h 108926"/>
                <a:gd name="connsiteX31" fmla="*/ 90895 w 1179604"/>
                <a:gd name="connsiteY31" fmla="*/ 108926 h 108926"/>
                <a:gd name="connsiteX32" fmla="*/ 112254 w 1179604"/>
                <a:gd name="connsiteY32" fmla="*/ 108926 h 108926"/>
                <a:gd name="connsiteX33" fmla="*/ 124073 w 1179604"/>
                <a:gd name="connsiteY33" fmla="*/ 108926 h 108926"/>
                <a:gd name="connsiteX34" fmla="*/ 243186 w 1179604"/>
                <a:gd name="connsiteY34" fmla="*/ 108926 h 108926"/>
                <a:gd name="connsiteX35" fmla="*/ 253916 w 1179604"/>
                <a:gd name="connsiteY35" fmla="*/ 108926 h 108926"/>
                <a:gd name="connsiteX36" fmla="*/ 255005 w 1179604"/>
                <a:gd name="connsiteY36" fmla="*/ 108926 h 108926"/>
                <a:gd name="connsiteX37" fmla="*/ 296725 w 1179604"/>
                <a:gd name="connsiteY37" fmla="*/ 108926 h 108926"/>
                <a:gd name="connsiteX38" fmla="*/ 334891 w 1179604"/>
                <a:gd name="connsiteY38" fmla="*/ 108926 h 108926"/>
                <a:gd name="connsiteX39" fmla="*/ 464735 w 1179604"/>
                <a:gd name="connsiteY39" fmla="*/ 108926 h 108926"/>
                <a:gd name="connsiteX40" fmla="*/ 476553 w 1179604"/>
                <a:gd name="connsiteY40" fmla="*/ 108926 h 108926"/>
                <a:gd name="connsiteX41" fmla="*/ 507544 w 1179604"/>
                <a:gd name="connsiteY41" fmla="*/ 108926 h 108926"/>
                <a:gd name="connsiteX42" fmla="*/ 519362 w 1179604"/>
                <a:gd name="connsiteY42" fmla="*/ 108926 h 108926"/>
                <a:gd name="connsiteX43" fmla="*/ 643505 w 1179604"/>
                <a:gd name="connsiteY43" fmla="*/ 108926 h 108926"/>
                <a:gd name="connsiteX44" fmla="*/ 655325 w 1179604"/>
                <a:gd name="connsiteY44" fmla="*/ 108926 h 108926"/>
                <a:gd name="connsiteX45" fmla="*/ 735210 w 1179604"/>
                <a:gd name="connsiteY45" fmla="*/ 108926 h 108926"/>
                <a:gd name="connsiteX46" fmla="*/ 865053 w 1179604"/>
                <a:gd name="connsiteY46" fmla="*/ 108926 h 108926"/>
                <a:gd name="connsiteX47" fmla="*/ 866142 w 1179604"/>
                <a:gd name="connsiteY47" fmla="*/ 108926 h 108926"/>
                <a:gd name="connsiteX48" fmla="*/ 876873 w 1179604"/>
                <a:gd name="connsiteY48" fmla="*/ 108926 h 108926"/>
                <a:gd name="connsiteX49" fmla="*/ 907862 w 1179604"/>
                <a:gd name="connsiteY49" fmla="*/ 108926 h 108926"/>
                <a:gd name="connsiteX50" fmla="*/ 919681 w 1179604"/>
                <a:gd name="connsiteY50" fmla="*/ 108926 h 108926"/>
                <a:gd name="connsiteX51" fmla="*/ 1087690 w 1179604"/>
                <a:gd name="connsiteY51" fmla="*/ 108926 h 108926"/>
                <a:gd name="connsiteX52" fmla="*/ 1130500 w 1179604"/>
                <a:gd name="connsiteY52" fmla="*/ 108926 h 108926"/>
                <a:gd name="connsiteX53" fmla="*/ 1179604 w 1179604"/>
                <a:gd name="connsiteY53" fmla="*/ 108926 h 108926"/>
                <a:gd name="connsiteX54" fmla="*/ 1088709 w 1179604"/>
                <a:gd name="connsiteY54" fmla="*/ 0 h 108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79604" h="108926">
                  <a:moveTo>
                    <a:pt x="1088709" y="0"/>
                  </a:moveTo>
                  <a:lnTo>
                    <a:pt x="1075785" y="0"/>
                  </a:lnTo>
                  <a:lnTo>
                    <a:pt x="995924" y="0"/>
                  </a:lnTo>
                  <a:lnTo>
                    <a:pt x="970780" y="0"/>
                  </a:lnTo>
                  <a:lnTo>
                    <a:pt x="872094" y="0"/>
                  </a:lnTo>
                  <a:lnTo>
                    <a:pt x="865152" y="0"/>
                  </a:lnTo>
                  <a:lnTo>
                    <a:pt x="846949" y="0"/>
                  </a:lnTo>
                  <a:lnTo>
                    <a:pt x="840647" y="0"/>
                  </a:lnTo>
                  <a:lnTo>
                    <a:pt x="840008" y="0"/>
                  </a:lnTo>
                  <a:lnTo>
                    <a:pt x="763740" y="0"/>
                  </a:lnTo>
                  <a:lnTo>
                    <a:pt x="716817" y="0"/>
                  </a:lnTo>
                  <a:lnTo>
                    <a:pt x="709875" y="0"/>
                  </a:lnTo>
                  <a:lnTo>
                    <a:pt x="636956" y="0"/>
                  </a:lnTo>
                  <a:lnTo>
                    <a:pt x="630014" y="0"/>
                  </a:lnTo>
                  <a:lnTo>
                    <a:pt x="611811" y="0"/>
                  </a:lnTo>
                  <a:lnTo>
                    <a:pt x="604869" y="0"/>
                  </a:lnTo>
                  <a:lnTo>
                    <a:pt x="528602" y="0"/>
                  </a:lnTo>
                  <a:lnTo>
                    <a:pt x="506184" y="0"/>
                  </a:lnTo>
                  <a:lnTo>
                    <a:pt x="481679" y="0"/>
                  </a:lnTo>
                  <a:lnTo>
                    <a:pt x="481039" y="0"/>
                  </a:lnTo>
                  <a:lnTo>
                    <a:pt x="474737" y="0"/>
                  </a:lnTo>
                  <a:lnTo>
                    <a:pt x="404772" y="0"/>
                  </a:lnTo>
                  <a:lnTo>
                    <a:pt x="397830" y="0"/>
                  </a:lnTo>
                  <a:lnTo>
                    <a:pt x="350907" y="0"/>
                  </a:lnTo>
                  <a:lnTo>
                    <a:pt x="271046" y="0"/>
                  </a:lnTo>
                  <a:lnTo>
                    <a:pt x="245901" y="0"/>
                  </a:lnTo>
                  <a:lnTo>
                    <a:pt x="169634" y="0"/>
                  </a:lnTo>
                  <a:lnTo>
                    <a:pt x="162692" y="0"/>
                  </a:lnTo>
                  <a:lnTo>
                    <a:pt x="115769" y="0"/>
                  </a:lnTo>
                  <a:lnTo>
                    <a:pt x="38862" y="0"/>
                  </a:lnTo>
                  <a:lnTo>
                    <a:pt x="0" y="0"/>
                  </a:lnTo>
                  <a:lnTo>
                    <a:pt x="90895" y="108926"/>
                  </a:lnTo>
                  <a:lnTo>
                    <a:pt x="112254" y="108926"/>
                  </a:lnTo>
                  <a:lnTo>
                    <a:pt x="124073" y="108926"/>
                  </a:lnTo>
                  <a:lnTo>
                    <a:pt x="243186" y="108926"/>
                  </a:lnTo>
                  <a:lnTo>
                    <a:pt x="253916" y="108926"/>
                  </a:lnTo>
                  <a:lnTo>
                    <a:pt x="255005" y="108926"/>
                  </a:lnTo>
                  <a:lnTo>
                    <a:pt x="296725" y="108926"/>
                  </a:lnTo>
                  <a:lnTo>
                    <a:pt x="334891" y="108926"/>
                  </a:lnTo>
                  <a:lnTo>
                    <a:pt x="464735" y="108926"/>
                  </a:lnTo>
                  <a:lnTo>
                    <a:pt x="476553" y="108926"/>
                  </a:lnTo>
                  <a:lnTo>
                    <a:pt x="507544" y="108926"/>
                  </a:lnTo>
                  <a:lnTo>
                    <a:pt x="519362" y="108926"/>
                  </a:lnTo>
                  <a:lnTo>
                    <a:pt x="643505" y="108926"/>
                  </a:lnTo>
                  <a:lnTo>
                    <a:pt x="655325" y="108926"/>
                  </a:lnTo>
                  <a:lnTo>
                    <a:pt x="735210" y="108926"/>
                  </a:lnTo>
                  <a:lnTo>
                    <a:pt x="865053" y="108926"/>
                  </a:lnTo>
                  <a:lnTo>
                    <a:pt x="866142" y="108926"/>
                  </a:lnTo>
                  <a:lnTo>
                    <a:pt x="876873" y="108926"/>
                  </a:lnTo>
                  <a:lnTo>
                    <a:pt x="907862" y="108926"/>
                  </a:lnTo>
                  <a:lnTo>
                    <a:pt x="919681" y="108926"/>
                  </a:lnTo>
                  <a:lnTo>
                    <a:pt x="1087690" y="108926"/>
                  </a:lnTo>
                  <a:lnTo>
                    <a:pt x="1130500" y="108926"/>
                  </a:lnTo>
                  <a:lnTo>
                    <a:pt x="1179604" y="108926"/>
                  </a:lnTo>
                  <a:lnTo>
                    <a:pt x="108870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18000"/>
                    <a:lumOff val="82000"/>
                  </a:schemeClr>
                </a:gs>
                <a:gs pos="44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19" name="PA-文本框 26"/>
            <p:cNvSpPr txBox="1"/>
            <p:nvPr>
              <p:custDataLst>
                <p:tags r:id="rId15"/>
              </p:custDataLst>
            </p:nvPr>
          </p:nvSpPr>
          <p:spPr>
            <a:xfrm>
              <a:off x="5494290" y="311416"/>
              <a:ext cx="120396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94000">
                        <a:srgbClr val="30937B"/>
                      </a:gs>
                      <a:gs pos="25000">
                        <a:srgbClr val="206252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38100" dist="38100" dir="2700000" algn="tl">
                      <a:srgbClr val="F7942E">
                        <a:alpha val="2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25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20" name="PA-图形 7"/>
            <p:cNvSpPr/>
            <p:nvPr>
              <p:custDataLst>
                <p:tags r:id="rId16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pic>
        <p:nvPicPr>
          <p:cNvPr id="62" name="Picture 59"/>
          <p:cNvPicPr>
            <a:picLocks noChangeAspect="1"/>
          </p:cNvPicPr>
          <p:nvPr/>
        </p:nvPicPr>
        <p:blipFill>
          <a:blip r:embed="rId17">
            <a:alphaModFix amt="63000"/>
          </a:blip>
          <a:stretch>
            <a:fillRect/>
          </a:stretch>
        </p:blipFill>
        <p:spPr>
          <a:xfrm>
            <a:off x="432516" y="1439867"/>
            <a:ext cx="11206067" cy="5418133"/>
          </a:xfrm>
          <a:prstGeom prst="rect">
            <a:avLst/>
          </a:prstGeom>
        </p:spPr>
      </p:pic>
      <p:pic>
        <p:nvPicPr>
          <p:cNvPr id="10" name="康帅原创PPT设计-倒卖必究1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27" y="5094652"/>
            <a:ext cx="12213514" cy="1789280"/>
          </a:xfrm>
          <a:prstGeom prst="rect">
            <a:avLst/>
          </a:prstGeom>
        </p:spPr>
      </p:pic>
      <p:grpSp>
        <p:nvGrpSpPr>
          <p:cNvPr id="92" name="组合 91"/>
          <p:cNvGrpSpPr/>
          <p:nvPr/>
        </p:nvGrpSpPr>
        <p:grpSpPr>
          <a:xfrm>
            <a:off x="10795" y="969010"/>
            <a:ext cx="12192000" cy="5920105"/>
            <a:chOff x="14575" y="1477651"/>
            <a:chExt cx="12192000" cy="2024244"/>
          </a:xfrm>
        </p:grpSpPr>
        <p:pic>
          <p:nvPicPr>
            <p:cNvPr id="93" name="Picture 61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267200" y="1489836"/>
              <a:ext cx="7937116" cy="2012059"/>
            </a:xfrm>
            <a:prstGeom prst="rect">
              <a:avLst/>
            </a:prstGeom>
          </p:spPr>
        </p:pic>
        <p:sp>
          <p:nvSpPr>
            <p:cNvPr id="95" name="任意多边形: 形状 94"/>
            <p:cNvSpPr/>
            <p:nvPr/>
          </p:nvSpPr>
          <p:spPr>
            <a:xfrm flipV="1">
              <a:off x="14575" y="1477651"/>
              <a:ext cx="12192000" cy="2024244"/>
            </a:xfrm>
            <a:custGeom>
              <a:avLst/>
              <a:gdLst>
                <a:gd name="connsiteX0" fmla="*/ 0 w 12192000"/>
                <a:gd name="connsiteY0" fmla="*/ 2024244 h 2024244"/>
                <a:gd name="connsiteX1" fmla="*/ 12192000 w 12192000"/>
                <a:gd name="connsiteY1" fmla="*/ 2024244 h 2024244"/>
                <a:gd name="connsiteX2" fmla="*/ 12192000 w 12192000"/>
                <a:gd name="connsiteY2" fmla="*/ 0 h 2024244"/>
                <a:gd name="connsiteX3" fmla="*/ 0 w 12192000"/>
                <a:gd name="connsiteY3" fmla="*/ 0 h 2024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024244">
                  <a:moveTo>
                    <a:pt x="0" y="2024244"/>
                  </a:moveTo>
                  <a:lnTo>
                    <a:pt x="12192000" y="2024244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1"/>
                </a:gs>
                <a:gs pos="24000">
                  <a:schemeClr val="accent2">
                    <a:alpha val="54000"/>
                  </a:schemeClr>
                </a:gs>
                <a:gs pos="0">
                  <a:schemeClr val="accent1">
                    <a:alpha val="0"/>
                  </a:schemeClr>
                </a:gs>
                <a:gs pos="65000">
                  <a:schemeClr val="accent1">
                    <a:alpha val="88000"/>
                  </a:schemeClr>
                </a:gs>
                <a:gs pos="42000">
                  <a:schemeClr val="accent2"/>
                </a:gs>
              </a:gsLst>
              <a:lin ang="10800000" scaled="1"/>
              <a:tileRect/>
            </a:gradFill>
            <a:ln>
              <a:gradFill flip="none" rotWithShape="1">
                <a:gsLst>
                  <a:gs pos="50000">
                    <a:sysClr val="window" lastClr="FFFFFF">
                      <a:alpha val="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0" scaled="1"/>
                <a:tileRect/>
              </a:gradFill>
            </a:ln>
            <a:effectLst>
              <a:outerShdw blurRad="190500" dist="889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794875" y="224155"/>
            <a:ext cx="1137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152505" y="204470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5" name="PA-直接连接符 23"/>
          <p:cNvCxnSpPr/>
          <p:nvPr>
            <p:custDataLst>
              <p:tags r:id="rId20"/>
            </p:custDataLst>
          </p:nvPr>
        </p:nvCxnSpPr>
        <p:spPr>
          <a:xfrm flipH="1">
            <a:off x="957529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cxnSp>
        <p:nvCxnSpPr>
          <p:cNvPr id="32" name="PA-直接连接符 23"/>
          <p:cNvCxnSpPr/>
          <p:nvPr>
            <p:custDataLst>
              <p:tags r:id="rId21"/>
            </p:custDataLst>
          </p:nvPr>
        </p:nvCxnSpPr>
        <p:spPr>
          <a:xfrm flipH="1">
            <a:off x="1084021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5930" y="2512695"/>
            <a:ext cx="4812030" cy="3810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77900" y="1713865"/>
            <a:ext cx="10174605" cy="363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退休人员与军人疾病对比</a:t>
            </a:r>
            <a:r>
              <a:rPr lang="en-US" altLang="zh-CN" sz="28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                </a:t>
            </a:r>
            <a:r>
              <a:rPr lang="zh-CN" altLang="en-US" sz="28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各病种自付比例对比</a:t>
            </a:r>
            <a:r>
              <a:rPr lang="en-US" altLang="zh-CN" sz="28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                    </a:t>
            </a:r>
            <a:endParaRPr lang="en-US" altLang="zh-CN" sz="2800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3"/>
          <a:srcRect t="4983"/>
          <a:stretch>
            <a:fillRect/>
          </a:stretch>
        </p:blipFill>
        <p:spPr>
          <a:xfrm>
            <a:off x="6209030" y="2607310"/>
            <a:ext cx="5715000" cy="362013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437130" y="3884295"/>
            <a:ext cx="565150" cy="43497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754505" y="4083050"/>
            <a:ext cx="565150" cy="43497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V="1">
            <a:off x="4448810" y="4361180"/>
            <a:ext cx="666750" cy="120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466590" y="4867275"/>
            <a:ext cx="594995" cy="571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9544685" y="5456555"/>
            <a:ext cx="607060" cy="40513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rcRect l="1023" t="13748"/>
          <a:stretch>
            <a:fillRect/>
          </a:stretch>
        </p:blipFill>
        <p:spPr>
          <a:xfrm>
            <a:off x="0" y="0"/>
            <a:ext cx="12192000" cy="5915142"/>
          </a:xfrm>
          <a:custGeom>
            <a:avLst/>
            <a:gdLst>
              <a:gd name="connsiteX0" fmla="*/ 0 w 12192000"/>
              <a:gd name="connsiteY0" fmla="*/ 0 h 5915142"/>
              <a:gd name="connsiteX1" fmla="*/ 12192000 w 12192000"/>
              <a:gd name="connsiteY1" fmla="*/ 0 h 5915142"/>
              <a:gd name="connsiteX2" fmla="*/ 12192000 w 12192000"/>
              <a:gd name="connsiteY2" fmla="*/ 5915142 h 5915142"/>
              <a:gd name="connsiteX3" fmla="*/ 0 w 12192000"/>
              <a:gd name="connsiteY3" fmla="*/ 5915142 h 5915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915142">
                <a:moveTo>
                  <a:pt x="0" y="0"/>
                </a:moveTo>
                <a:lnTo>
                  <a:pt x="12192000" y="0"/>
                </a:lnTo>
                <a:lnTo>
                  <a:pt x="12192000" y="5915142"/>
                </a:lnTo>
                <a:lnTo>
                  <a:pt x="0" y="5915142"/>
                </a:lnTo>
                <a:close/>
              </a:path>
            </a:pathLst>
          </a:custGeom>
        </p:spPr>
      </p:pic>
      <p:grpSp>
        <p:nvGrpSpPr>
          <p:cNvPr id="57" name="组合 56"/>
          <p:cNvGrpSpPr/>
          <p:nvPr/>
        </p:nvGrpSpPr>
        <p:grpSpPr>
          <a:xfrm>
            <a:off x="-801446" y="0"/>
            <a:ext cx="13011031" cy="902312"/>
            <a:chOff x="-801446" y="0"/>
            <a:chExt cx="13011031" cy="902312"/>
          </a:xfrm>
        </p:grpSpPr>
        <p:sp>
          <p:nvSpPr>
            <p:cNvPr id="3" name="PA-任意多边形 900"/>
            <p:cNvSpPr/>
            <p:nvPr>
              <p:custDataLst>
                <p:tags r:id="rId2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4" name="PA-任意多边形 46"/>
            <p:cNvSpPr/>
            <p:nvPr>
              <p:custDataLst>
                <p:tags r:id="rId3"/>
              </p:custDataLst>
            </p:nvPr>
          </p:nvSpPr>
          <p:spPr>
            <a:xfrm>
              <a:off x="17585" y="140988"/>
              <a:ext cx="10477775" cy="713837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5" name="PA-任意多边形 50"/>
            <p:cNvSpPr/>
            <p:nvPr>
              <p:custDataLst>
                <p:tags r:id="rId4"/>
              </p:custDataLst>
            </p:nvPr>
          </p:nvSpPr>
          <p:spPr>
            <a:xfrm>
              <a:off x="17584" y="140988"/>
              <a:ext cx="12192000" cy="713837"/>
            </a:xfrm>
            <a:custGeom>
              <a:avLst/>
              <a:gdLst>
                <a:gd name="connsiteX0" fmla="*/ 0 w 12192000"/>
                <a:gd name="connsiteY0" fmla="*/ 0 h 713837"/>
                <a:gd name="connsiteX1" fmla="*/ 12192000 w 12192000"/>
                <a:gd name="connsiteY1" fmla="*/ 0 h 713837"/>
                <a:gd name="connsiteX2" fmla="*/ 12192000 w 12192000"/>
                <a:gd name="connsiteY2" fmla="*/ 713837 h 713837"/>
                <a:gd name="connsiteX3" fmla="*/ 0 w 12192000"/>
                <a:gd name="connsiteY3" fmla="*/ 713837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13837">
                  <a:moveTo>
                    <a:pt x="0" y="0"/>
                  </a:moveTo>
                  <a:lnTo>
                    <a:pt x="12192000" y="0"/>
                  </a:lnTo>
                  <a:lnTo>
                    <a:pt x="12192000" y="713837"/>
                  </a:lnTo>
                  <a:lnTo>
                    <a:pt x="0" y="713837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6" name="PA-文本框 24"/>
            <p:cNvSpPr txBox="1"/>
            <p:nvPr>
              <p:custDataLst>
                <p:tags r:id="rId5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7" name="PA-任意多边形 6"/>
            <p:cNvSpPr/>
            <p:nvPr>
              <p:custDataLst>
                <p:tags r:id="rId6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11" name="PA-任意多边形 899"/>
            <p:cNvSpPr/>
            <p:nvPr>
              <p:custDataLst>
                <p:tags r:id="rId7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12" name="PA-文本框 26"/>
            <p:cNvSpPr txBox="1"/>
            <p:nvPr>
              <p:custDataLst>
                <p:tags r:id="rId8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13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847775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产品设计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14" name="PA-文本框 26"/>
            <p:cNvSpPr txBox="1"/>
            <p:nvPr>
              <p:custDataLst>
                <p:tags r:id="rId10"/>
              </p:custDataLst>
            </p:nvPr>
          </p:nvSpPr>
          <p:spPr>
            <a:xfrm>
              <a:off x="4082571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文献研究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15" name="PA-直接连接符 18"/>
            <p:cNvCxnSpPr/>
            <p:nvPr>
              <p:custDataLst>
                <p:tags r:id="rId11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6" name="PA-直接连接符 22"/>
            <p:cNvCxnSpPr/>
            <p:nvPr>
              <p:custDataLst>
                <p:tags r:id="rId12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17" name="PA-直接连接符 23"/>
            <p:cNvCxnSpPr/>
            <p:nvPr>
              <p:custDataLst>
                <p:tags r:id="rId13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18" name="PA-任意多边形 59"/>
            <p:cNvSpPr/>
            <p:nvPr>
              <p:custDataLst>
                <p:tags r:id="rId14"/>
              </p:custDataLst>
            </p:nvPr>
          </p:nvSpPr>
          <p:spPr>
            <a:xfrm flipH="1">
              <a:off x="5484324" y="521852"/>
              <a:ext cx="1179604" cy="108926"/>
            </a:xfrm>
            <a:custGeom>
              <a:avLst/>
              <a:gdLst>
                <a:gd name="connsiteX0" fmla="*/ 1088709 w 1179604"/>
                <a:gd name="connsiteY0" fmla="*/ 0 h 108926"/>
                <a:gd name="connsiteX1" fmla="*/ 1075785 w 1179604"/>
                <a:gd name="connsiteY1" fmla="*/ 0 h 108926"/>
                <a:gd name="connsiteX2" fmla="*/ 995924 w 1179604"/>
                <a:gd name="connsiteY2" fmla="*/ 0 h 108926"/>
                <a:gd name="connsiteX3" fmla="*/ 970780 w 1179604"/>
                <a:gd name="connsiteY3" fmla="*/ 0 h 108926"/>
                <a:gd name="connsiteX4" fmla="*/ 872094 w 1179604"/>
                <a:gd name="connsiteY4" fmla="*/ 0 h 108926"/>
                <a:gd name="connsiteX5" fmla="*/ 865152 w 1179604"/>
                <a:gd name="connsiteY5" fmla="*/ 0 h 108926"/>
                <a:gd name="connsiteX6" fmla="*/ 846949 w 1179604"/>
                <a:gd name="connsiteY6" fmla="*/ 0 h 108926"/>
                <a:gd name="connsiteX7" fmla="*/ 840647 w 1179604"/>
                <a:gd name="connsiteY7" fmla="*/ 0 h 108926"/>
                <a:gd name="connsiteX8" fmla="*/ 840008 w 1179604"/>
                <a:gd name="connsiteY8" fmla="*/ 0 h 108926"/>
                <a:gd name="connsiteX9" fmla="*/ 763740 w 1179604"/>
                <a:gd name="connsiteY9" fmla="*/ 0 h 108926"/>
                <a:gd name="connsiteX10" fmla="*/ 716817 w 1179604"/>
                <a:gd name="connsiteY10" fmla="*/ 0 h 108926"/>
                <a:gd name="connsiteX11" fmla="*/ 709875 w 1179604"/>
                <a:gd name="connsiteY11" fmla="*/ 0 h 108926"/>
                <a:gd name="connsiteX12" fmla="*/ 636956 w 1179604"/>
                <a:gd name="connsiteY12" fmla="*/ 0 h 108926"/>
                <a:gd name="connsiteX13" fmla="*/ 630014 w 1179604"/>
                <a:gd name="connsiteY13" fmla="*/ 0 h 108926"/>
                <a:gd name="connsiteX14" fmla="*/ 611811 w 1179604"/>
                <a:gd name="connsiteY14" fmla="*/ 0 h 108926"/>
                <a:gd name="connsiteX15" fmla="*/ 604869 w 1179604"/>
                <a:gd name="connsiteY15" fmla="*/ 0 h 108926"/>
                <a:gd name="connsiteX16" fmla="*/ 528602 w 1179604"/>
                <a:gd name="connsiteY16" fmla="*/ 0 h 108926"/>
                <a:gd name="connsiteX17" fmla="*/ 506184 w 1179604"/>
                <a:gd name="connsiteY17" fmla="*/ 0 h 108926"/>
                <a:gd name="connsiteX18" fmla="*/ 481679 w 1179604"/>
                <a:gd name="connsiteY18" fmla="*/ 0 h 108926"/>
                <a:gd name="connsiteX19" fmla="*/ 481039 w 1179604"/>
                <a:gd name="connsiteY19" fmla="*/ 0 h 108926"/>
                <a:gd name="connsiteX20" fmla="*/ 474737 w 1179604"/>
                <a:gd name="connsiteY20" fmla="*/ 0 h 108926"/>
                <a:gd name="connsiteX21" fmla="*/ 404772 w 1179604"/>
                <a:gd name="connsiteY21" fmla="*/ 0 h 108926"/>
                <a:gd name="connsiteX22" fmla="*/ 397830 w 1179604"/>
                <a:gd name="connsiteY22" fmla="*/ 0 h 108926"/>
                <a:gd name="connsiteX23" fmla="*/ 350907 w 1179604"/>
                <a:gd name="connsiteY23" fmla="*/ 0 h 108926"/>
                <a:gd name="connsiteX24" fmla="*/ 271046 w 1179604"/>
                <a:gd name="connsiteY24" fmla="*/ 0 h 108926"/>
                <a:gd name="connsiteX25" fmla="*/ 245901 w 1179604"/>
                <a:gd name="connsiteY25" fmla="*/ 0 h 108926"/>
                <a:gd name="connsiteX26" fmla="*/ 169634 w 1179604"/>
                <a:gd name="connsiteY26" fmla="*/ 0 h 108926"/>
                <a:gd name="connsiteX27" fmla="*/ 162692 w 1179604"/>
                <a:gd name="connsiteY27" fmla="*/ 0 h 108926"/>
                <a:gd name="connsiteX28" fmla="*/ 115769 w 1179604"/>
                <a:gd name="connsiteY28" fmla="*/ 0 h 108926"/>
                <a:gd name="connsiteX29" fmla="*/ 38862 w 1179604"/>
                <a:gd name="connsiteY29" fmla="*/ 0 h 108926"/>
                <a:gd name="connsiteX30" fmla="*/ 0 w 1179604"/>
                <a:gd name="connsiteY30" fmla="*/ 0 h 108926"/>
                <a:gd name="connsiteX31" fmla="*/ 90895 w 1179604"/>
                <a:gd name="connsiteY31" fmla="*/ 108926 h 108926"/>
                <a:gd name="connsiteX32" fmla="*/ 112254 w 1179604"/>
                <a:gd name="connsiteY32" fmla="*/ 108926 h 108926"/>
                <a:gd name="connsiteX33" fmla="*/ 124073 w 1179604"/>
                <a:gd name="connsiteY33" fmla="*/ 108926 h 108926"/>
                <a:gd name="connsiteX34" fmla="*/ 243186 w 1179604"/>
                <a:gd name="connsiteY34" fmla="*/ 108926 h 108926"/>
                <a:gd name="connsiteX35" fmla="*/ 253916 w 1179604"/>
                <a:gd name="connsiteY35" fmla="*/ 108926 h 108926"/>
                <a:gd name="connsiteX36" fmla="*/ 255005 w 1179604"/>
                <a:gd name="connsiteY36" fmla="*/ 108926 h 108926"/>
                <a:gd name="connsiteX37" fmla="*/ 296725 w 1179604"/>
                <a:gd name="connsiteY37" fmla="*/ 108926 h 108926"/>
                <a:gd name="connsiteX38" fmla="*/ 334891 w 1179604"/>
                <a:gd name="connsiteY38" fmla="*/ 108926 h 108926"/>
                <a:gd name="connsiteX39" fmla="*/ 464735 w 1179604"/>
                <a:gd name="connsiteY39" fmla="*/ 108926 h 108926"/>
                <a:gd name="connsiteX40" fmla="*/ 476553 w 1179604"/>
                <a:gd name="connsiteY40" fmla="*/ 108926 h 108926"/>
                <a:gd name="connsiteX41" fmla="*/ 507544 w 1179604"/>
                <a:gd name="connsiteY41" fmla="*/ 108926 h 108926"/>
                <a:gd name="connsiteX42" fmla="*/ 519362 w 1179604"/>
                <a:gd name="connsiteY42" fmla="*/ 108926 h 108926"/>
                <a:gd name="connsiteX43" fmla="*/ 643505 w 1179604"/>
                <a:gd name="connsiteY43" fmla="*/ 108926 h 108926"/>
                <a:gd name="connsiteX44" fmla="*/ 655325 w 1179604"/>
                <a:gd name="connsiteY44" fmla="*/ 108926 h 108926"/>
                <a:gd name="connsiteX45" fmla="*/ 735210 w 1179604"/>
                <a:gd name="connsiteY45" fmla="*/ 108926 h 108926"/>
                <a:gd name="connsiteX46" fmla="*/ 865053 w 1179604"/>
                <a:gd name="connsiteY46" fmla="*/ 108926 h 108926"/>
                <a:gd name="connsiteX47" fmla="*/ 866142 w 1179604"/>
                <a:gd name="connsiteY47" fmla="*/ 108926 h 108926"/>
                <a:gd name="connsiteX48" fmla="*/ 876873 w 1179604"/>
                <a:gd name="connsiteY48" fmla="*/ 108926 h 108926"/>
                <a:gd name="connsiteX49" fmla="*/ 907862 w 1179604"/>
                <a:gd name="connsiteY49" fmla="*/ 108926 h 108926"/>
                <a:gd name="connsiteX50" fmla="*/ 919681 w 1179604"/>
                <a:gd name="connsiteY50" fmla="*/ 108926 h 108926"/>
                <a:gd name="connsiteX51" fmla="*/ 1087690 w 1179604"/>
                <a:gd name="connsiteY51" fmla="*/ 108926 h 108926"/>
                <a:gd name="connsiteX52" fmla="*/ 1130500 w 1179604"/>
                <a:gd name="connsiteY52" fmla="*/ 108926 h 108926"/>
                <a:gd name="connsiteX53" fmla="*/ 1179604 w 1179604"/>
                <a:gd name="connsiteY53" fmla="*/ 108926 h 108926"/>
                <a:gd name="connsiteX54" fmla="*/ 1088709 w 1179604"/>
                <a:gd name="connsiteY54" fmla="*/ 0 h 108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79604" h="108926">
                  <a:moveTo>
                    <a:pt x="1088709" y="0"/>
                  </a:moveTo>
                  <a:lnTo>
                    <a:pt x="1075785" y="0"/>
                  </a:lnTo>
                  <a:lnTo>
                    <a:pt x="995924" y="0"/>
                  </a:lnTo>
                  <a:lnTo>
                    <a:pt x="970780" y="0"/>
                  </a:lnTo>
                  <a:lnTo>
                    <a:pt x="872094" y="0"/>
                  </a:lnTo>
                  <a:lnTo>
                    <a:pt x="865152" y="0"/>
                  </a:lnTo>
                  <a:lnTo>
                    <a:pt x="846949" y="0"/>
                  </a:lnTo>
                  <a:lnTo>
                    <a:pt x="840647" y="0"/>
                  </a:lnTo>
                  <a:lnTo>
                    <a:pt x="840008" y="0"/>
                  </a:lnTo>
                  <a:lnTo>
                    <a:pt x="763740" y="0"/>
                  </a:lnTo>
                  <a:lnTo>
                    <a:pt x="716817" y="0"/>
                  </a:lnTo>
                  <a:lnTo>
                    <a:pt x="709875" y="0"/>
                  </a:lnTo>
                  <a:lnTo>
                    <a:pt x="636956" y="0"/>
                  </a:lnTo>
                  <a:lnTo>
                    <a:pt x="630014" y="0"/>
                  </a:lnTo>
                  <a:lnTo>
                    <a:pt x="611811" y="0"/>
                  </a:lnTo>
                  <a:lnTo>
                    <a:pt x="604869" y="0"/>
                  </a:lnTo>
                  <a:lnTo>
                    <a:pt x="528602" y="0"/>
                  </a:lnTo>
                  <a:lnTo>
                    <a:pt x="506184" y="0"/>
                  </a:lnTo>
                  <a:lnTo>
                    <a:pt x="481679" y="0"/>
                  </a:lnTo>
                  <a:lnTo>
                    <a:pt x="481039" y="0"/>
                  </a:lnTo>
                  <a:lnTo>
                    <a:pt x="474737" y="0"/>
                  </a:lnTo>
                  <a:lnTo>
                    <a:pt x="404772" y="0"/>
                  </a:lnTo>
                  <a:lnTo>
                    <a:pt x="397830" y="0"/>
                  </a:lnTo>
                  <a:lnTo>
                    <a:pt x="350907" y="0"/>
                  </a:lnTo>
                  <a:lnTo>
                    <a:pt x="271046" y="0"/>
                  </a:lnTo>
                  <a:lnTo>
                    <a:pt x="245901" y="0"/>
                  </a:lnTo>
                  <a:lnTo>
                    <a:pt x="169634" y="0"/>
                  </a:lnTo>
                  <a:lnTo>
                    <a:pt x="162692" y="0"/>
                  </a:lnTo>
                  <a:lnTo>
                    <a:pt x="115769" y="0"/>
                  </a:lnTo>
                  <a:lnTo>
                    <a:pt x="38862" y="0"/>
                  </a:lnTo>
                  <a:lnTo>
                    <a:pt x="0" y="0"/>
                  </a:lnTo>
                  <a:lnTo>
                    <a:pt x="90895" y="108926"/>
                  </a:lnTo>
                  <a:lnTo>
                    <a:pt x="112254" y="108926"/>
                  </a:lnTo>
                  <a:lnTo>
                    <a:pt x="124073" y="108926"/>
                  </a:lnTo>
                  <a:lnTo>
                    <a:pt x="243186" y="108926"/>
                  </a:lnTo>
                  <a:lnTo>
                    <a:pt x="253916" y="108926"/>
                  </a:lnTo>
                  <a:lnTo>
                    <a:pt x="255005" y="108926"/>
                  </a:lnTo>
                  <a:lnTo>
                    <a:pt x="296725" y="108926"/>
                  </a:lnTo>
                  <a:lnTo>
                    <a:pt x="334891" y="108926"/>
                  </a:lnTo>
                  <a:lnTo>
                    <a:pt x="464735" y="108926"/>
                  </a:lnTo>
                  <a:lnTo>
                    <a:pt x="476553" y="108926"/>
                  </a:lnTo>
                  <a:lnTo>
                    <a:pt x="507544" y="108926"/>
                  </a:lnTo>
                  <a:lnTo>
                    <a:pt x="519362" y="108926"/>
                  </a:lnTo>
                  <a:lnTo>
                    <a:pt x="643505" y="108926"/>
                  </a:lnTo>
                  <a:lnTo>
                    <a:pt x="655325" y="108926"/>
                  </a:lnTo>
                  <a:lnTo>
                    <a:pt x="735210" y="108926"/>
                  </a:lnTo>
                  <a:lnTo>
                    <a:pt x="865053" y="108926"/>
                  </a:lnTo>
                  <a:lnTo>
                    <a:pt x="866142" y="108926"/>
                  </a:lnTo>
                  <a:lnTo>
                    <a:pt x="876873" y="108926"/>
                  </a:lnTo>
                  <a:lnTo>
                    <a:pt x="907862" y="108926"/>
                  </a:lnTo>
                  <a:lnTo>
                    <a:pt x="919681" y="108926"/>
                  </a:lnTo>
                  <a:lnTo>
                    <a:pt x="1087690" y="108926"/>
                  </a:lnTo>
                  <a:lnTo>
                    <a:pt x="1130500" y="108926"/>
                  </a:lnTo>
                  <a:lnTo>
                    <a:pt x="1179604" y="108926"/>
                  </a:lnTo>
                  <a:lnTo>
                    <a:pt x="1088709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18000"/>
                    <a:lumOff val="82000"/>
                  </a:schemeClr>
                </a:gs>
                <a:gs pos="44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19" name="PA-文本框 26"/>
            <p:cNvSpPr txBox="1"/>
            <p:nvPr>
              <p:custDataLst>
                <p:tags r:id="rId15"/>
              </p:custDataLst>
            </p:nvPr>
          </p:nvSpPr>
          <p:spPr>
            <a:xfrm>
              <a:off x="5494290" y="263791"/>
              <a:ext cx="120396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94000">
                        <a:srgbClr val="30937B"/>
                      </a:gs>
                      <a:gs pos="25000">
                        <a:srgbClr val="206252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38100" dist="38100" dir="2700000" algn="tl">
                      <a:srgbClr val="F7942E">
                        <a:alpha val="2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25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20" name="PA-图形 7"/>
            <p:cNvSpPr/>
            <p:nvPr>
              <p:custDataLst>
                <p:tags r:id="rId16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pic>
        <p:nvPicPr>
          <p:cNvPr id="62" name="Picture 59"/>
          <p:cNvPicPr>
            <a:picLocks noChangeAspect="1"/>
          </p:cNvPicPr>
          <p:nvPr/>
        </p:nvPicPr>
        <p:blipFill>
          <a:blip r:embed="rId17">
            <a:alphaModFix amt="63000"/>
          </a:blip>
          <a:stretch>
            <a:fillRect/>
          </a:stretch>
        </p:blipFill>
        <p:spPr>
          <a:xfrm>
            <a:off x="432516" y="1439867"/>
            <a:ext cx="11206067" cy="5418133"/>
          </a:xfrm>
          <a:prstGeom prst="rect">
            <a:avLst/>
          </a:prstGeom>
        </p:spPr>
      </p:pic>
      <p:grpSp>
        <p:nvGrpSpPr>
          <p:cNvPr id="10" name="PA-原创小红书雷点PPT禁止盗用"/>
          <p:cNvGrpSpPr/>
          <p:nvPr/>
        </p:nvGrpSpPr>
        <p:grpSpPr>
          <a:xfrm>
            <a:off x="-5943601" y="-8474694"/>
            <a:ext cx="24079200" cy="14110289"/>
            <a:chOff x="-5943600" y="-8639987"/>
            <a:chExt cx="24079200" cy="13761659"/>
          </a:xfrm>
        </p:grpSpPr>
        <p:grpSp>
          <p:nvGrpSpPr>
            <p:cNvPr id="25" name="组合 24"/>
            <p:cNvGrpSpPr/>
            <p:nvPr/>
          </p:nvGrpSpPr>
          <p:grpSpPr>
            <a:xfrm>
              <a:off x="-23274" y="4944714"/>
              <a:ext cx="12238550" cy="176958"/>
              <a:chOff x="-23274" y="4944714"/>
              <a:chExt cx="12238550" cy="176958"/>
            </a:xfrm>
          </p:grpSpPr>
          <p:sp>
            <p:nvSpPr>
              <p:cNvPr id="31" name="PA-任意多边形 53"/>
              <p:cNvSpPr/>
              <p:nvPr/>
            </p:nvSpPr>
            <p:spPr>
              <a:xfrm rot="425630">
                <a:off x="8774599" y="4944714"/>
                <a:ext cx="3440677" cy="176958"/>
              </a:xfrm>
              <a:custGeom>
                <a:avLst/>
                <a:gdLst>
                  <a:gd name="connsiteX0" fmla="*/ 0 w 3440677"/>
                  <a:gd name="connsiteY0" fmla="*/ 176958 h 176958"/>
                  <a:gd name="connsiteX1" fmla="*/ 3388656 w 3440677"/>
                  <a:gd name="connsiteY1" fmla="*/ 5354 h 176958"/>
                  <a:gd name="connsiteX2" fmla="*/ 3420254 w 3440677"/>
                  <a:gd name="connsiteY2" fmla="*/ 6201 h 176958"/>
                  <a:gd name="connsiteX3" fmla="*/ 3440677 w 3440677"/>
                  <a:gd name="connsiteY3" fmla="*/ 170309 h 176958"/>
                  <a:gd name="connsiteX4" fmla="*/ 3429205 w 3440677"/>
                  <a:gd name="connsiteY4" fmla="*/ 169422 h 176958"/>
                  <a:gd name="connsiteX5" fmla="*/ 0 w 3440677"/>
                  <a:gd name="connsiteY5" fmla="*/ 176958 h 176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40677" h="176958">
                    <a:moveTo>
                      <a:pt x="0" y="176958"/>
                    </a:moveTo>
                    <a:cubicBezTo>
                      <a:pt x="1159461" y="19370"/>
                      <a:pt x="2380385" y="-15155"/>
                      <a:pt x="3388656" y="5354"/>
                    </a:cubicBezTo>
                    <a:lnTo>
                      <a:pt x="3420254" y="6201"/>
                    </a:lnTo>
                    <a:lnTo>
                      <a:pt x="3440677" y="170309"/>
                    </a:lnTo>
                    <a:lnTo>
                      <a:pt x="3429205" y="169422"/>
                    </a:lnTo>
                    <a:cubicBezTo>
                      <a:pt x="2467052" y="102181"/>
                      <a:pt x="1286940" y="84403"/>
                      <a:pt x="0" y="17695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rgbClr val="FFFFFF"/>
                  </a:solidFill>
                  <a:latin typeface="思源黑体 CN Normal" panose="020B0400000000000000" charset="-122"/>
                  <a:ea typeface="思源黑体 CN Normal" panose="020B0400000000000000" charset="-122"/>
                </a:endParaRPr>
              </a:p>
            </p:txBody>
          </p:sp>
          <p:sp>
            <p:nvSpPr>
              <p:cNvPr id="32" name="PA-任意多边形 56"/>
              <p:cNvSpPr/>
              <p:nvPr/>
            </p:nvSpPr>
            <p:spPr>
              <a:xfrm rot="21174370" flipH="1">
                <a:off x="-23274" y="4944714"/>
                <a:ext cx="3440676" cy="176958"/>
              </a:xfrm>
              <a:custGeom>
                <a:avLst/>
                <a:gdLst>
                  <a:gd name="connsiteX0" fmla="*/ 0 w 3440676"/>
                  <a:gd name="connsiteY0" fmla="*/ 176958 h 176958"/>
                  <a:gd name="connsiteX1" fmla="*/ 3429205 w 3440676"/>
                  <a:gd name="connsiteY1" fmla="*/ 169422 h 176958"/>
                  <a:gd name="connsiteX2" fmla="*/ 3440676 w 3440676"/>
                  <a:gd name="connsiteY2" fmla="*/ 170309 h 176958"/>
                  <a:gd name="connsiteX3" fmla="*/ 3420253 w 3440676"/>
                  <a:gd name="connsiteY3" fmla="*/ 6201 h 176958"/>
                  <a:gd name="connsiteX4" fmla="*/ 3388656 w 3440676"/>
                  <a:gd name="connsiteY4" fmla="*/ 5354 h 176958"/>
                  <a:gd name="connsiteX5" fmla="*/ 0 w 3440676"/>
                  <a:gd name="connsiteY5" fmla="*/ 176958 h 176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40676" h="176958">
                    <a:moveTo>
                      <a:pt x="0" y="176958"/>
                    </a:moveTo>
                    <a:cubicBezTo>
                      <a:pt x="1286941" y="84403"/>
                      <a:pt x="2467052" y="102181"/>
                      <a:pt x="3429205" y="169422"/>
                    </a:cubicBezTo>
                    <a:lnTo>
                      <a:pt x="3440676" y="170309"/>
                    </a:lnTo>
                    <a:lnTo>
                      <a:pt x="3420253" y="6201"/>
                    </a:lnTo>
                    <a:lnTo>
                      <a:pt x="3388656" y="5354"/>
                    </a:lnTo>
                    <a:cubicBezTo>
                      <a:pt x="2380385" y="-15155"/>
                      <a:pt x="1159460" y="19370"/>
                      <a:pt x="0" y="17695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kern="0">
                  <a:solidFill>
                    <a:srgbClr val="FFFFFF"/>
                  </a:solidFill>
                  <a:latin typeface="思源黑体 CN Normal" panose="020B0400000000000000" charset="-122"/>
                  <a:ea typeface="思源黑体 CN Normal" panose="020B0400000000000000" charset="-122"/>
                </a:endParaRPr>
              </a:p>
            </p:txBody>
          </p:sp>
        </p:grpSp>
        <p:sp>
          <p:nvSpPr>
            <p:cNvPr id="26" name="PA-任意多边形 41"/>
            <p:cNvSpPr/>
            <p:nvPr/>
          </p:nvSpPr>
          <p:spPr>
            <a:xfrm rot="21174370" flipV="1">
              <a:off x="8774599" y="1189082"/>
              <a:ext cx="3440677" cy="176958"/>
            </a:xfrm>
            <a:custGeom>
              <a:avLst/>
              <a:gdLst>
                <a:gd name="connsiteX0" fmla="*/ 0 w 3440677"/>
                <a:gd name="connsiteY0" fmla="*/ 176958 h 176958"/>
                <a:gd name="connsiteX1" fmla="*/ 3388656 w 3440677"/>
                <a:gd name="connsiteY1" fmla="*/ 5354 h 176958"/>
                <a:gd name="connsiteX2" fmla="*/ 3420254 w 3440677"/>
                <a:gd name="connsiteY2" fmla="*/ 6201 h 176958"/>
                <a:gd name="connsiteX3" fmla="*/ 3440677 w 3440677"/>
                <a:gd name="connsiteY3" fmla="*/ 170309 h 176958"/>
                <a:gd name="connsiteX4" fmla="*/ 3429205 w 3440677"/>
                <a:gd name="connsiteY4" fmla="*/ 169422 h 176958"/>
                <a:gd name="connsiteX5" fmla="*/ 0 w 3440677"/>
                <a:gd name="connsiteY5" fmla="*/ 176958 h 17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677" h="176958">
                  <a:moveTo>
                    <a:pt x="0" y="176958"/>
                  </a:moveTo>
                  <a:cubicBezTo>
                    <a:pt x="1159461" y="19370"/>
                    <a:pt x="2380385" y="-15155"/>
                    <a:pt x="3388656" y="5354"/>
                  </a:cubicBezTo>
                  <a:lnTo>
                    <a:pt x="3420254" y="6201"/>
                  </a:lnTo>
                  <a:lnTo>
                    <a:pt x="3440677" y="170309"/>
                  </a:lnTo>
                  <a:lnTo>
                    <a:pt x="3429205" y="169422"/>
                  </a:lnTo>
                  <a:cubicBezTo>
                    <a:pt x="2467052" y="102181"/>
                    <a:pt x="1286940" y="84403"/>
                    <a:pt x="0" y="176958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kern="0" dirty="0">
                <a:solidFill>
                  <a:srgbClr val="FFFFFF"/>
                </a:solidFill>
                <a:latin typeface="思源黑体 CN Normal" panose="020B0400000000000000" charset="-122"/>
                <a:ea typeface="思源黑体 CN Normal" panose="020B0400000000000000" charset="-122"/>
              </a:endParaRPr>
            </a:p>
          </p:txBody>
        </p:sp>
        <p:sp>
          <p:nvSpPr>
            <p:cNvPr id="27" name="PA-任意多边形 46"/>
            <p:cNvSpPr/>
            <p:nvPr/>
          </p:nvSpPr>
          <p:spPr>
            <a:xfrm rot="425630" flipH="1" flipV="1">
              <a:off x="-23274" y="1189082"/>
              <a:ext cx="3440676" cy="176958"/>
            </a:xfrm>
            <a:custGeom>
              <a:avLst/>
              <a:gdLst>
                <a:gd name="connsiteX0" fmla="*/ 0 w 3440676"/>
                <a:gd name="connsiteY0" fmla="*/ 176958 h 176958"/>
                <a:gd name="connsiteX1" fmla="*/ 3429205 w 3440676"/>
                <a:gd name="connsiteY1" fmla="*/ 169422 h 176958"/>
                <a:gd name="connsiteX2" fmla="*/ 3440676 w 3440676"/>
                <a:gd name="connsiteY2" fmla="*/ 170309 h 176958"/>
                <a:gd name="connsiteX3" fmla="*/ 3420253 w 3440676"/>
                <a:gd name="connsiteY3" fmla="*/ 6201 h 176958"/>
                <a:gd name="connsiteX4" fmla="*/ 3388656 w 3440676"/>
                <a:gd name="connsiteY4" fmla="*/ 5354 h 176958"/>
                <a:gd name="connsiteX5" fmla="*/ 0 w 3440676"/>
                <a:gd name="connsiteY5" fmla="*/ 176958 h 17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676" h="176958">
                  <a:moveTo>
                    <a:pt x="0" y="176958"/>
                  </a:moveTo>
                  <a:cubicBezTo>
                    <a:pt x="1286941" y="84403"/>
                    <a:pt x="2467052" y="102181"/>
                    <a:pt x="3429205" y="169422"/>
                  </a:cubicBezTo>
                  <a:lnTo>
                    <a:pt x="3440676" y="170309"/>
                  </a:lnTo>
                  <a:lnTo>
                    <a:pt x="3420253" y="6201"/>
                  </a:lnTo>
                  <a:lnTo>
                    <a:pt x="3388656" y="5354"/>
                  </a:lnTo>
                  <a:cubicBezTo>
                    <a:pt x="2380385" y="-15155"/>
                    <a:pt x="1159460" y="19370"/>
                    <a:pt x="0" y="176958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28" name="PA-椭圆 52"/>
            <p:cNvSpPr/>
            <p:nvPr/>
          </p:nvSpPr>
          <p:spPr>
            <a:xfrm>
              <a:off x="-5943600" y="-8639987"/>
              <a:ext cx="24079200" cy="10046724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9500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</p:grpSp>
      <p:grpSp>
        <p:nvGrpSpPr>
          <p:cNvPr id="48" name="PA-原创小红书雷点PPT禁止盗用"/>
          <p:cNvGrpSpPr/>
          <p:nvPr>
            <p:custDataLst>
              <p:tags r:id="rId18"/>
            </p:custDataLst>
          </p:nvPr>
        </p:nvGrpSpPr>
        <p:grpSpPr>
          <a:xfrm>
            <a:off x="2687305" y="1216609"/>
            <a:ext cx="445067" cy="394188"/>
            <a:chOff x="8079535" y="688593"/>
            <a:chExt cx="331915" cy="293972"/>
          </a:xfrm>
        </p:grpSpPr>
        <p:sp>
          <p:nvSpPr>
            <p:cNvPr id="49" name="PA-椭圆 1056"/>
            <p:cNvSpPr/>
            <p:nvPr>
              <p:custDataLst>
                <p:tags r:id="rId19"/>
              </p:custDataLst>
            </p:nvPr>
          </p:nvSpPr>
          <p:spPr>
            <a:xfrm rot="16200000">
              <a:off x="8079535" y="688593"/>
              <a:ext cx="293972" cy="293972"/>
            </a:xfrm>
            <a:prstGeom prst="ellipse">
              <a:avLst/>
            </a:prstGeom>
            <a:gradFill>
              <a:gsLst>
                <a:gs pos="11000">
                  <a:schemeClr val="accent3">
                    <a:alpha val="27000"/>
                  </a:schemeClr>
                </a:gs>
                <a:gs pos="86000">
                  <a:schemeClr val="accent3"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2">
                      <a:alpha val="66000"/>
                    </a:schemeClr>
                  </a:gs>
                  <a:gs pos="85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50" name="PA-椭圆 1057"/>
            <p:cNvSpPr/>
            <p:nvPr>
              <p:custDataLst>
                <p:tags r:id="rId20"/>
              </p:custDataLst>
            </p:nvPr>
          </p:nvSpPr>
          <p:spPr>
            <a:xfrm rot="16200000">
              <a:off x="8272432" y="766070"/>
              <a:ext cx="139018" cy="139018"/>
            </a:xfrm>
            <a:prstGeom prst="ellipse">
              <a:avLst/>
            </a:prstGeom>
            <a:gradFill>
              <a:gsLst>
                <a:gs pos="11000">
                  <a:schemeClr val="accent3">
                    <a:alpha val="27000"/>
                  </a:schemeClr>
                </a:gs>
                <a:gs pos="86000">
                  <a:schemeClr val="accent3"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2">
                      <a:alpha val="66000"/>
                    </a:schemeClr>
                  </a:gs>
                  <a:gs pos="85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zh-CN" altLang="en-US" sz="1600" kern="0">
                <a:solidFill>
                  <a:srgbClr val="FFFFFF"/>
                </a:solidFill>
                <a:latin typeface="思源黑体 CN Normal" panose="020B0400000000000000" charset="-122"/>
                <a:ea typeface="思源黑体 CN Normal" panose="020B0400000000000000" charset="-122"/>
              </a:endParaRPr>
            </a:p>
          </p:txBody>
        </p:sp>
      </p:grpSp>
      <p:sp>
        <p:nvSpPr>
          <p:cNvPr id="102" name="任意多边形: 形状 101"/>
          <p:cNvSpPr/>
          <p:nvPr/>
        </p:nvSpPr>
        <p:spPr>
          <a:xfrm>
            <a:off x="0" y="6768935"/>
            <a:ext cx="12192000" cy="89065"/>
          </a:xfrm>
          <a:custGeom>
            <a:avLst/>
            <a:gdLst>
              <a:gd name="connsiteX0" fmla="*/ 0 w 12192000"/>
              <a:gd name="connsiteY0" fmla="*/ 0 h 89065"/>
              <a:gd name="connsiteX1" fmla="*/ 12192000 w 12192000"/>
              <a:gd name="connsiteY1" fmla="*/ 0 h 89065"/>
              <a:gd name="connsiteX2" fmla="*/ 12192000 w 12192000"/>
              <a:gd name="connsiteY2" fmla="*/ 89065 h 89065"/>
              <a:gd name="connsiteX3" fmla="*/ 0 w 12192000"/>
              <a:gd name="connsiteY3" fmla="*/ 89065 h 89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9065">
                <a:moveTo>
                  <a:pt x="0" y="0"/>
                </a:moveTo>
                <a:lnTo>
                  <a:pt x="12192000" y="0"/>
                </a:lnTo>
                <a:lnTo>
                  <a:pt x="12192000" y="89065"/>
                </a:lnTo>
                <a:lnTo>
                  <a:pt x="0" y="8906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bg2">
                  <a:lumMod val="5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/>
              <a:ea typeface="思源黑体 CN Regular"/>
              <a:cs typeface="+mn-cs"/>
            </a:endParaRPr>
          </a:p>
        </p:txBody>
      </p:sp>
      <p:grpSp>
        <p:nvGrpSpPr>
          <p:cNvPr id="2" name="PA-原创小红书雷点PPT禁止盗用"/>
          <p:cNvGrpSpPr/>
          <p:nvPr>
            <p:custDataLst>
              <p:tags r:id="rId21"/>
            </p:custDataLst>
          </p:nvPr>
        </p:nvGrpSpPr>
        <p:grpSpPr>
          <a:xfrm flipH="1">
            <a:off x="8887974" y="1219698"/>
            <a:ext cx="445067" cy="394188"/>
            <a:chOff x="8079535" y="688593"/>
            <a:chExt cx="331915" cy="293972"/>
          </a:xfrm>
        </p:grpSpPr>
        <p:sp>
          <p:nvSpPr>
            <p:cNvPr id="65" name="PA-椭圆 1056"/>
            <p:cNvSpPr/>
            <p:nvPr>
              <p:custDataLst>
                <p:tags r:id="rId22"/>
              </p:custDataLst>
            </p:nvPr>
          </p:nvSpPr>
          <p:spPr>
            <a:xfrm rot="16200000">
              <a:off x="8079535" y="688593"/>
              <a:ext cx="293972" cy="293972"/>
            </a:xfrm>
            <a:prstGeom prst="ellipse">
              <a:avLst/>
            </a:prstGeom>
            <a:gradFill>
              <a:gsLst>
                <a:gs pos="11000">
                  <a:schemeClr val="accent3">
                    <a:alpha val="27000"/>
                  </a:schemeClr>
                </a:gs>
                <a:gs pos="86000">
                  <a:schemeClr val="accent3"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2">
                      <a:alpha val="66000"/>
                    </a:schemeClr>
                  </a:gs>
                  <a:gs pos="85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cs"/>
              </a:endParaRPr>
            </a:p>
          </p:txBody>
        </p:sp>
        <p:sp>
          <p:nvSpPr>
            <p:cNvPr id="75" name="PA-椭圆 1057"/>
            <p:cNvSpPr/>
            <p:nvPr>
              <p:custDataLst>
                <p:tags r:id="rId23"/>
              </p:custDataLst>
            </p:nvPr>
          </p:nvSpPr>
          <p:spPr>
            <a:xfrm rot="16200000">
              <a:off x="8272432" y="766070"/>
              <a:ext cx="139018" cy="139018"/>
            </a:xfrm>
            <a:prstGeom prst="ellipse">
              <a:avLst/>
            </a:prstGeom>
            <a:gradFill>
              <a:gsLst>
                <a:gs pos="11000">
                  <a:schemeClr val="accent3">
                    <a:alpha val="27000"/>
                  </a:schemeClr>
                </a:gs>
                <a:gs pos="86000">
                  <a:schemeClr val="accent3"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2">
                      <a:alpha val="66000"/>
                    </a:schemeClr>
                  </a:gs>
                  <a:gs pos="85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zh-CN" altLang="en-US" sz="1600" kern="0">
                <a:solidFill>
                  <a:srgbClr val="FFFFFF"/>
                </a:solidFill>
                <a:latin typeface="思源黑体 CN Normal" panose="020B0400000000000000" charset="-122"/>
                <a:ea typeface="思源黑体 CN Normal" panose="020B0400000000000000" charset="-122"/>
              </a:endParaRPr>
            </a:p>
          </p:txBody>
        </p:sp>
      </p:grpSp>
      <p:cxnSp>
        <p:nvCxnSpPr>
          <p:cNvPr id="45" name="PA-直接连接符 23"/>
          <p:cNvCxnSpPr/>
          <p:nvPr>
            <p:custDataLst>
              <p:tags r:id="rId24"/>
            </p:custDataLst>
          </p:nvPr>
        </p:nvCxnSpPr>
        <p:spPr>
          <a:xfrm flipH="1">
            <a:off x="957529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47" name="文本框 46"/>
          <p:cNvSpPr txBox="1"/>
          <p:nvPr/>
        </p:nvSpPr>
        <p:spPr>
          <a:xfrm>
            <a:off x="9794875" y="314960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6" name="PA-直接连接符 23"/>
          <p:cNvCxnSpPr/>
          <p:nvPr>
            <p:custDataLst>
              <p:tags r:id="rId25"/>
            </p:custDataLst>
          </p:nvPr>
        </p:nvCxnSpPr>
        <p:spPr>
          <a:xfrm flipH="1">
            <a:off x="1084021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77" name="文本框 76"/>
          <p:cNvSpPr txBox="1"/>
          <p:nvPr/>
        </p:nvSpPr>
        <p:spPr>
          <a:xfrm>
            <a:off x="11123930" y="313690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10795" y="969010"/>
            <a:ext cx="12192000" cy="2306320"/>
            <a:chOff x="14575" y="1477651"/>
            <a:chExt cx="12192000" cy="2024244"/>
          </a:xfrm>
        </p:grpSpPr>
        <p:pic>
          <p:nvPicPr>
            <p:cNvPr id="93" name="Picture 61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267200" y="1489836"/>
              <a:ext cx="7937116" cy="2012059"/>
            </a:xfrm>
            <a:prstGeom prst="rect">
              <a:avLst/>
            </a:prstGeom>
          </p:spPr>
        </p:pic>
        <p:sp>
          <p:nvSpPr>
            <p:cNvPr id="95" name="任意多边形: 形状 94"/>
            <p:cNvSpPr/>
            <p:nvPr/>
          </p:nvSpPr>
          <p:spPr>
            <a:xfrm flipV="1">
              <a:off x="14575" y="1477651"/>
              <a:ext cx="12192000" cy="2024244"/>
            </a:xfrm>
            <a:custGeom>
              <a:avLst/>
              <a:gdLst>
                <a:gd name="connsiteX0" fmla="*/ 0 w 12192000"/>
                <a:gd name="connsiteY0" fmla="*/ 2024244 h 2024244"/>
                <a:gd name="connsiteX1" fmla="*/ 12192000 w 12192000"/>
                <a:gd name="connsiteY1" fmla="*/ 2024244 h 2024244"/>
                <a:gd name="connsiteX2" fmla="*/ 12192000 w 12192000"/>
                <a:gd name="connsiteY2" fmla="*/ 0 h 2024244"/>
                <a:gd name="connsiteX3" fmla="*/ 0 w 12192000"/>
                <a:gd name="connsiteY3" fmla="*/ 0 h 2024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024244">
                  <a:moveTo>
                    <a:pt x="0" y="2024244"/>
                  </a:moveTo>
                  <a:lnTo>
                    <a:pt x="12192000" y="2024244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85000">
                  <a:schemeClr val="accent1"/>
                </a:gs>
                <a:gs pos="24000">
                  <a:schemeClr val="accent2">
                    <a:alpha val="54000"/>
                  </a:schemeClr>
                </a:gs>
                <a:gs pos="0">
                  <a:schemeClr val="accent1">
                    <a:alpha val="0"/>
                  </a:schemeClr>
                </a:gs>
                <a:gs pos="65000">
                  <a:schemeClr val="accent1">
                    <a:alpha val="88000"/>
                  </a:schemeClr>
                </a:gs>
                <a:gs pos="42000">
                  <a:schemeClr val="accent2"/>
                </a:gs>
              </a:gsLst>
              <a:lin ang="10800000" scaled="1"/>
              <a:tileRect/>
            </a:gradFill>
            <a:ln>
              <a:gradFill flip="none" rotWithShape="1">
                <a:gsLst>
                  <a:gs pos="50000">
                    <a:sysClr val="window" lastClr="FFFFFF">
                      <a:alpha val="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0" scaled="1"/>
                <a:tileRect/>
              </a:gradFill>
            </a:ln>
            <a:effectLst>
              <a:outerShdw blurRad="190500" dist="889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110460" y="2163423"/>
              <a:ext cx="1644650" cy="5801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rot="0" vertOverflow="overflow" horzOverflow="overflow" vert="horz" wrap="square" lIns="50800" tIns="50800" rIns="50800" bIns="50800" numCol="1" spcCol="38100" rtlCol="0" anchor="ctr" forceAA="0">
              <a:spAutoFit/>
            </a:bodyPr>
            <a:p>
              <a:pPr marL="0" marR="0" lvl="0" indent="0" algn="l" defTabSz="24384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0C4"/>
                      </a:gs>
                      <a:gs pos="100000">
                        <a:srgbClr val="FFE394"/>
                      </a:gs>
                    </a:gsLst>
                    <a:lin ang="2700000" scaled="1"/>
                  </a:gradFill>
                  <a:effectLst>
                    <a:outerShdw blurRad="50800" dist="38100" dir="2700000" algn="tl" rotWithShape="0">
                      <a:prstClr val="black">
                        <a:alpha val="76000"/>
                      </a:prstClr>
                    </a:outerShdw>
                  </a:effectLst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微软雅黑" panose="020B0503020204020204" charset="-122"/>
                  <a:sym typeface="思源宋体 CN Heavy" panose="02020900000000000000" pitchFamily="18" charset="-122"/>
                </a:rPr>
                <a:t>服务缺口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  <a:sym typeface="思源宋体 CN Heavy" panose="02020900000000000000" pitchFamily="18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600200" y="1440180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kern="0" noProof="0" dirty="0">
                <a:ln>
                  <a:noFill/>
                </a:ln>
                <a:gradFill>
                  <a:gsLst>
                    <a:gs pos="0">
                      <a:srgbClr val="FFF0C4"/>
                    </a:gs>
                    <a:gs pos="100000">
                      <a:srgbClr val="FFE394"/>
                    </a:gs>
                  </a:gsLst>
                  <a:lin ang="27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上海退役军人医疗服务体系虽已形成市区两级"优先就医"网络，但在慢病管理、康复治疗与心理健康服务方面仍存在明显短板。</a:t>
            </a:r>
            <a:endParaRPr lang="zh-CN" altLang="en-US"/>
          </a:p>
        </p:txBody>
      </p:sp>
      <p:pic>
        <p:nvPicPr>
          <p:cNvPr id="22" name="图片 21"/>
          <p:cNvPicPr/>
          <p:nvPr/>
        </p:nvPicPr>
        <p:blipFill>
          <a:blip r:embed="rId27"/>
          <a:stretch>
            <a:fillRect/>
          </a:stretch>
        </p:blipFill>
        <p:spPr>
          <a:xfrm>
            <a:off x="5818505" y="1281430"/>
            <a:ext cx="6171565" cy="183959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473700" y="44596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kern="0" noProof="0" dirty="0">
                <a:ln>
                  <a:noFill/>
                </a:ln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解决方案</a:t>
            </a:r>
            <a:endParaRPr lang="zh-CN" altLang="en-US" sz="2800" b="1" kern="0" noProof="0" dirty="0">
              <a:ln>
                <a:noFill/>
              </a:ln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76000"/>
                  </a:prstClr>
                </a:outerShdw>
              </a:effectLst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89775" y="3701415"/>
            <a:ext cx="4578350" cy="23069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 kern="0" noProof="0" dirty="0">
                <a:ln>
                  <a:noFill/>
                </a:ln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76000"/>
                    </a:prst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微软雅黑" panose="020B0503020204020204" charset="-122"/>
              </a:rPr>
              <a:t>在维持社会医保主体框架不变的基础上，引入商业保险进行分层保障，精准契合《上海市困难退役军人帮扶援助实施办法》 (沪退役军人规〔2022〕1号) 所倡导的“普惠加优待”的原则</a:t>
            </a:r>
            <a:endParaRPr lang="zh-CN" altLang="en-US" sz="2400" b="1" kern="0" noProof="0" dirty="0">
              <a:ln>
                <a:noFill/>
              </a:ln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76000"/>
                  </a:prstClr>
                </a:outerShdw>
              </a:effectLst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6060" y="3722370"/>
            <a:ext cx="5258435" cy="2286000"/>
          </a:xfrm>
          <a:prstGeom prst="rect">
            <a:avLst/>
          </a:prstGeom>
        </p:spPr>
      </p:pic>
    </p:spTree>
    <p:custDataLst>
      <p:tags r:id="rId2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任意多边形: 形状 12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FAD77E">
                  <a:lumMod val="20000"/>
                  <a:lumOff val="80000"/>
                </a:srgbClr>
              </a:gs>
              <a:gs pos="54000">
                <a:schemeClr val="accent3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pic>
        <p:nvPicPr>
          <p:cNvPr id="122" name="Picture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9038" y="-423714"/>
            <a:ext cx="5608320" cy="6858000"/>
          </a:xfrm>
          <a:prstGeom prst="rect">
            <a:avLst/>
          </a:prstGeom>
        </p:spPr>
      </p:pic>
      <p:pic>
        <p:nvPicPr>
          <p:cNvPr id="135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602" y="0"/>
            <a:ext cx="7782155" cy="6235700"/>
          </a:xfrm>
          <a:prstGeom prst="rect">
            <a:avLst/>
          </a:prstGeom>
        </p:spPr>
      </p:pic>
      <p:grpSp>
        <p:nvGrpSpPr>
          <p:cNvPr id="141" name="组合 140"/>
          <p:cNvGrpSpPr/>
          <p:nvPr/>
        </p:nvGrpSpPr>
        <p:grpSpPr>
          <a:xfrm>
            <a:off x="-1111817" y="1605742"/>
            <a:ext cx="8802672" cy="3152834"/>
            <a:chOff x="-1198766" y="1399948"/>
            <a:chExt cx="8802672" cy="3152834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3691259">
              <a:off x="396584" y="3635238"/>
              <a:ext cx="1007909" cy="827179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sp>
          <p:nvSpPr>
            <p:cNvPr id="116" name="文本框 115"/>
            <p:cNvSpPr txBox="1"/>
            <p:nvPr/>
          </p:nvSpPr>
          <p:spPr>
            <a:xfrm>
              <a:off x="442901" y="2688929"/>
              <a:ext cx="5059680" cy="1568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实地</a:t>
              </a: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调研</a:t>
              </a:r>
              <a:endParaRPr kumimoji="0" lang="zh-CN" altLang="en-US" sz="96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100000">
                      <a:prstClr val="white"/>
                    </a:gs>
                    <a:gs pos="7000">
                      <a:prstClr val="white"/>
                    </a:gs>
                    <a:gs pos="43000">
                      <a:srgbClr val="206252">
                        <a:lumMod val="20000"/>
                        <a:lumOff val="80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srgbClr val="206252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1348908" y="1399948"/>
              <a:ext cx="4564380" cy="1861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500" b="0" i="1" u="none" strike="noStrike" kern="0" cap="none" spc="0" normalizeH="0" baseline="0" noProof="0" dirty="0">
                  <a:ln w="22225">
                    <a:gradFill flip="none" rotWithShape="1">
                      <a:gsLst>
                        <a:gs pos="24000">
                          <a:srgbClr val="FAD77E">
                            <a:lumMod val="20000"/>
                            <a:lumOff val="80000"/>
                          </a:srgbClr>
                        </a:gs>
                        <a:gs pos="76000">
                          <a:srgbClr val="FAD77E">
                            <a:lumMod val="20000"/>
                            <a:lumOff val="80000"/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</a:ln>
                  <a:gradFill flip="none" rotWithShape="1">
                    <a:gsLst>
                      <a:gs pos="15000">
                        <a:srgbClr val="FAD77E">
                          <a:lumMod val="20000"/>
                          <a:lumOff val="80000"/>
                          <a:alpha val="22000"/>
                        </a:srgbClr>
                      </a:gs>
                      <a:gs pos="68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思源宋体 CN Heavy"/>
                  <a:ea typeface="思源宋体 CN Heavy"/>
                  <a:cs typeface="+mn-cs"/>
                </a:rPr>
                <a:t>PART 3</a:t>
              </a:r>
              <a:endParaRPr kumimoji="0" lang="zh-CN" altLang="en-US" sz="11500" b="0" i="1" u="none" strike="noStrike" kern="0" cap="none" spc="0" normalizeH="0" baseline="0" noProof="0" dirty="0">
                <a:ln w="22225">
                  <a:gradFill flip="none" rotWithShape="1">
                    <a:gsLst>
                      <a:gs pos="24000">
                        <a:srgbClr val="FAD77E">
                          <a:lumMod val="20000"/>
                          <a:lumOff val="80000"/>
                        </a:srgbClr>
                      </a:gs>
                      <a:gs pos="76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</a:ln>
                <a:gradFill flip="none" rotWithShape="1">
                  <a:gsLst>
                    <a:gs pos="15000">
                      <a:srgbClr val="FAD77E">
                        <a:lumMod val="20000"/>
                        <a:lumOff val="80000"/>
                        <a:alpha val="22000"/>
                      </a:srgbClr>
                    </a:gs>
                    <a:gs pos="68000">
                      <a:srgbClr val="FAD77E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思源宋体 CN Heavy"/>
                <a:ea typeface="思源宋体 CN Heavy"/>
                <a:cs typeface="+mn-cs"/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>
            <a:xfrm flipV="1">
              <a:off x="580355" y="1399948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bg1"/>
                  </a:gs>
                  <a:gs pos="82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grpSp>
          <p:nvGrpSpPr>
            <p:cNvPr id="137" name="组合 136"/>
            <p:cNvGrpSpPr/>
            <p:nvPr/>
          </p:nvGrpSpPr>
          <p:grpSpPr>
            <a:xfrm>
              <a:off x="4092130" y="4111884"/>
              <a:ext cx="2501787" cy="228031"/>
              <a:chOff x="4178932" y="1978005"/>
              <a:chExt cx="616525" cy="142461"/>
            </a:xfrm>
          </p:grpSpPr>
          <p:sp>
            <p:nvSpPr>
              <p:cNvPr id="138" name="平行四边形 137"/>
              <p:cNvSpPr/>
              <p:nvPr/>
            </p:nvSpPr>
            <p:spPr>
              <a:xfrm flipH="1" flipV="1">
                <a:off x="4281389" y="1978005"/>
                <a:ext cx="514068" cy="111045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39" name="平行四边形 138"/>
              <p:cNvSpPr/>
              <p:nvPr/>
            </p:nvSpPr>
            <p:spPr>
              <a:xfrm flipH="1" flipV="1">
                <a:off x="4178932" y="2048105"/>
                <a:ext cx="501708" cy="72361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cxnSp>
          <p:nvCxnSpPr>
            <p:cNvPr id="140" name="直接连接符 139"/>
            <p:cNvCxnSpPr/>
            <p:nvPr/>
          </p:nvCxnSpPr>
          <p:spPr>
            <a:xfrm flipH="1" flipV="1">
              <a:off x="-1198766" y="4424486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82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</p:grpSp>
      <p:pic>
        <p:nvPicPr>
          <p:cNvPr id="2" name="Picture 10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" y="4021183"/>
            <a:ext cx="12185106" cy="286959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rcRect l="1166" t="25263"/>
          <a:stretch>
            <a:fillRect/>
          </a:stretch>
        </p:blipFill>
        <p:spPr>
          <a:xfrm>
            <a:off x="1" y="1"/>
            <a:ext cx="12174415" cy="5125479"/>
          </a:xfrm>
          <a:custGeom>
            <a:avLst/>
            <a:gdLst>
              <a:gd name="connsiteX0" fmla="*/ 0 w 12174415"/>
              <a:gd name="connsiteY0" fmla="*/ 0 h 5125479"/>
              <a:gd name="connsiteX1" fmla="*/ 12174415 w 12174415"/>
              <a:gd name="connsiteY1" fmla="*/ 0 h 5125479"/>
              <a:gd name="connsiteX2" fmla="*/ 12174415 w 12174415"/>
              <a:gd name="connsiteY2" fmla="*/ 5125479 h 5125479"/>
              <a:gd name="connsiteX3" fmla="*/ 0 w 12174415"/>
              <a:gd name="connsiteY3" fmla="*/ 5125479 h 512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4415" h="5125479">
                <a:moveTo>
                  <a:pt x="0" y="0"/>
                </a:moveTo>
                <a:lnTo>
                  <a:pt x="12174415" y="0"/>
                </a:lnTo>
                <a:lnTo>
                  <a:pt x="12174415" y="5125479"/>
                </a:lnTo>
                <a:lnTo>
                  <a:pt x="0" y="5125479"/>
                </a:lnTo>
                <a:close/>
              </a:path>
            </a:pathLst>
          </a:custGeom>
        </p:spPr>
      </p:pic>
      <p:pic>
        <p:nvPicPr>
          <p:cNvPr id="102" name="图片 101" descr="雪山上有瀑布&#10;&#10;AI 生成的内容可能不正确。"/>
          <p:cNvPicPr/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r="18" b="172"/>
          <a:stretch>
            <a:fillRect/>
          </a:stretch>
        </p:blipFill>
        <p:spPr>
          <a:xfrm>
            <a:off x="0" y="3911855"/>
            <a:ext cx="12192000" cy="2946145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512416" y="1251108"/>
            <a:ext cx="2145855" cy="4174261"/>
            <a:chOff x="2118393" y="1637957"/>
            <a:chExt cx="2145855" cy="4174261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2218539" y="1837805"/>
              <a:ext cx="0" cy="3974413"/>
            </a:xfrm>
            <a:prstGeom prst="line">
              <a:avLst/>
            </a:prstGeom>
            <a:ln w="12700">
              <a:gradFill>
                <a:gsLst>
                  <a:gs pos="2000">
                    <a:schemeClr val="accent5">
                      <a:alpha val="0"/>
                    </a:schemeClr>
                  </a:gs>
                  <a:gs pos="100000">
                    <a:schemeClr val="accent5"/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组合 29"/>
            <p:cNvGrpSpPr/>
            <p:nvPr/>
          </p:nvGrpSpPr>
          <p:grpSpPr>
            <a:xfrm>
              <a:off x="2272220" y="1755255"/>
              <a:ext cx="1992028" cy="2149695"/>
              <a:chOff x="5316536" y="8388396"/>
              <a:chExt cx="1992028" cy="2149695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5316536" y="8388396"/>
                <a:ext cx="1992028" cy="848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A862"/>
                    </a:solidFill>
                    <a:effectLst/>
                    <a:uLnTx/>
                    <a:uFillTx/>
                    <a:latin typeface="+mj-lt"/>
                    <a:ea typeface="楷体" panose="02010609060101010101" pitchFamily="49" charset="-122"/>
                  </a:rPr>
                  <a:t>4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A862"/>
                    </a:solidFill>
                    <a:effectLst/>
                    <a:uLnTx/>
                    <a:uFillTx/>
                    <a:cs typeface="+mn-cs"/>
                  </a:rPr>
                  <a:t>个维度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D8A862"/>
                  </a:solidFill>
                  <a:effectLst/>
                  <a:uLnTx/>
                  <a:uFillTx/>
                  <a:cs typeface="+mn-cs"/>
                </a:endParaRPr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5358900" y="9368540"/>
                <a:ext cx="1639054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cs typeface="+mn-cs"/>
                  </a:rPr>
                  <a:t>退役军人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cs typeface="+mn-cs"/>
                  </a:rPr>
                  <a:t>商业保险公司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cs typeface="+mn-cs"/>
                  </a:rPr>
                  <a:t>退役军人事务局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cs typeface="+mn-cs"/>
                  </a:rPr>
                  <a:t>社区退役军人办事处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cs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2118393" y="1637957"/>
              <a:ext cx="200292" cy="200292"/>
              <a:chOff x="7471930" y="7700530"/>
              <a:chExt cx="443738" cy="443738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7471930" y="7700530"/>
                <a:ext cx="443738" cy="44373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5">
                      <a:alpha val="0"/>
                    </a:schemeClr>
                  </a:gs>
                  <a:gs pos="100000">
                    <a:schemeClr val="accent5">
                      <a:alpha val="48000"/>
                    </a:schemeClr>
                  </a:gs>
                </a:gsLst>
                <a:lin ang="8400000" scaled="0"/>
                <a:tileRect/>
              </a:gra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7576375" y="7804975"/>
                <a:ext cx="234847" cy="234847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095456" y="2045035"/>
            <a:ext cx="2045708" cy="2315830"/>
            <a:chOff x="3010996" y="3078815"/>
            <a:chExt cx="2045708" cy="2315830"/>
          </a:xfrm>
        </p:grpSpPr>
        <p:cxnSp>
          <p:nvCxnSpPr>
            <p:cNvPr id="38" name="直接连接符 37"/>
            <p:cNvCxnSpPr/>
            <p:nvPr/>
          </p:nvCxnSpPr>
          <p:spPr>
            <a:xfrm flipV="1">
              <a:off x="3111142" y="3277842"/>
              <a:ext cx="0" cy="2116803"/>
            </a:xfrm>
            <a:prstGeom prst="line">
              <a:avLst/>
            </a:prstGeom>
            <a:ln w="12700">
              <a:gradFill>
                <a:gsLst>
                  <a:gs pos="0">
                    <a:schemeClr val="accent5">
                      <a:alpha val="0"/>
                    </a:schemeClr>
                  </a:gs>
                  <a:gs pos="100000">
                    <a:schemeClr val="accent5"/>
                  </a:gs>
                </a:gsLst>
                <a:lin ang="5400000" scaled="1"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组合 30"/>
            <p:cNvGrpSpPr/>
            <p:nvPr/>
          </p:nvGrpSpPr>
          <p:grpSpPr>
            <a:xfrm>
              <a:off x="3120189" y="3094338"/>
              <a:ext cx="1936515" cy="1395988"/>
              <a:chOff x="7203719" y="8388396"/>
              <a:chExt cx="1936515" cy="1395988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7251501" y="8388396"/>
                <a:ext cx="1888733" cy="848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dirty="0">
                    <a:solidFill>
                      <a:srgbClr val="D8A862"/>
                    </a:solidFill>
                    <a:latin typeface="+mj-lt"/>
                    <a:ea typeface="楷体" panose="02010609060101010101" pitchFamily="49" charset="-122"/>
                  </a:rPr>
                  <a:t>6</a:t>
                </a:r>
                <a:r>
                  <a:rPr lang="zh-CN" altLang="en-US" sz="2800" b="1" dirty="0">
                    <a:solidFill>
                      <a:srgbClr val="D8A862"/>
                    </a:solidFill>
                  </a:rPr>
                  <a:t>个版本</a:t>
                </a:r>
                <a:endParaRPr lang="zh-CN" altLang="en-US" sz="2800" b="1" dirty="0">
                  <a:solidFill>
                    <a:srgbClr val="D8A862"/>
                  </a:solidFill>
                </a:endParaRP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7203719" y="9261164"/>
                <a:ext cx="16390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cs typeface="+mn-cs"/>
                  </a:rPr>
                  <a:t>针对采访者定制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cs typeface="+mn-cs"/>
                  </a:rPr>
                  <a:t>差异化采访方案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cs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3010996" y="3078815"/>
              <a:ext cx="200292" cy="200292"/>
              <a:chOff x="7471930" y="7700530"/>
              <a:chExt cx="443738" cy="443738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7471930" y="7700530"/>
                <a:ext cx="443738" cy="44373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5">
                      <a:alpha val="0"/>
                    </a:schemeClr>
                  </a:gs>
                  <a:gs pos="100000">
                    <a:schemeClr val="accent5">
                      <a:alpha val="48000"/>
                    </a:schemeClr>
                  </a:gs>
                </a:gsLst>
                <a:lin ang="8400000" scaled="0"/>
                <a:tileRect/>
              </a:gra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7576375" y="7804975"/>
                <a:ext cx="234847" cy="234847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6554291" y="1146141"/>
            <a:ext cx="4025146" cy="3322690"/>
            <a:chOff x="4656803" y="1193502"/>
            <a:chExt cx="4025146" cy="332269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85862" y="1319676"/>
              <a:ext cx="3896087" cy="2154090"/>
              <a:chOff x="9242470" y="8388396"/>
              <a:chExt cx="3896087" cy="2154090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9265548" y="8388396"/>
                <a:ext cx="3873009" cy="848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dirty="0">
                    <a:solidFill>
                      <a:srgbClr val="D8A862"/>
                    </a:solidFill>
                    <a:latin typeface="+mj-lt"/>
                    <a:ea typeface="楷体" panose="02010609060101010101" pitchFamily="49" charset="-122"/>
                  </a:rPr>
                  <a:t>20+</a:t>
                </a:r>
                <a:r>
                  <a:rPr lang="zh-CN" altLang="en-US" sz="2800" b="1" dirty="0">
                    <a:solidFill>
                      <a:srgbClr val="D8A862"/>
                    </a:solidFill>
                  </a:rPr>
                  <a:t>采访者</a:t>
                </a:r>
                <a:endParaRPr lang="zh-CN" altLang="en-US" sz="2800" b="1" dirty="0">
                  <a:solidFill>
                    <a:srgbClr val="D8A862"/>
                  </a:solidFill>
                </a:endParaRP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9242470" y="9372935"/>
                <a:ext cx="1639054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zh-CN" altLang="en-US" sz="1400" b="1" dirty="0">
                    <a:solidFill>
                      <a:schemeClr val="accent1"/>
                    </a:solidFill>
                  </a:rPr>
                  <a:t>事务局工作人员</a:t>
                </a:r>
                <a:endParaRPr lang="zh-CN" altLang="en-US" sz="1400" b="1" dirty="0">
                  <a:solidFill>
                    <a:schemeClr val="accent1"/>
                  </a:solidFill>
                </a:endParaRPr>
              </a:p>
              <a:p>
                <a:pPr lvl="0">
                  <a:defRPr/>
                </a:pPr>
                <a:r>
                  <a:rPr lang="zh-CN" altLang="en-US" sz="1400" b="1" dirty="0">
                    <a:solidFill>
                      <a:schemeClr val="accent1"/>
                    </a:solidFill>
                  </a:rPr>
                  <a:t>社区办事处站长</a:t>
                </a:r>
                <a:endParaRPr lang="zh-CN" altLang="en-US" sz="1400" b="1" dirty="0">
                  <a:solidFill>
                    <a:schemeClr val="accent1"/>
                  </a:solidFill>
                </a:endParaRPr>
              </a:p>
              <a:p>
                <a:pPr lvl="0">
                  <a:defRPr/>
                </a:pPr>
                <a:r>
                  <a:rPr lang="zh-CN" altLang="en-US" sz="1400" b="1" dirty="0">
                    <a:solidFill>
                      <a:schemeClr val="accent1"/>
                    </a:solidFill>
                  </a:rPr>
                  <a:t>退役军人</a:t>
                </a:r>
                <a:endParaRPr lang="zh-CN" altLang="en-US" sz="1400" b="1" dirty="0">
                  <a:solidFill>
                    <a:schemeClr val="accent1"/>
                  </a:solidFill>
                </a:endParaRPr>
              </a:p>
              <a:p>
                <a:pPr lvl="0">
                  <a:defRPr/>
                </a:pPr>
                <a:r>
                  <a:rPr lang="zh-CN" altLang="en-US" sz="1400" b="1" dirty="0">
                    <a:solidFill>
                      <a:schemeClr val="accent1"/>
                    </a:solidFill>
                  </a:rPr>
                  <a:t>军人家属</a:t>
                </a:r>
                <a:endParaRPr lang="en-US" altLang="zh-CN" sz="1400" b="1" dirty="0">
                  <a:solidFill>
                    <a:schemeClr val="accent1"/>
                  </a:solidFill>
                </a:endParaRPr>
              </a:p>
              <a:p>
                <a:pPr lvl="0">
                  <a:defRPr/>
                </a:pPr>
                <a:r>
                  <a:rPr lang="en-US" altLang="zh-CN" sz="1400" b="1" dirty="0">
                    <a:solidFill>
                      <a:schemeClr val="accent1"/>
                    </a:solidFill>
                  </a:rPr>
                  <a:t>……</a:t>
                </a:r>
                <a:endParaRPr lang="zh-CN" altLang="en-US" sz="1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4656803" y="1193502"/>
              <a:ext cx="200292" cy="3322690"/>
              <a:chOff x="4136214" y="2610286"/>
              <a:chExt cx="200292" cy="3322690"/>
            </a:xfrm>
          </p:grpSpPr>
          <p:cxnSp>
            <p:nvCxnSpPr>
              <p:cNvPr id="52" name="直接连接符 51"/>
              <p:cNvCxnSpPr/>
              <p:nvPr/>
            </p:nvCxnSpPr>
            <p:spPr>
              <a:xfrm flipV="1">
                <a:off x="4236360" y="2809313"/>
                <a:ext cx="0" cy="3123663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5">
                        <a:alpha val="0"/>
                      </a:schemeClr>
                    </a:gs>
                    <a:gs pos="100000">
                      <a:schemeClr val="accent5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组合 54"/>
              <p:cNvGrpSpPr/>
              <p:nvPr/>
            </p:nvGrpSpPr>
            <p:grpSpPr>
              <a:xfrm>
                <a:off x="4136214" y="2610286"/>
                <a:ext cx="200292" cy="200292"/>
                <a:chOff x="7471930" y="7700530"/>
                <a:chExt cx="443738" cy="443738"/>
              </a:xfrm>
            </p:grpSpPr>
            <p:sp>
              <p:nvSpPr>
                <p:cNvPr id="56" name="椭圆 55"/>
                <p:cNvSpPr/>
                <p:nvPr/>
              </p:nvSpPr>
              <p:spPr>
                <a:xfrm>
                  <a:off x="7471930" y="7700530"/>
                  <a:ext cx="443738" cy="44373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5">
                        <a:alpha val="0"/>
                      </a:schemeClr>
                    </a:gs>
                    <a:gs pos="100000">
                      <a:schemeClr val="accent5">
                        <a:alpha val="48000"/>
                      </a:schemeClr>
                    </a:gs>
                  </a:gsLst>
                  <a:lin ang="8400000" scaled="0"/>
                  <a:tileRect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7576375" y="7804975"/>
                  <a:ext cx="234847" cy="23484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10" name="组合 9"/>
          <p:cNvGrpSpPr/>
          <p:nvPr/>
        </p:nvGrpSpPr>
        <p:grpSpPr>
          <a:xfrm>
            <a:off x="9301751" y="2007274"/>
            <a:ext cx="2559618" cy="1868943"/>
            <a:chOff x="5766071" y="2611765"/>
            <a:chExt cx="2559618" cy="1868943"/>
          </a:xfrm>
        </p:grpSpPr>
        <p:grpSp>
          <p:nvGrpSpPr>
            <p:cNvPr id="35" name="组合 34"/>
            <p:cNvGrpSpPr/>
            <p:nvPr/>
          </p:nvGrpSpPr>
          <p:grpSpPr>
            <a:xfrm>
              <a:off x="5884693" y="2732393"/>
              <a:ext cx="2440996" cy="1328643"/>
              <a:chOff x="11177381" y="8388396"/>
              <a:chExt cx="2440996" cy="1328643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11206788" y="8388396"/>
                <a:ext cx="2411589" cy="848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i="0" u="none" strike="noStrike" cap="none" spc="0" normalizeH="0" baseline="0">
                    <a:ln>
                      <a:noFill/>
                    </a:ln>
                    <a:solidFill>
                      <a:schemeClr val="accent5"/>
                    </a:solidFill>
                    <a:effectLst/>
                    <a:uLnTx/>
                    <a:uFillTx/>
                    <a:latin typeface="+mj-ea"/>
                    <a:ea typeface="+mj-ea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dirty="0">
                    <a:solidFill>
                      <a:srgbClr val="D8A862"/>
                    </a:solidFill>
                    <a:latin typeface="+mj-lt"/>
                    <a:ea typeface="楷体" panose="02010609060101010101" pitchFamily="49" charset="-122"/>
                  </a:rPr>
                  <a:t>80+</a:t>
                </a:r>
                <a:r>
                  <a:rPr lang="zh-CN" altLang="en-US" sz="2800" b="1" dirty="0">
                    <a:solidFill>
                      <a:srgbClr val="D8A862"/>
                    </a:solidFill>
                    <a:latin typeface="+mn-lt"/>
                    <a:ea typeface="+mn-ea"/>
                  </a:rPr>
                  <a:t>小时</a:t>
                </a:r>
                <a:endParaRPr lang="zh-CN" altLang="en-US" sz="2800" b="1" dirty="0">
                  <a:solidFill>
                    <a:srgbClr val="D8A862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11177381" y="9193819"/>
                <a:ext cx="16390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cs typeface="+mn-cs"/>
                  </a:rPr>
                  <a:t>访谈及信息处理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cs typeface="+mn-cs"/>
                  </a:rPr>
                  <a:t>总时长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cs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5766071" y="2611765"/>
              <a:ext cx="200292" cy="1868943"/>
              <a:chOff x="4136214" y="2610286"/>
              <a:chExt cx="200292" cy="1868943"/>
            </a:xfrm>
          </p:grpSpPr>
          <p:cxnSp>
            <p:nvCxnSpPr>
              <p:cNvPr id="64" name="直接连接符 63"/>
              <p:cNvCxnSpPr/>
              <p:nvPr/>
            </p:nvCxnSpPr>
            <p:spPr>
              <a:xfrm flipV="1">
                <a:off x="4236360" y="2809313"/>
                <a:ext cx="0" cy="1669916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5">
                        <a:alpha val="0"/>
                      </a:schemeClr>
                    </a:gs>
                    <a:gs pos="100000">
                      <a:schemeClr val="accent5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组合 64"/>
              <p:cNvGrpSpPr/>
              <p:nvPr/>
            </p:nvGrpSpPr>
            <p:grpSpPr>
              <a:xfrm>
                <a:off x="4136214" y="2610286"/>
                <a:ext cx="200292" cy="200292"/>
                <a:chOff x="7471930" y="7700530"/>
                <a:chExt cx="443738" cy="443738"/>
              </a:xfrm>
            </p:grpSpPr>
            <p:sp>
              <p:nvSpPr>
                <p:cNvPr id="68" name="椭圆 67"/>
                <p:cNvSpPr/>
                <p:nvPr/>
              </p:nvSpPr>
              <p:spPr>
                <a:xfrm>
                  <a:off x="7471930" y="7700530"/>
                  <a:ext cx="443738" cy="44373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5">
                        <a:alpha val="0"/>
                      </a:schemeClr>
                    </a:gs>
                    <a:gs pos="100000">
                      <a:schemeClr val="accent5">
                        <a:alpha val="48000"/>
                      </a:schemeClr>
                    </a:gs>
                  </a:gsLst>
                  <a:lin ang="8400000" scaled="0"/>
                  <a:tileRect/>
                </a:gra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9" name="椭圆 68"/>
                <p:cNvSpPr/>
                <p:nvPr/>
              </p:nvSpPr>
              <p:spPr>
                <a:xfrm>
                  <a:off x="7576375" y="7804975"/>
                  <a:ext cx="234847" cy="23484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sp>
        <p:nvSpPr>
          <p:cNvPr id="22" name="图形 17"/>
          <p:cNvSpPr/>
          <p:nvPr/>
        </p:nvSpPr>
        <p:spPr>
          <a:xfrm>
            <a:off x="0" y="3897378"/>
            <a:ext cx="12192000" cy="2962621"/>
          </a:xfrm>
          <a:custGeom>
            <a:avLst/>
            <a:gdLst>
              <a:gd name="connsiteX0" fmla="*/ 0 w 9143713"/>
              <a:gd name="connsiteY0" fmla="*/ 1103948 h 2221896"/>
              <a:gd name="connsiteX1" fmla="*/ 39815 w 9143713"/>
              <a:gd name="connsiteY1" fmla="*/ 1110806 h 2221896"/>
              <a:gd name="connsiteX2" fmla="*/ 79915 w 9143713"/>
              <a:gd name="connsiteY2" fmla="*/ 1149572 h 2221896"/>
              <a:gd name="connsiteX3" fmla="*/ 147447 w 9143713"/>
              <a:gd name="connsiteY3" fmla="*/ 1193768 h 2221896"/>
              <a:gd name="connsiteX4" fmla="*/ 185261 w 9143713"/>
              <a:gd name="connsiteY4" fmla="*/ 1191959 h 2221896"/>
              <a:gd name="connsiteX5" fmla="*/ 225838 w 9143713"/>
              <a:gd name="connsiteY5" fmla="*/ 1206532 h 2221896"/>
              <a:gd name="connsiteX6" fmla="*/ 273749 w 9143713"/>
              <a:gd name="connsiteY6" fmla="*/ 1203770 h 2221896"/>
              <a:gd name="connsiteX7" fmla="*/ 348044 w 9143713"/>
              <a:gd name="connsiteY7" fmla="*/ 1278065 h 2221896"/>
              <a:gd name="connsiteX8" fmla="*/ 416433 w 9143713"/>
              <a:gd name="connsiteY8" fmla="*/ 1269397 h 2221896"/>
              <a:gd name="connsiteX9" fmla="*/ 464344 w 9143713"/>
              <a:gd name="connsiteY9" fmla="*/ 1260729 h 2221896"/>
              <a:gd name="connsiteX10" fmla="*/ 500348 w 9143713"/>
              <a:gd name="connsiteY10" fmla="*/ 1237488 h 2221896"/>
              <a:gd name="connsiteX11" fmla="*/ 544163 w 9143713"/>
              <a:gd name="connsiteY11" fmla="*/ 1253871 h 2221896"/>
              <a:gd name="connsiteX12" fmla="*/ 603885 w 9143713"/>
              <a:gd name="connsiteY12" fmla="*/ 1252919 h 2221896"/>
              <a:gd name="connsiteX13" fmla="*/ 641318 w 9143713"/>
              <a:gd name="connsiteY13" fmla="*/ 1241965 h 2221896"/>
              <a:gd name="connsiteX14" fmla="*/ 689610 w 9143713"/>
              <a:gd name="connsiteY14" fmla="*/ 1255681 h 2221896"/>
              <a:gd name="connsiteX15" fmla="*/ 724281 w 9143713"/>
              <a:gd name="connsiteY15" fmla="*/ 1248823 h 2221896"/>
              <a:gd name="connsiteX16" fmla="*/ 757523 w 9143713"/>
              <a:gd name="connsiteY16" fmla="*/ 1273493 h 2221896"/>
              <a:gd name="connsiteX17" fmla="*/ 810863 w 9143713"/>
              <a:gd name="connsiteY17" fmla="*/ 1271207 h 2221896"/>
              <a:gd name="connsiteX18" fmla="*/ 842296 w 9143713"/>
              <a:gd name="connsiteY18" fmla="*/ 1257491 h 2221896"/>
              <a:gd name="connsiteX19" fmla="*/ 896112 w 9143713"/>
              <a:gd name="connsiteY19" fmla="*/ 1274350 h 2221896"/>
              <a:gd name="connsiteX20" fmla="*/ 912971 w 9143713"/>
              <a:gd name="connsiteY20" fmla="*/ 1316736 h 2221896"/>
              <a:gd name="connsiteX21" fmla="*/ 992791 w 9143713"/>
              <a:gd name="connsiteY21" fmla="*/ 1301687 h 2221896"/>
              <a:gd name="connsiteX22" fmla="*/ 1044321 w 9143713"/>
              <a:gd name="connsiteY22" fmla="*/ 1324927 h 2221896"/>
              <a:gd name="connsiteX23" fmla="*/ 1130046 w 9143713"/>
              <a:gd name="connsiteY23" fmla="*/ 1380077 h 2221896"/>
              <a:gd name="connsiteX24" fmla="*/ 1189292 w 9143713"/>
              <a:gd name="connsiteY24" fmla="*/ 1376458 h 2221896"/>
              <a:gd name="connsiteX25" fmla="*/ 1224820 w 9143713"/>
              <a:gd name="connsiteY25" fmla="*/ 1357313 h 2221896"/>
              <a:gd name="connsiteX26" fmla="*/ 1279970 w 9143713"/>
              <a:gd name="connsiteY26" fmla="*/ 1360075 h 2221896"/>
              <a:gd name="connsiteX27" fmla="*/ 1461421 w 9143713"/>
              <a:gd name="connsiteY27" fmla="*/ 1248823 h 2221896"/>
              <a:gd name="connsiteX28" fmla="*/ 1591818 w 9143713"/>
              <a:gd name="connsiteY28" fmla="*/ 1239202 h 2221896"/>
              <a:gd name="connsiteX29" fmla="*/ 1698974 w 9143713"/>
              <a:gd name="connsiteY29" fmla="*/ 1256062 h 2221896"/>
              <a:gd name="connsiteX30" fmla="*/ 1791081 w 9143713"/>
              <a:gd name="connsiteY30" fmla="*/ 1240060 h 2221896"/>
              <a:gd name="connsiteX31" fmla="*/ 1894618 w 9143713"/>
              <a:gd name="connsiteY31" fmla="*/ 1178052 h 2221896"/>
              <a:gd name="connsiteX32" fmla="*/ 1961674 w 9143713"/>
              <a:gd name="connsiteY32" fmla="*/ 1113282 h 2221896"/>
              <a:gd name="connsiteX33" fmla="*/ 2013680 w 9143713"/>
              <a:gd name="connsiteY33" fmla="*/ 1063085 h 2221896"/>
              <a:gd name="connsiteX34" fmla="*/ 2096167 w 9143713"/>
              <a:gd name="connsiteY34" fmla="*/ 1040702 h 2221896"/>
              <a:gd name="connsiteX35" fmla="*/ 2184178 w 9143713"/>
              <a:gd name="connsiteY35" fmla="*/ 1081278 h 2221896"/>
              <a:gd name="connsiteX36" fmla="*/ 2230660 w 9143713"/>
              <a:gd name="connsiteY36" fmla="*/ 1022890 h 2221896"/>
              <a:gd name="connsiteX37" fmla="*/ 2327815 w 9143713"/>
              <a:gd name="connsiteY37" fmla="*/ 1035177 h 2221896"/>
              <a:gd name="connsiteX38" fmla="*/ 2419922 w 9143713"/>
              <a:gd name="connsiteY38" fmla="*/ 1029748 h 2221896"/>
              <a:gd name="connsiteX39" fmla="*/ 2444972 w 9143713"/>
              <a:gd name="connsiteY39" fmla="*/ 1046607 h 2221896"/>
              <a:gd name="connsiteX40" fmla="*/ 2547080 w 9143713"/>
              <a:gd name="connsiteY40" fmla="*/ 1016984 h 2221896"/>
              <a:gd name="connsiteX41" fmla="*/ 2923223 w 9143713"/>
              <a:gd name="connsiteY41" fmla="*/ 918972 h 2221896"/>
              <a:gd name="connsiteX42" fmla="*/ 2986183 w 9143713"/>
              <a:gd name="connsiteY42" fmla="*/ 883634 h 2221896"/>
              <a:gd name="connsiteX43" fmla="*/ 3147251 w 9143713"/>
              <a:gd name="connsiteY43" fmla="*/ 795433 h 2221896"/>
              <a:gd name="connsiteX44" fmla="*/ 3280982 w 9143713"/>
              <a:gd name="connsiteY44" fmla="*/ 730949 h 2221896"/>
              <a:gd name="connsiteX45" fmla="*/ 3448145 w 9143713"/>
              <a:gd name="connsiteY45" fmla="*/ 631889 h 2221896"/>
              <a:gd name="connsiteX46" fmla="*/ 3522345 w 9143713"/>
              <a:gd name="connsiteY46" fmla="*/ 582073 h 2221896"/>
              <a:gd name="connsiteX47" fmla="*/ 3565493 w 9143713"/>
              <a:gd name="connsiteY47" fmla="*/ 550450 h 2221896"/>
              <a:gd name="connsiteX48" fmla="*/ 3653028 w 9143713"/>
              <a:gd name="connsiteY48" fmla="*/ 495109 h 2221896"/>
              <a:gd name="connsiteX49" fmla="*/ 3690080 w 9143713"/>
              <a:gd name="connsiteY49" fmla="*/ 452533 h 2221896"/>
              <a:gd name="connsiteX50" fmla="*/ 3742373 w 9143713"/>
              <a:gd name="connsiteY50" fmla="*/ 446437 h 2221896"/>
              <a:gd name="connsiteX51" fmla="*/ 3769709 w 9143713"/>
              <a:gd name="connsiteY51" fmla="*/ 442817 h 2221896"/>
              <a:gd name="connsiteX52" fmla="*/ 3848767 w 9143713"/>
              <a:gd name="connsiteY52" fmla="*/ 520637 h 2221896"/>
              <a:gd name="connsiteX53" fmla="*/ 3938778 w 9143713"/>
              <a:gd name="connsiteY53" fmla="*/ 574167 h 2221896"/>
              <a:gd name="connsiteX54" fmla="*/ 4046982 w 9143713"/>
              <a:gd name="connsiteY54" fmla="*/ 579596 h 2221896"/>
              <a:gd name="connsiteX55" fmla="*/ 4097465 w 9143713"/>
              <a:gd name="connsiteY55" fmla="*/ 541877 h 2221896"/>
              <a:gd name="connsiteX56" fmla="*/ 4235482 w 9143713"/>
              <a:gd name="connsiteY56" fmla="*/ 613029 h 2221896"/>
              <a:gd name="connsiteX57" fmla="*/ 4359498 w 9143713"/>
              <a:gd name="connsiteY57" fmla="*/ 676847 h 2221896"/>
              <a:gd name="connsiteX58" fmla="*/ 4478655 w 9143713"/>
              <a:gd name="connsiteY58" fmla="*/ 718185 h 2221896"/>
              <a:gd name="connsiteX59" fmla="*/ 4528471 w 9143713"/>
              <a:gd name="connsiteY59" fmla="*/ 711518 h 2221896"/>
              <a:gd name="connsiteX60" fmla="*/ 4644581 w 9143713"/>
              <a:gd name="connsiteY60" fmla="*/ 775335 h 2221896"/>
              <a:gd name="connsiteX61" fmla="*/ 4791742 w 9143713"/>
              <a:gd name="connsiteY61" fmla="*/ 754094 h 2221896"/>
              <a:gd name="connsiteX62" fmla="*/ 4936427 w 9143713"/>
              <a:gd name="connsiteY62" fmla="*/ 879920 h 2221896"/>
              <a:gd name="connsiteX63" fmla="*/ 5090255 w 9143713"/>
              <a:gd name="connsiteY63" fmla="*/ 913924 h 2221896"/>
              <a:gd name="connsiteX64" fmla="*/ 5191792 w 9143713"/>
              <a:gd name="connsiteY64" fmla="*/ 913352 h 2221896"/>
              <a:gd name="connsiteX65" fmla="*/ 5345620 w 9143713"/>
              <a:gd name="connsiteY65" fmla="*/ 963168 h 2221896"/>
              <a:gd name="connsiteX66" fmla="*/ 5604034 w 9143713"/>
              <a:gd name="connsiteY66" fmla="*/ 797147 h 2221896"/>
              <a:gd name="connsiteX67" fmla="*/ 5767578 w 9143713"/>
              <a:gd name="connsiteY67" fmla="*/ 722376 h 2221896"/>
              <a:gd name="connsiteX68" fmla="*/ 5877021 w 9143713"/>
              <a:gd name="connsiteY68" fmla="*/ 774097 h 2221896"/>
              <a:gd name="connsiteX69" fmla="*/ 5929884 w 9143713"/>
              <a:gd name="connsiteY69" fmla="*/ 730282 h 2221896"/>
              <a:gd name="connsiteX70" fmla="*/ 6018657 w 9143713"/>
              <a:gd name="connsiteY70" fmla="*/ 812959 h 2221896"/>
              <a:gd name="connsiteX71" fmla="*/ 6095905 w 9143713"/>
              <a:gd name="connsiteY71" fmla="*/ 814769 h 2221896"/>
              <a:gd name="connsiteX72" fmla="*/ 6818186 w 9143713"/>
              <a:gd name="connsiteY72" fmla="*/ 211646 h 2221896"/>
              <a:gd name="connsiteX73" fmla="*/ 6958584 w 9143713"/>
              <a:gd name="connsiteY73" fmla="*/ 249936 h 2221896"/>
              <a:gd name="connsiteX74" fmla="*/ 7153751 w 9143713"/>
              <a:gd name="connsiteY74" fmla="*/ 410432 h 2221896"/>
              <a:gd name="connsiteX75" fmla="*/ 7212140 w 9143713"/>
              <a:gd name="connsiteY75" fmla="*/ 423196 h 2221896"/>
              <a:gd name="connsiteX76" fmla="*/ 7281482 w 9143713"/>
              <a:gd name="connsiteY76" fmla="*/ 357569 h 2221896"/>
              <a:gd name="connsiteX77" fmla="*/ 7400068 w 9143713"/>
              <a:gd name="connsiteY77" fmla="*/ 465201 h 2221896"/>
              <a:gd name="connsiteX78" fmla="*/ 7744778 w 9143713"/>
              <a:gd name="connsiteY78" fmla="*/ 149638 h 2221896"/>
              <a:gd name="connsiteX79" fmla="*/ 7866983 w 9143713"/>
              <a:gd name="connsiteY79" fmla="*/ 135065 h 2221896"/>
              <a:gd name="connsiteX80" fmla="*/ 7954518 w 9143713"/>
              <a:gd name="connsiteY80" fmla="*/ 74867 h 2221896"/>
              <a:gd name="connsiteX81" fmla="*/ 8011097 w 9143713"/>
              <a:gd name="connsiteY81" fmla="*/ 52959 h 2221896"/>
              <a:gd name="connsiteX82" fmla="*/ 8116919 w 9143713"/>
              <a:gd name="connsiteY82" fmla="*/ 180594 h 2221896"/>
              <a:gd name="connsiteX83" fmla="*/ 8255508 w 9143713"/>
              <a:gd name="connsiteY83" fmla="*/ 60198 h 2221896"/>
              <a:gd name="connsiteX84" fmla="*/ 8352187 w 9143713"/>
              <a:gd name="connsiteY84" fmla="*/ 0 h 2221896"/>
              <a:gd name="connsiteX85" fmla="*/ 8423339 w 9143713"/>
              <a:gd name="connsiteY85" fmla="*/ 111252 h 2221896"/>
              <a:gd name="connsiteX86" fmla="*/ 8550973 w 9143713"/>
              <a:gd name="connsiteY86" fmla="*/ 109442 h 2221896"/>
              <a:gd name="connsiteX87" fmla="*/ 8751570 w 9143713"/>
              <a:gd name="connsiteY87" fmla="*/ 390334 h 2221896"/>
              <a:gd name="connsiteX88" fmla="*/ 9099899 w 9143713"/>
              <a:gd name="connsiteY88" fmla="*/ 662083 h 2221896"/>
              <a:gd name="connsiteX89" fmla="*/ 9143714 w 9143713"/>
              <a:gd name="connsiteY89" fmla="*/ 703993 h 2221896"/>
              <a:gd name="connsiteX90" fmla="*/ 9143714 w 9143713"/>
              <a:gd name="connsiteY90" fmla="*/ 2221897 h 2221896"/>
              <a:gd name="connsiteX91" fmla="*/ 0 w 9143713"/>
              <a:gd name="connsiteY91" fmla="*/ 2221897 h 2221896"/>
              <a:gd name="connsiteX92" fmla="*/ 0 w 9143713"/>
              <a:gd name="connsiteY92" fmla="*/ 1103376 h 222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9143713" h="2221896">
                <a:moveTo>
                  <a:pt x="0" y="1103948"/>
                </a:moveTo>
                <a:lnTo>
                  <a:pt x="39815" y="1110806"/>
                </a:lnTo>
                <a:lnTo>
                  <a:pt x="79915" y="1149572"/>
                </a:lnTo>
                <a:lnTo>
                  <a:pt x="147447" y="1193768"/>
                </a:lnTo>
                <a:lnTo>
                  <a:pt x="185261" y="1191959"/>
                </a:lnTo>
                <a:lnTo>
                  <a:pt x="225838" y="1206532"/>
                </a:lnTo>
                <a:lnTo>
                  <a:pt x="273749" y="1203770"/>
                </a:lnTo>
                <a:lnTo>
                  <a:pt x="348044" y="1278065"/>
                </a:lnTo>
                <a:lnTo>
                  <a:pt x="416433" y="1269397"/>
                </a:lnTo>
                <a:lnTo>
                  <a:pt x="464344" y="1260729"/>
                </a:lnTo>
                <a:lnTo>
                  <a:pt x="500348" y="1237488"/>
                </a:lnTo>
                <a:lnTo>
                  <a:pt x="544163" y="1253871"/>
                </a:lnTo>
                <a:lnTo>
                  <a:pt x="603885" y="1252919"/>
                </a:lnTo>
                <a:lnTo>
                  <a:pt x="641318" y="1241965"/>
                </a:lnTo>
                <a:lnTo>
                  <a:pt x="689610" y="1255681"/>
                </a:lnTo>
                <a:lnTo>
                  <a:pt x="724281" y="1248823"/>
                </a:lnTo>
                <a:cubicBezTo>
                  <a:pt x="724281" y="1248823"/>
                  <a:pt x="756190" y="1272540"/>
                  <a:pt x="757523" y="1273493"/>
                </a:cubicBezTo>
                <a:cubicBezTo>
                  <a:pt x="758857" y="1274445"/>
                  <a:pt x="810863" y="1269873"/>
                  <a:pt x="810863" y="1271207"/>
                </a:cubicBezTo>
                <a:cubicBezTo>
                  <a:pt x="810863" y="1272540"/>
                  <a:pt x="842296" y="1257491"/>
                  <a:pt x="842296" y="1257491"/>
                </a:cubicBezTo>
                <a:lnTo>
                  <a:pt x="896112" y="1274350"/>
                </a:lnTo>
                <a:lnTo>
                  <a:pt x="912971" y="1316736"/>
                </a:lnTo>
                <a:lnTo>
                  <a:pt x="992791" y="1301687"/>
                </a:lnTo>
                <a:lnTo>
                  <a:pt x="1044321" y="1324927"/>
                </a:lnTo>
                <a:lnTo>
                  <a:pt x="1130046" y="1380077"/>
                </a:lnTo>
                <a:lnTo>
                  <a:pt x="1189292" y="1376458"/>
                </a:lnTo>
                <a:lnTo>
                  <a:pt x="1224820" y="1357313"/>
                </a:lnTo>
                <a:lnTo>
                  <a:pt x="1279970" y="1360075"/>
                </a:lnTo>
                <a:lnTo>
                  <a:pt x="1461421" y="1248823"/>
                </a:lnTo>
                <a:lnTo>
                  <a:pt x="1591818" y="1239202"/>
                </a:lnTo>
                <a:lnTo>
                  <a:pt x="1698974" y="1256062"/>
                </a:lnTo>
                <a:lnTo>
                  <a:pt x="1791081" y="1240060"/>
                </a:lnTo>
                <a:lnTo>
                  <a:pt x="1894618" y="1178052"/>
                </a:lnTo>
                <a:lnTo>
                  <a:pt x="1961674" y="1113282"/>
                </a:lnTo>
                <a:lnTo>
                  <a:pt x="2013680" y="1063085"/>
                </a:lnTo>
                <a:lnTo>
                  <a:pt x="2096167" y="1040702"/>
                </a:lnTo>
                <a:lnTo>
                  <a:pt x="2184178" y="1081278"/>
                </a:lnTo>
                <a:lnTo>
                  <a:pt x="2230660" y="1022890"/>
                </a:lnTo>
                <a:lnTo>
                  <a:pt x="2327815" y="1035177"/>
                </a:lnTo>
                <a:lnTo>
                  <a:pt x="2419922" y="1029748"/>
                </a:lnTo>
                <a:cubicBezTo>
                  <a:pt x="2419922" y="1029748"/>
                  <a:pt x="2440020" y="1043464"/>
                  <a:pt x="2444972" y="1046607"/>
                </a:cubicBezTo>
                <a:cubicBezTo>
                  <a:pt x="2449925" y="1049750"/>
                  <a:pt x="2547080" y="1016984"/>
                  <a:pt x="2547080" y="1016984"/>
                </a:cubicBezTo>
                <a:lnTo>
                  <a:pt x="2923223" y="918972"/>
                </a:lnTo>
                <a:lnTo>
                  <a:pt x="2986183" y="883634"/>
                </a:lnTo>
                <a:lnTo>
                  <a:pt x="3147251" y="795433"/>
                </a:lnTo>
                <a:lnTo>
                  <a:pt x="3280982" y="730949"/>
                </a:lnTo>
                <a:lnTo>
                  <a:pt x="3448145" y="631889"/>
                </a:lnTo>
                <a:lnTo>
                  <a:pt x="3522345" y="582073"/>
                </a:lnTo>
                <a:cubicBezTo>
                  <a:pt x="3522345" y="582073"/>
                  <a:pt x="3564255" y="552260"/>
                  <a:pt x="3565493" y="550450"/>
                </a:cubicBezTo>
                <a:cubicBezTo>
                  <a:pt x="3566732" y="548640"/>
                  <a:pt x="3653028" y="495109"/>
                  <a:pt x="3653028" y="495109"/>
                </a:cubicBezTo>
                <a:lnTo>
                  <a:pt x="3690080" y="452533"/>
                </a:lnTo>
                <a:lnTo>
                  <a:pt x="3742373" y="446437"/>
                </a:lnTo>
                <a:lnTo>
                  <a:pt x="3769709" y="442817"/>
                </a:lnTo>
                <a:lnTo>
                  <a:pt x="3848767" y="520637"/>
                </a:lnTo>
                <a:cubicBezTo>
                  <a:pt x="3848767" y="520637"/>
                  <a:pt x="3936968" y="574167"/>
                  <a:pt x="3938778" y="574167"/>
                </a:cubicBezTo>
                <a:cubicBezTo>
                  <a:pt x="3940588" y="574167"/>
                  <a:pt x="4046982" y="579596"/>
                  <a:pt x="4046982" y="579596"/>
                </a:cubicBezTo>
                <a:lnTo>
                  <a:pt x="4097465" y="541877"/>
                </a:lnTo>
                <a:lnTo>
                  <a:pt x="4235482" y="613029"/>
                </a:lnTo>
                <a:lnTo>
                  <a:pt x="4359498" y="676847"/>
                </a:lnTo>
                <a:lnTo>
                  <a:pt x="4478655" y="718185"/>
                </a:lnTo>
                <a:cubicBezTo>
                  <a:pt x="4478655" y="718185"/>
                  <a:pt x="4528471" y="707231"/>
                  <a:pt x="4528471" y="711518"/>
                </a:cubicBezTo>
                <a:cubicBezTo>
                  <a:pt x="4528471" y="715804"/>
                  <a:pt x="4644581" y="775335"/>
                  <a:pt x="4644581" y="775335"/>
                </a:cubicBezTo>
                <a:lnTo>
                  <a:pt x="4791742" y="754094"/>
                </a:lnTo>
                <a:lnTo>
                  <a:pt x="4936427" y="879920"/>
                </a:lnTo>
                <a:cubicBezTo>
                  <a:pt x="4936427" y="879920"/>
                  <a:pt x="5076254" y="910304"/>
                  <a:pt x="5090255" y="913924"/>
                </a:cubicBezTo>
                <a:cubicBezTo>
                  <a:pt x="5104257" y="917543"/>
                  <a:pt x="5191792" y="913352"/>
                  <a:pt x="5191792" y="913352"/>
                </a:cubicBezTo>
                <a:cubicBezTo>
                  <a:pt x="5191792" y="913352"/>
                  <a:pt x="5334096" y="963835"/>
                  <a:pt x="5345620" y="963168"/>
                </a:cubicBezTo>
                <a:cubicBezTo>
                  <a:pt x="5357146" y="962501"/>
                  <a:pt x="5604034" y="797147"/>
                  <a:pt x="5604034" y="797147"/>
                </a:cubicBezTo>
                <a:lnTo>
                  <a:pt x="5767578" y="722376"/>
                </a:lnTo>
                <a:lnTo>
                  <a:pt x="5877021" y="774097"/>
                </a:lnTo>
                <a:lnTo>
                  <a:pt x="5929884" y="730282"/>
                </a:lnTo>
                <a:lnTo>
                  <a:pt x="6018657" y="812959"/>
                </a:lnTo>
                <a:lnTo>
                  <a:pt x="6095905" y="814769"/>
                </a:lnTo>
                <a:lnTo>
                  <a:pt x="6818186" y="211646"/>
                </a:lnTo>
                <a:lnTo>
                  <a:pt x="6958584" y="249936"/>
                </a:lnTo>
                <a:lnTo>
                  <a:pt x="7153751" y="410432"/>
                </a:lnTo>
                <a:lnTo>
                  <a:pt x="7212140" y="423196"/>
                </a:lnTo>
                <a:lnTo>
                  <a:pt x="7281482" y="357569"/>
                </a:lnTo>
                <a:lnTo>
                  <a:pt x="7400068" y="465201"/>
                </a:lnTo>
                <a:lnTo>
                  <a:pt x="7744778" y="149638"/>
                </a:lnTo>
                <a:lnTo>
                  <a:pt x="7866983" y="135065"/>
                </a:lnTo>
                <a:lnTo>
                  <a:pt x="7954518" y="74867"/>
                </a:lnTo>
                <a:lnTo>
                  <a:pt x="8011097" y="52959"/>
                </a:lnTo>
                <a:lnTo>
                  <a:pt x="8116919" y="180594"/>
                </a:lnTo>
                <a:lnTo>
                  <a:pt x="8255508" y="60198"/>
                </a:lnTo>
                <a:lnTo>
                  <a:pt x="8352187" y="0"/>
                </a:lnTo>
                <a:cubicBezTo>
                  <a:pt x="8352187" y="0"/>
                  <a:pt x="8414195" y="109442"/>
                  <a:pt x="8423339" y="111252"/>
                </a:cubicBezTo>
                <a:cubicBezTo>
                  <a:pt x="8432482" y="113062"/>
                  <a:pt x="8550973" y="109442"/>
                  <a:pt x="8550973" y="109442"/>
                </a:cubicBezTo>
                <a:lnTo>
                  <a:pt x="8751570" y="390334"/>
                </a:lnTo>
                <a:lnTo>
                  <a:pt x="9099899" y="662083"/>
                </a:lnTo>
                <a:lnTo>
                  <a:pt x="9143714" y="703993"/>
                </a:lnTo>
                <a:lnTo>
                  <a:pt x="9143714" y="2221897"/>
                </a:lnTo>
                <a:lnTo>
                  <a:pt x="0" y="2221897"/>
                </a:lnTo>
                <a:lnTo>
                  <a:pt x="0" y="1103376"/>
                </a:lnTo>
                <a:close/>
              </a:path>
            </a:pathLst>
          </a:custGeom>
          <a:gradFill>
            <a:gsLst>
              <a:gs pos="76000">
                <a:schemeClr val="accent1">
                  <a:alpha val="92000"/>
                </a:schemeClr>
              </a:gs>
              <a:gs pos="0">
                <a:schemeClr val="accent1">
                  <a:alpha val="47000"/>
                </a:schemeClr>
              </a:gs>
            </a:gsLst>
            <a:lin ang="45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图形 17"/>
          <p:cNvSpPr/>
          <p:nvPr/>
        </p:nvSpPr>
        <p:spPr>
          <a:xfrm>
            <a:off x="0" y="3897378"/>
            <a:ext cx="12192002" cy="1840161"/>
          </a:xfrm>
          <a:custGeom>
            <a:avLst/>
            <a:gdLst>
              <a:gd name="connsiteX0" fmla="*/ 0 w 9143713"/>
              <a:gd name="connsiteY0" fmla="*/ 1103948 h 2221896"/>
              <a:gd name="connsiteX1" fmla="*/ 39815 w 9143713"/>
              <a:gd name="connsiteY1" fmla="*/ 1110806 h 2221896"/>
              <a:gd name="connsiteX2" fmla="*/ 79915 w 9143713"/>
              <a:gd name="connsiteY2" fmla="*/ 1149572 h 2221896"/>
              <a:gd name="connsiteX3" fmla="*/ 147447 w 9143713"/>
              <a:gd name="connsiteY3" fmla="*/ 1193768 h 2221896"/>
              <a:gd name="connsiteX4" fmla="*/ 185261 w 9143713"/>
              <a:gd name="connsiteY4" fmla="*/ 1191959 h 2221896"/>
              <a:gd name="connsiteX5" fmla="*/ 225838 w 9143713"/>
              <a:gd name="connsiteY5" fmla="*/ 1206532 h 2221896"/>
              <a:gd name="connsiteX6" fmla="*/ 273749 w 9143713"/>
              <a:gd name="connsiteY6" fmla="*/ 1203770 h 2221896"/>
              <a:gd name="connsiteX7" fmla="*/ 348044 w 9143713"/>
              <a:gd name="connsiteY7" fmla="*/ 1278065 h 2221896"/>
              <a:gd name="connsiteX8" fmla="*/ 416433 w 9143713"/>
              <a:gd name="connsiteY8" fmla="*/ 1269397 h 2221896"/>
              <a:gd name="connsiteX9" fmla="*/ 464344 w 9143713"/>
              <a:gd name="connsiteY9" fmla="*/ 1260729 h 2221896"/>
              <a:gd name="connsiteX10" fmla="*/ 500348 w 9143713"/>
              <a:gd name="connsiteY10" fmla="*/ 1237488 h 2221896"/>
              <a:gd name="connsiteX11" fmla="*/ 544163 w 9143713"/>
              <a:gd name="connsiteY11" fmla="*/ 1253871 h 2221896"/>
              <a:gd name="connsiteX12" fmla="*/ 603885 w 9143713"/>
              <a:gd name="connsiteY12" fmla="*/ 1252919 h 2221896"/>
              <a:gd name="connsiteX13" fmla="*/ 641318 w 9143713"/>
              <a:gd name="connsiteY13" fmla="*/ 1241965 h 2221896"/>
              <a:gd name="connsiteX14" fmla="*/ 689610 w 9143713"/>
              <a:gd name="connsiteY14" fmla="*/ 1255681 h 2221896"/>
              <a:gd name="connsiteX15" fmla="*/ 724281 w 9143713"/>
              <a:gd name="connsiteY15" fmla="*/ 1248823 h 2221896"/>
              <a:gd name="connsiteX16" fmla="*/ 757523 w 9143713"/>
              <a:gd name="connsiteY16" fmla="*/ 1273493 h 2221896"/>
              <a:gd name="connsiteX17" fmla="*/ 810863 w 9143713"/>
              <a:gd name="connsiteY17" fmla="*/ 1271207 h 2221896"/>
              <a:gd name="connsiteX18" fmla="*/ 842296 w 9143713"/>
              <a:gd name="connsiteY18" fmla="*/ 1257491 h 2221896"/>
              <a:gd name="connsiteX19" fmla="*/ 896112 w 9143713"/>
              <a:gd name="connsiteY19" fmla="*/ 1274350 h 2221896"/>
              <a:gd name="connsiteX20" fmla="*/ 912971 w 9143713"/>
              <a:gd name="connsiteY20" fmla="*/ 1316736 h 2221896"/>
              <a:gd name="connsiteX21" fmla="*/ 992791 w 9143713"/>
              <a:gd name="connsiteY21" fmla="*/ 1301687 h 2221896"/>
              <a:gd name="connsiteX22" fmla="*/ 1044321 w 9143713"/>
              <a:gd name="connsiteY22" fmla="*/ 1324927 h 2221896"/>
              <a:gd name="connsiteX23" fmla="*/ 1130046 w 9143713"/>
              <a:gd name="connsiteY23" fmla="*/ 1380077 h 2221896"/>
              <a:gd name="connsiteX24" fmla="*/ 1189292 w 9143713"/>
              <a:gd name="connsiteY24" fmla="*/ 1376458 h 2221896"/>
              <a:gd name="connsiteX25" fmla="*/ 1224820 w 9143713"/>
              <a:gd name="connsiteY25" fmla="*/ 1357313 h 2221896"/>
              <a:gd name="connsiteX26" fmla="*/ 1279970 w 9143713"/>
              <a:gd name="connsiteY26" fmla="*/ 1360075 h 2221896"/>
              <a:gd name="connsiteX27" fmla="*/ 1461421 w 9143713"/>
              <a:gd name="connsiteY27" fmla="*/ 1248823 h 2221896"/>
              <a:gd name="connsiteX28" fmla="*/ 1591818 w 9143713"/>
              <a:gd name="connsiteY28" fmla="*/ 1239202 h 2221896"/>
              <a:gd name="connsiteX29" fmla="*/ 1698974 w 9143713"/>
              <a:gd name="connsiteY29" fmla="*/ 1256062 h 2221896"/>
              <a:gd name="connsiteX30" fmla="*/ 1791081 w 9143713"/>
              <a:gd name="connsiteY30" fmla="*/ 1240060 h 2221896"/>
              <a:gd name="connsiteX31" fmla="*/ 1894618 w 9143713"/>
              <a:gd name="connsiteY31" fmla="*/ 1178052 h 2221896"/>
              <a:gd name="connsiteX32" fmla="*/ 1961674 w 9143713"/>
              <a:gd name="connsiteY32" fmla="*/ 1113282 h 2221896"/>
              <a:gd name="connsiteX33" fmla="*/ 2013680 w 9143713"/>
              <a:gd name="connsiteY33" fmla="*/ 1063085 h 2221896"/>
              <a:gd name="connsiteX34" fmla="*/ 2096167 w 9143713"/>
              <a:gd name="connsiteY34" fmla="*/ 1040702 h 2221896"/>
              <a:gd name="connsiteX35" fmla="*/ 2184178 w 9143713"/>
              <a:gd name="connsiteY35" fmla="*/ 1081278 h 2221896"/>
              <a:gd name="connsiteX36" fmla="*/ 2230660 w 9143713"/>
              <a:gd name="connsiteY36" fmla="*/ 1022890 h 2221896"/>
              <a:gd name="connsiteX37" fmla="*/ 2327815 w 9143713"/>
              <a:gd name="connsiteY37" fmla="*/ 1035177 h 2221896"/>
              <a:gd name="connsiteX38" fmla="*/ 2419922 w 9143713"/>
              <a:gd name="connsiteY38" fmla="*/ 1029748 h 2221896"/>
              <a:gd name="connsiteX39" fmla="*/ 2444972 w 9143713"/>
              <a:gd name="connsiteY39" fmla="*/ 1046607 h 2221896"/>
              <a:gd name="connsiteX40" fmla="*/ 2547080 w 9143713"/>
              <a:gd name="connsiteY40" fmla="*/ 1016984 h 2221896"/>
              <a:gd name="connsiteX41" fmla="*/ 2923223 w 9143713"/>
              <a:gd name="connsiteY41" fmla="*/ 918972 h 2221896"/>
              <a:gd name="connsiteX42" fmla="*/ 2986183 w 9143713"/>
              <a:gd name="connsiteY42" fmla="*/ 883634 h 2221896"/>
              <a:gd name="connsiteX43" fmla="*/ 3147251 w 9143713"/>
              <a:gd name="connsiteY43" fmla="*/ 795433 h 2221896"/>
              <a:gd name="connsiteX44" fmla="*/ 3280982 w 9143713"/>
              <a:gd name="connsiteY44" fmla="*/ 730949 h 2221896"/>
              <a:gd name="connsiteX45" fmla="*/ 3448145 w 9143713"/>
              <a:gd name="connsiteY45" fmla="*/ 631889 h 2221896"/>
              <a:gd name="connsiteX46" fmla="*/ 3522345 w 9143713"/>
              <a:gd name="connsiteY46" fmla="*/ 582073 h 2221896"/>
              <a:gd name="connsiteX47" fmla="*/ 3565493 w 9143713"/>
              <a:gd name="connsiteY47" fmla="*/ 550450 h 2221896"/>
              <a:gd name="connsiteX48" fmla="*/ 3653028 w 9143713"/>
              <a:gd name="connsiteY48" fmla="*/ 495109 h 2221896"/>
              <a:gd name="connsiteX49" fmla="*/ 3690080 w 9143713"/>
              <a:gd name="connsiteY49" fmla="*/ 452533 h 2221896"/>
              <a:gd name="connsiteX50" fmla="*/ 3742373 w 9143713"/>
              <a:gd name="connsiteY50" fmla="*/ 446437 h 2221896"/>
              <a:gd name="connsiteX51" fmla="*/ 3769709 w 9143713"/>
              <a:gd name="connsiteY51" fmla="*/ 442817 h 2221896"/>
              <a:gd name="connsiteX52" fmla="*/ 3848767 w 9143713"/>
              <a:gd name="connsiteY52" fmla="*/ 520637 h 2221896"/>
              <a:gd name="connsiteX53" fmla="*/ 3938778 w 9143713"/>
              <a:gd name="connsiteY53" fmla="*/ 574167 h 2221896"/>
              <a:gd name="connsiteX54" fmla="*/ 4046982 w 9143713"/>
              <a:gd name="connsiteY54" fmla="*/ 579596 h 2221896"/>
              <a:gd name="connsiteX55" fmla="*/ 4097465 w 9143713"/>
              <a:gd name="connsiteY55" fmla="*/ 541877 h 2221896"/>
              <a:gd name="connsiteX56" fmla="*/ 4235482 w 9143713"/>
              <a:gd name="connsiteY56" fmla="*/ 613029 h 2221896"/>
              <a:gd name="connsiteX57" fmla="*/ 4359498 w 9143713"/>
              <a:gd name="connsiteY57" fmla="*/ 676847 h 2221896"/>
              <a:gd name="connsiteX58" fmla="*/ 4478655 w 9143713"/>
              <a:gd name="connsiteY58" fmla="*/ 718185 h 2221896"/>
              <a:gd name="connsiteX59" fmla="*/ 4528471 w 9143713"/>
              <a:gd name="connsiteY59" fmla="*/ 711518 h 2221896"/>
              <a:gd name="connsiteX60" fmla="*/ 4644581 w 9143713"/>
              <a:gd name="connsiteY60" fmla="*/ 775335 h 2221896"/>
              <a:gd name="connsiteX61" fmla="*/ 4791742 w 9143713"/>
              <a:gd name="connsiteY61" fmla="*/ 754094 h 2221896"/>
              <a:gd name="connsiteX62" fmla="*/ 4936427 w 9143713"/>
              <a:gd name="connsiteY62" fmla="*/ 879920 h 2221896"/>
              <a:gd name="connsiteX63" fmla="*/ 5090255 w 9143713"/>
              <a:gd name="connsiteY63" fmla="*/ 913924 h 2221896"/>
              <a:gd name="connsiteX64" fmla="*/ 5191792 w 9143713"/>
              <a:gd name="connsiteY64" fmla="*/ 913352 h 2221896"/>
              <a:gd name="connsiteX65" fmla="*/ 5345620 w 9143713"/>
              <a:gd name="connsiteY65" fmla="*/ 963168 h 2221896"/>
              <a:gd name="connsiteX66" fmla="*/ 5604034 w 9143713"/>
              <a:gd name="connsiteY66" fmla="*/ 797147 h 2221896"/>
              <a:gd name="connsiteX67" fmla="*/ 5767578 w 9143713"/>
              <a:gd name="connsiteY67" fmla="*/ 722376 h 2221896"/>
              <a:gd name="connsiteX68" fmla="*/ 5877021 w 9143713"/>
              <a:gd name="connsiteY68" fmla="*/ 774097 h 2221896"/>
              <a:gd name="connsiteX69" fmla="*/ 5929884 w 9143713"/>
              <a:gd name="connsiteY69" fmla="*/ 730282 h 2221896"/>
              <a:gd name="connsiteX70" fmla="*/ 6018657 w 9143713"/>
              <a:gd name="connsiteY70" fmla="*/ 812959 h 2221896"/>
              <a:gd name="connsiteX71" fmla="*/ 6095905 w 9143713"/>
              <a:gd name="connsiteY71" fmla="*/ 814769 h 2221896"/>
              <a:gd name="connsiteX72" fmla="*/ 6818186 w 9143713"/>
              <a:gd name="connsiteY72" fmla="*/ 211646 h 2221896"/>
              <a:gd name="connsiteX73" fmla="*/ 6958584 w 9143713"/>
              <a:gd name="connsiteY73" fmla="*/ 249936 h 2221896"/>
              <a:gd name="connsiteX74" fmla="*/ 7153751 w 9143713"/>
              <a:gd name="connsiteY74" fmla="*/ 410432 h 2221896"/>
              <a:gd name="connsiteX75" fmla="*/ 7212140 w 9143713"/>
              <a:gd name="connsiteY75" fmla="*/ 423196 h 2221896"/>
              <a:gd name="connsiteX76" fmla="*/ 7281482 w 9143713"/>
              <a:gd name="connsiteY76" fmla="*/ 357569 h 2221896"/>
              <a:gd name="connsiteX77" fmla="*/ 7400068 w 9143713"/>
              <a:gd name="connsiteY77" fmla="*/ 465201 h 2221896"/>
              <a:gd name="connsiteX78" fmla="*/ 7744778 w 9143713"/>
              <a:gd name="connsiteY78" fmla="*/ 149638 h 2221896"/>
              <a:gd name="connsiteX79" fmla="*/ 7866983 w 9143713"/>
              <a:gd name="connsiteY79" fmla="*/ 135065 h 2221896"/>
              <a:gd name="connsiteX80" fmla="*/ 7954518 w 9143713"/>
              <a:gd name="connsiteY80" fmla="*/ 74867 h 2221896"/>
              <a:gd name="connsiteX81" fmla="*/ 8011097 w 9143713"/>
              <a:gd name="connsiteY81" fmla="*/ 52959 h 2221896"/>
              <a:gd name="connsiteX82" fmla="*/ 8116919 w 9143713"/>
              <a:gd name="connsiteY82" fmla="*/ 180594 h 2221896"/>
              <a:gd name="connsiteX83" fmla="*/ 8255508 w 9143713"/>
              <a:gd name="connsiteY83" fmla="*/ 60198 h 2221896"/>
              <a:gd name="connsiteX84" fmla="*/ 8352187 w 9143713"/>
              <a:gd name="connsiteY84" fmla="*/ 0 h 2221896"/>
              <a:gd name="connsiteX85" fmla="*/ 8423339 w 9143713"/>
              <a:gd name="connsiteY85" fmla="*/ 111252 h 2221896"/>
              <a:gd name="connsiteX86" fmla="*/ 8550973 w 9143713"/>
              <a:gd name="connsiteY86" fmla="*/ 109442 h 2221896"/>
              <a:gd name="connsiteX87" fmla="*/ 8751570 w 9143713"/>
              <a:gd name="connsiteY87" fmla="*/ 390334 h 2221896"/>
              <a:gd name="connsiteX88" fmla="*/ 9099899 w 9143713"/>
              <a:gd name="connsiteY88" fmla="*/ 662083 h 2221896"/>
              <a:gd name="connsiteX89" fmla="*/ 9143714 w 9143713"/>
              <a:gd name="connsiteY89" fmla="*/ 703993 h 2221896"/>
              <a:gd name="connsiteX90" fmla="*/ 9143714 w 9143713"/>
              <a:gd name="connsiteY90" fmla="*/ 2221897 h 2221896"/>
              <a:gd name="connsiteX91" fmla="*/ 0 w 9143713"/>
              <a:gd name="connsiteY91" fmla="*/ 2221897 h 2221896"/>
              <a:gd name="connsiteX92" fmla="*/ 0 w 9143713"/>
              <a:gd name="connsiteY92" fmla="*/ 1103376 h 2221896"/>
              <a:gd name="connsiteX0-1" fmla="*/ 9143714 w 9212292"/>
              <a:gd name="connsiteY0-2" fmla="*/ 2221897 h 2290475"/>
              <a:gd name="connsiteX1-3" fmla="*/ 0 w 9212292"/>
              <a:gd name="connsiteY1-4" fmla="*/ 2221897 h 2290475"/>
              <a:gd name="connsiteX2-5" fmla="*/ 0 w 9212292"/>
              <a:gd name="connsiteY2-6" fmla="*/ 1103376 h 2290475"/>
              <a:gd name="connsiteX3-7" fmla="*/ 0 w 9212292"/>
              <a:gd name="connsiteY3-8" fmla="*/ 1103948 h 2290475"/>
              <a:gd name="connsiteX4-9" fmla="*/ 39815 w 9212292"/>
              <a:gd name="connsiteY4-10" fmla="*/ 1110806 h 2290475"/>
              <a:gd name="connsiteX5-11" fmla="*/ 79915 w 9212292"/>
              <a:gd name="connsiteY5-12" fmla="*/ 1149572 h 2290475"/>
              <a:gd name="connsiteX6-13" fmla="*/ 147447 w 9212292"/>
              <a:gd name="connsiteY6-14" fmla="*/ 1193768 h 2290475"/>
              <a:gd name="connsiteX7-15" fmla="*/ 185261 w 9212292"/>
              <a:gd name="connsiteY7-16" fmla="*/ 1191959 h 2290475"/>
              <a:gd name="connsiteX8-17" fmla="*/ 225838 w 9212292"/>
              <a:gd name="connsiteY8-18" fmla="*/ 1206532 h 2290475"/>
              <a:gd name="connsiteX9-19" fmla="*/ 273749 w 9212292"/>
              <a:gd name="connsiteY9-20" fmla="*/ 1203770 h 2290475"/>
              <a:gd name="connsiteX10-21" fmla="*/ 348044 w 9212292"/>
              <a:gd name="connsiteY10-22" fmla="*/ 1278065 h 2290475"/>
              <a:gd name="connsiteX11-23" fmla="*/ 416433 w 9212292"/>
              <a:gd name="connsiteY11-24" fmla="*/ 1269397 h 2290475"/>
              <a:gd name="connsiteX12-25" fmla="*/ 464344 w 9212292"/>
              <a:gd name="connsiteY12-26" fmla="*/ 1260729 h 2290475"/>
              <a:gd name="connsiteX13-27" fmla="*/ 500348 w 9212292"/>
              <a:gd name="connsiteY13-28" fmla="*/ 1237488 h 2290475"/>
              <a:gd name="connsiteX14-29" fmla="*/ 544163 w 9212292"/>
              <a:gd name="connsiteY14-30" fmla="*/ 1253871 h 2290475"/>
              <a:gd name="connsiteX15-31" fmla="*/ 603885 w 9212292"/>
              <a:gd name="connsiteY15-32" fmla="*/ 1252919 h 2290475"/>
              <a:gd name="connsiteX16-33" fmla="*/ 641318 w 9212292"/>
              <a:gd name="connsiteY16-34" fmla="*/ 1241965 h 2290475"/>
              <a:gd name="connsiteX17-35" fmla="*/ 689610 w 9212292"/>
              <a:gd name="connsiteY17-36" fmla="*/ 1255681 h 2290475"/>
              <a:gd name="connsiteX18-37" fmla="*/ 724281 w 9212292"/>
              <a:gd name="connsiteY18-38" fmla="*/ 1248823 h 2290475"/>
              <a:gd name="connsiteX19-39" fmla="*/ 757523 w 9212292"/>
              <a:gd name="connsiteY19-40" fmla="*/ 1273493 h 2290475"/>
              <a:gd name="connsiteX20-41" fmla="*/ 810863 w 9212292"/>
              <a:gd name="connsiteY20-42" fmla="*/ 1271207 h 2290475"/>
              <a:gd name="connsiteX21-43" fmla="*/ 842296 w 9212292"/>
              <a:gd name="connsiteY21-44" fmla="*/ 1257491 h 2290475"/>
              <a:gd name="connsiteX22-45" fmla="*/ 896112 w 9212292"/>
              <a:gd name="connsiteY22-46" fmla="*/ 1274350 h 2290475"/>
              <a:gd name="connsiteX23-47" fmla="*/ 912971 w 9212292"/>
              <a:gd name="connsiteY23-48" fmla="*/ 1316736 h 2290475"/>
              <a:gd name="connsiteX24-49" fmla="*/ 992791 w 9212292"/>
              <a:gd name="connsiteY24-50" fmla="*/ 1301687 h 2290475"/>
              <a:gd name="connsiteX25-51" fmla="*/ 1044321 w 9212292"/>
              <a:gd name="connsiteY25-52" fmla="*/ 1324927 h 2290475"/>
              <a:gd name="connsiteX26-53" fmla="*/ 1130046 w 9212292"/>
              <a:gd name="connsiteY26-54" fmla="*/ 1380077 h 2290475"/>
              <a:gd name="connsiteX27-55" fmla="*/ 1189292 w 9212292"/>
              <a:gd name="connsiteY27-56" fmla="*/ 1376458 h 2290475"/>
              <a:gd name="connsiteX28-57" fmla="*/ 1224820 w 9212292"/>
              <a:gd name="connsiteY28-58" fmla="*/ 1357313 h 2290475"/>
              <a:gd name="connsiteX29-59" fmla="*/ 1279970 w 9212292"/>
              <a:gd name="connsiteY29-60" fmla="*/ 1360075 h 2290475"/>
              <a:gd name="connsiteX30-61" fmla="*/ 1461421 w 9212292"/>
              <a:gd name="connsiteY30-62" fmla="*/ 1248823 h 2290475"/>
              <a:gd name="connsiteX31-63" fmla="*/ 1591818 w 9212292"/>
              <a:gd name="connsiteY31-64" fmla="*/ 1239202 h 2290475"/>
              <a:gd name="connsiteX32-65" fmla="*/ 1698974 w 9212292"/>
              <a:gd name="connsiteY32-66" fmla="*/ 1256062 h 2290475"/>
              <a:gd name="connsiteX33-67" fmla="*/ 1791081 w 9212292"/>
              <a:gd name="connsiteY33-68" fmla="*/ 1240060 h 2290475"/>
              <a:gd name="connsiteX34-69" fmla="*/ 1894618 w 9212292"/>
              <a:gd name="connsiteY34-70" fmla="*/ 1178052 h 2290475"/>
              <a:gd name="connsiteX35-71" fmla="*/ 1961674 w 9212292"/>
              <a:gd name="connsiteY35-72" fmla="*/ 1113282 h 2290475"/>
              <a:gd name="connsiteX36-73" fmla="*/ 2013680 w 9212292"/>
              <a:gd name="connsiteY36-74" fmla="*/ 1063085 h 2290475"/>
              <a:gd name="connsiteX37-75" fmla="*/ 2096167 w 9212292"/>
              <a:gd name="connsiteY37-76" fmla="*/ 1040702 h 2290475"/>
              <a:gd name="connsiteX38-77" fmla="*/ 2184178 w 9212292"/>
              <a:gd name="connsiteY38-78" fmla="*/ 1081278 h 2290475"/>
              <a:gd name="connsiteX39-79" fmla="*/ 2230660 w 9212292"/>
              <a:gd name="connsiteY39-80" fmla="*/ 1022890 h 2290475"/>
              <a:gd name="connsiteX40-81" fmla="*/ 2327815 w 9212292"/>
              <a:gd name="connsiteY40-82" fmla="*/ 1035177 h 2290475"/>
              <a:gd name="connsiteX41-83" fmla="*/ 2419922 w 9212292"/>
              <a:gd name="connsiteY41-84" fmla="*/ 1029748 h 2290475"/>
              <a:gd name="connsiteX42-85" fmla="*/ 2444972 w 9212292"/>
              <a:gd name="connsiteY42-86" fmla="*/ 1046607 h 2290475"/>
              <a:gd name="connsiteX43-87" fmla="*/ 2547080 w 9212292"/>
              <a:gd name="connsiteY43-88" fmla="*/ 1016984 h 2290475"/>
              <a:gd name="connsiteX44-89" fmla="*/ 2923223 w 9212292"/>
              <a:gd name="connsiteY44-90" fmla="*/ 918972 h 2290475"/>
              <a:gd name="connsiteX45-91" fmla="*/ 2986183 w 9212292"/>
              <a:gd name="connsiteY45-92" fmla="*/ 883634 h 2290475"/>
              <a:gd name="connsiteX46-93" fmla="*/ 3147251 w 9212292"/>
              <a:gd name="connsiteY46-94" fmla="*/ 795433 h 2290475"/>
              <a:gd name="connsiteX47-95" fmla="*/ 3280982 w 9212292"/>
              <a:gd name="connsiteY47-96" fmla="*/ 730949 h 2290475"/>
              <a:gd name="connsiteX48-97" fmla="*/ 3448145 w 9212292"/>
              <a:gd name="connsiteY48-98" fmla="*/ 631889 h 2290475"/>
              <a:gd name="connsiteX49-99" fmla="*/ 3522345 w 9212292"/>
              <a:gd name="connsiteY49-100" fmla="*/ 582073 h 2290475"/>
              <a:gd name="connsiteX50-101" fmla="*/ 3565493 w 9212292"/>
              <a:gd name="connsiteY50-102" fmla="*/ 550450 h 2290475"/>
              <a:gd name="connsiteX51-103" fmla="*/ 3653028 w 9212292"/>
              <a:gd name="connsiteY51-104" fmla="*/ 495109 h 2290475"/>
              <a:gd name="connsiteX52-105" fmla="*/ 3690080 w 9212292"/>
              <a:gd name="connsiteY52-106" fmla="*/ 452533 h 2290475"/>
              <a:gd name="connsiteX53-107" fmla="*/ 3742373 w 9212292"/>
              <a:gd name="connsiteY53-108" fmla="*/ 446437 h 2290475"/>
              <a:gd name="connsiteX54-109" fmla="*/ 3769709 w 9212292"/>
              <a:gd name="connsiteY54-110" fmla="*/ 442817 h 2290475"/>
              <a:gd name="connsiteX55-111" fmla="*/ 3848767 w 9212292"/>
              <a:gd name="connsiteY55-112" fmla="*/ 520637 h 2290475"/>
              <a:gd name="connsiteX56-113" fmla="*/ 3938778 w 9212292"/>
              <a:gd name="connsiteY56-114" fmla="*/ 574167 h 2290475"/>
              <a:gd name="connsiteX57-115" fmla="*/ 4046982 w 9212292"/>
              <a:gd name="connsiteY57-116" fmla="*/ 579596 h 2290475"/>
              <a:gd name="connsiteX58-117" fmla="*/ 4097465 w 9212292"/>
              <a:gd name="connsiteY58-118" fmla="*/ 541877 h 2290475"/>
              <a:gd name="connsiteX59-119" fmla="*/ 4235482 w 9212292"/>
              <a:gd name="connsiteY59-120" fmla="*/ 613029 h 2290475"/>
              <a:gd name="connsiteX60-121" fmla="*/ 4359498 w 9212292"/>
              <a:gd name="connsiteY60-122" fmla="*/ 676847 h 2290475"/>
              <a:gd name="connsiteX61-123" fmla="*/ 4478655 w 9212292"/>
              <a:gd name="connsiteY61-124" fmla="*/ 718185 h 2290475"/>
              <a:gd name="connsiteX62-125" fmla="*/ 4528471 w 9212292"/>
              <a:gd name="connsiteY62-126" fmla="*/ 711518 h 2290475"/>
              <a:gd name="connsiteX63-127" fmla="*/ 4644581 w 9212292"/>
              <a:gd name="connsiteY63-128" fmla="*/ 775335 h 2290475"/>
              <a:gd name="connsiteX64-129" fmla="*/ 4791742 w 9212292"/>
              <a:gd name="connsiteY64-130" fmla="*/ 754094 h 2290475"/>
              <a:gd name="connsiteX65-131" fmla="*/ 4936427 w 9212292"/>
              <a:gd name="connsiteY65-132" fmla="*/ 879920 h 2290475"/>
              <a:gd name="connsiteX66-133" fmla="*/ 5090255 w 9212292"/>
              <a:gd name="connsiteY66-134" fmla="*/ 913924 h 2290475"/>
              <a:gd name="connsiteX67-135" fmla="*/ 5191792 w 9212292"/>
              <a:gd name="connsiteY67-136" fmla="*/ 913352 h 2290475"/>
              <a:gd name="connsiteX68-137" fmla="*/ 5345620 w 9212292"/>
              <a:gd name="connsiteY68-138" fmla="*/ 963168 h 2290475"/>
              <a:gd name="connsiteX69-139" fmla="*/ 5604034 w 9212292"/>
              <a:gd name="connsiteY69-140" fmla="*/ 797147 h 2290475"/>
              <a:gd name="connsiteX70-141" fmla="*/ 5767578 w 9212292"/>
              <a:gd name="connsiteY70-142" fmla="*/ 722376 h 2290475"/>
              <a:gd name="connsiteX71-143" fmla="*/ 5877021 w 9212292"/>
              <a:gd name="connsiteY71-144" fmla="*/ 774097 h 2290475"/>
              <a:gd name="connsiteX72-145" fmla="*/ 5929884 w 9212292"/>
              <a:gd name="connsiteY72-146" fmla="*/ 730282 h 2290475"/>
              <a:gd name="connsiteX73-147" fmla="*/ 6018657 w 9212292"/>
              <a:gd name="connsiteY73-148" fmla="*/ 812959 h 2290475"/>
              <a:gd name="connsiteX74-149" fmla="*/ 6095905 w 9212292"/>
              <a:gd name="connsiteY74-150" fmla="*/ 814769 h 2290475"/>
              <a:gd name="connsiteX75-151" fmla="*/ 6818186 w 9212292"/>
              <a:gd name="connsiteY75-152" fmla="*/ 211646 h 2290475"/>
              <a:gd name="connsiteX76-153" fmla="*/ 6958584 w 9212292"/>
              <a:gd name="connsiteY76-154" fmla="*/ 249936 h 2290475"/>
              <a:gd name="connsiteX77-155" fmla="*/ 7153751 w 9212292"/>
              <a:gd name="connsiteY77-156" fmla="*/ 410432 h 2290475"/>
              <a:gd name="connsiteX78-157" fmla="*/ 7212140 w 9212292"/>
              <a:gd name="connsiteY78-158" fmla="*/ 423196 h 2290475"/>
              <a:gd name="connsiteX79-159" fmla="*/ 7281482 w 9212292"/>
              <a:gd name="connsiteY79-160" fmla="*/ 357569 h 2290475"/>
              <a:gd name="connsiteX80-161" fmla="*/ 7400068 w 9212292"/>
              <a:gd name="connsiteY80-162" fmla="*/ 465201 h 2290475"/>
              <a:gd name="connsiteX81-163" fmla="*/ 7744778 w 9212292"/>
              <a:gd name="connsiteY81-164" fmla="*/ 149638 h 2290475"/>
              <a:gd name="connsiteX82-165" fmla="*/ 7866983 w 9212292"/>
              <a:gd name="connsiteY82-166" fmla="*/ 135065 h 2290475"/>
              <a:gd name="connsiteX83-167" fmla="*/ 7954518 w 9212292"/>
              <a:gd name="connsiteY83-168" fmla="*/ 74867 h 2290475"/>
              <a:gd name="connsiteX84-169" fmla="*/ 8011097 w 9212292"/>
              <a:gd name="connsiteY84-170" fmla="*/ 52959 h 2290475"/>
              <a:gd name="connsiteX85-171" fmla="*/ 8116919 w 9212292"/>
              <a:gd name="connsiteY85-172" fmla="*/ 180594 h 2290475"/>
              <a:gd name="connsiteX86-173" fmla="*/ 8255508 w 9212292"/>
              <a:gd name="connsiteY86-174" fmla="*/ 60198 h 2290475"/>
              <a:gd name="connsiteX87-175" fmla="*/ 8352187 w 9212292"/>
              <a:gd name="connsiteY87-176" fmla="*/ 0 h 2290475"/>
              <a:gd name="connsiteX88-177" fmla="*/ 8423339 w 9212292"/>
              <a:gd name="connsiteY88-178" fmla="*/ 111252 h 2290475"/>
              <a:gd name="connsiteX89-179" fmla="*/ 8550973 w 9212292"/>
              <a:gd name="connsiteY89-180" fmla="*/ 109442 h 2290475"/>
              <a:gd name="connsiteX90-181" fmla="*/ 8751570 w 9212292"/>
              <a:gd name="connsiteY90-182" fmla="*/ 390334 h 2290475"/>
              <a:gd name="connsiteX91-183" fmla="*/ 9099899 w 9212292"/>
              <a:gd name="connsiteY91-184" fmla="*/ 662083 h 2290475"/>
              <a:gd name="connsiteX92-185" fmla="*/ 9143714 w 9212292"/>
              <a:gd name="connsiteY92-186" fmla="*/ 703993 h 2290475"/>
              <a:gd name="connsiteX93" fmla="*/ 9212292 w 9212292"/>
              <a:gd name="connsiteY93" fmla="*/ 2290475 h 2290475"/>
              <a:gd name="connsiteX0-187" fmla="*/ 9143714 w 9143714"/>
              <a:gd name="connsiteY0-188" fmla="*/ 2221897 h 2221897"/>
              <a:gd name="connsiteX1-189" fmla="*/ 0 w 9143714"/>
              <a:gd name="connsiteY1-190" fmla="*/ 2221897 h 2221897"/>
              <a:gd name="connsiteX2-191" fmla="*/ 0 w 9143714"/>
              <a:gd name="connsiteY2-192" fmla="*/ 1103376 h 2221897"/>
              <a:gd name="connsiteX3-193" fmla="*/ 0 w 9143714"/>
              <a:gd name="connsiteY3-194" fmla="*/ 1103948 h 2221897"/>
              <a:gd name="connsiteX4-195" fmla="*/ 39815 w 9143714"/>
              <a:gd name="connsiteY4-196" fmla="*/ 1110806 h 2221897"/>
              <a:gd name="connsiteX5-197" fmla="*/ 79915 w 9143714"/>
              <a:gd name="connsiteY5-198" fmla="*/ 1149572 h 2221897"/>
              <a:gd name="connsiteX6-199" fmla="*/ 147447 w 9143714"/>
              <a:gd name="connsiteY6-200" fmla="*/ 1193768 h 2221897"/>
              <a:gd name="connsiteX7-201" fmla="*/ 185261 w 9143714"/>
              <a:gd name="connsiteY7-202" fmla="*/ 1191959 h 2221897"/>
              <a:gd name="connsiteX8-203" fmla="*/ 225838 w 9143714"/>
              <a:gd name="connsiteY8-204" fmla="*/ 1206532 h 2221897"/>
              <a:gd name="connsiteX9-205" fmla="*/ 273749 w 9143714"/>
              <a:gd name="connsiteY9-206" fmla="*/ 1203770 h 2221897"/>
              <a:gd name="connsiteX10-207" fmla="*/ 348044 w 9143714"/>
              <a:gd name="connsiteY10-208" fmla="*/ 1278065 h 2221897"/>
              <a:gd name="connsiteX11-209" fmla="*/ 416433 w 9143714"/>
              <a:gd name="connsiteY11-210" fmla="*/ 1269397 h 2221897"/>
              <a:gd name="connsiteX12-211" fmla="*/ 464344 w 9143714"/>
              <a:gd name="connsiteY12-212" fmla="*/ 1260729 h 2221897"/>
              <a:gd name="connsiteX13-213" fmla="*/ 500348 w 9143714"/>
              <a:gd name="connsiteY13-214" fmla="*/ 1237488 h 2221897"/>
              <a:gd name="connsiteX14-215" fmla="*/ 544163 w 9143714"/>
              <a:gd name="connsiteY14-216" fmla="*/ 1253871 h 2221897"/>
              <a:gd name="connsiteX15-217" fmla="*/ 603885 w 9143714"/>
              <a:gd name="connsiteY15-218" fmla="*/ 1252919 h 2221897"/>
              <a:gd name="connsiteX16-219" fmla="*/ 641318 w 9143714"/>
              <a:gd name="connsiteY16-220" fmla="*/ 1241965 h 2221897"/>
              <a:gd name="connsiteX17-221" fmla="*/ 689610 w 9143714"/>
              <a:gd name="connsiteY17-222" fmla="*/ 1255681 h 2221897"/>
              <a:gd name="connsiteX18-223" fmla="*/ 724281 w 9143714"/>
              <a:gd name="connsiteY18-224" fmla="*/ 1248823 h 2221897"/>
              <a:gd name="connsiteX19-225" fmla="*/ 757523 w 9143714"/>
              <a:gd name="connsiteY19-226" fmla="*/ 1273493 h 2221897"/>
              <a:gd name="connsiteX20-227" fmla="*/ 810863 w 9143714"/>
              <a:gd name="connsiteY20-228" fmla="*/ 1271207 h 2221897"/>
              <a:gd name="connsiteX21-229" fmla="*/ 842296 w 9143714"/>
              <a:gd name="connsiteY21-230" fmla="*/ 1257491 h 2221897"/>
              <a:gd name="connsiteX22-231" fmla="*/ 896112 w 9143714"/>
              <a:gd name="connsiteY22-232" fmla="*/ 1274350 h 2221897"/>
              <a:gd name="connsiteX23-233" fmla="*/ 912971 w 9143714"/>
              <a:gd name="connsiteY23-234" fmla="*/ 1316736 h 2221897"/>
              <a:gd name="connsiteX24-235" fmla="*/ 992791 w 9143714"/>
              <a:gd name="connsiteY24-236" fmla="*/ 1301687 h 2221897"/>
              <a:gd name="connsiteX25-237" fmla="*/ 1044321 w 9143714"/>
              <a:gd name="connsiteY25-238" fmla="*/ 1324927 h 2221897"/>
              <a:gd name="connsiteX26-239" fmla="*/ 1130046 w 9143714"/>
              <a:gd name="connsiteY26-240" fmla="*/ 1380077 h 2221897"/>
              <a:gd name="connsiteX27-241" fmla="*/ 1189292 w 9143714"/>
              <a:gd name="connsiteY27-242" fmla="*/ 1376458 h 2221897"/>
              <a:gd name="connsiteX28-243" fmla="*/ 1224820 w 9143714"/>
              <a:gd name="connsiteY28-244" fmla="*/ 1357313 h 2221897"/>
              <a:gd name="connsiteX29-245" fmla="*/ 1279970 w 9143714"/>
              <a:gd name="connsiteY29-246" fmla="*/ 1360075 h 2221897"/>
              <a:gd name="connsiteX30-247" fmla="*/ 1461421 w 9143714"/>
              <a:gd name="connsiteY30-248" fmla="*/ 1248823 h 2221897"/>
              <a:gd name="connsiteX31-249" fmla="*/ 1591818 w 9143714"/>
              <a:gd name="connsiteY31-250" fmla="*/ 1239202 h 2221897"/>
              <a:gd name="connsiteX32-251" fmla="*/ 1698974 w 9143714"/>
              <a:gd name="connsiteY32-252" fmla="*/ 1256062 h 2221897"/>
              <a:gd name="connsiteX33-253" fmla="*/ 1791081 w 9143714"/>
              <a:gd name="connsiteY33-254" fmla="*/ 1240060 h 2221897"/>
              <a:gd name="connsiteX34-255" fmla="*/ 1894618 w 9143714"/>
              <a:gd name="connsiteY34-256" fmla="*/ 1178052 h 2221897"/>
              <a:gd name="connsiteX35-257" fmla="*/ 1961674 w 9143714"/>
              <a:gd name="connsiteY35-258" fmla="*/ 1113282 h 2221897"/>
              <a:gd name="connsiteX36-259" fmla="*/ 2013680 w 9143714"/>
              <a:gd name="connsiteY36-260" fmla="*/ 1063085 h 2221897"/>
              <a:gd name="connsiteX37-261" fmla="*/ 2096167 w 9143714"/>
              <a:gd name="connsiteY37-262" fmla="*/ 1040702 h 2221897"/>
              <a:gd name="connsiteX38-263" fmla="*/ 2184178 w 9143714"/>
              <a:gd name="connsiteY38-264" fmla="*/ 1081278 h 2221897"/>
              <a:gd name="connsiteX39-265" fmla="*/ 2230660 w 9143714"/>
              <a:gd name="connsiteY39-266" fmla="*/ 1022890 h 2221897"/>
              <a:gd name="connsiteX40-267" fmla="*/ 2327815 w 9143714"/>
              <a:gd name="connsiteY40-268" fmla="*/ 1035177 h 2221897"/>
              <a:gd name="connsiteX41-269" fmla="*/ 2419922 w 9143714"/>
              <a:gd name="connsiteY41-270" fmla="*/ 1029748 h 2221897"/>
              <a:gd name="connsiteX42-271" fmla="*/ 2444972 w 9143714"/>
              <a:gd name="connsiteY42-272" fmla="*/ 1046607 h 2221897"/>
              <a:gd name="connsiteX43-273" fmla="*/ 2547080 w 9143714"/>
              <a:gd name="connsiteY43-274" fmla="*/ 1016984 h 2221897"/>
              <a:gd name="connsiteX44-275" fmla="*/ 2923223 w 9143714"/>
              <a:gd name="connsiteY44-276" fmla="*/ 918972 h 2221897"/>
              <a:gd name="connsiteX45-277" fmla="*/ 2986183 w 9143714"/>
              <a:gd name="connsiteY45-278" fmla="*/ 883634 h 2221897"/>
              <a:gd name="connsiteX46-279" fmla="*/ 3147251 w 9143714"/>
              <a:gd name="connsiteY46-280" fmla="*/ 795433 h 2221897"/>
              <a:gd name="connsiteX47-281" fmla="*/ 3280982 w 9143714"/>
              <a:gd name="connsiteY47-282" fmla="*/ 730949 h 2221897"/>
              <a:gd name="connsiteX48-283" fmla="*/ 3448145 w 9143714"/>
              <a:gd name="connsiteY48-284" fmla="*/ 631889 h 2221897"/>
              <a:gd name="connsiteX49-285" fmla="*/ 3522345 w 9143714"/>
              <a:gd name="connsiteY49-286" fmla="*/ 582073 h 2221897"/>
              <a:gd name="connsiteX50-287" fmla="*/ 3565493 w 9143714"/>
              <a:gd name="connsiteY50-288" fmla="*/ 550450 h 2221897"/>
              <a:gd name="connsiteX51-289" fmla="*/ 3653028 w 9143714"/>
              <a:gd name="connsiteY51-290" fmla="*/ 495109 h 2221897"/>
              <a:gd name="connsiteX52-291" fmla="*/ 3690080 w 9143714"/>
              <a:gd name="connsiteY52-292" fmla="*/ 452533 h 2221897"/>
              <a:gd name="connsiteX53-293" fmla="*/ 3742373 w 9143714"/>
              <a:gd name="connsiteY53-294" fmla="*/ 446437 h 2221897"/>
              <a:gd name="connsiteX54-295" fmla="*/ 3769709 w 9143714"/>
              <a:gd name="connsiteY54-296" fmla="*/ 442817 h 2221897"/>
              <a:gd name="connsiteX55-297" fmla="*/ 3848767 w 9143714"/>
              <a:gd name="connsiteY55-298" fmla="*/ 520637 h 2221897"/>
              <a:gd name="connsiteX56-299" fmla="*/ 3938778 w 9143714"/>
              <a:gd name="connsiteY56-300" fmla="*/ 574167 h 2221897"/>
              <a:gd name="connsiteX57-301" fmla="*/ 4046982 w 9143714"/>
              <a:gd name="connsiteY57-302" fmla="*/ 579596 h 2221897"/>
              <a:gd name="connsiteX58-303" fmla="*/ 4097465 w 9143714"/>
              <a:gd name="connsiteY58-304" fmla="*/ 541877 h 2221897"/>
              <a:gd name="connsiteX59-305" fmla="*/ 4235482 w 9143714"/>
              <a:gd name="connsiteY59-306" fmla="*/ 613029 h 2221897"/>
              <a:gd name="connsiteX60-307" fmla="*/ 4359498 w 9143714"/>
              <a:gd name="connsiteY60-308" fmla="*/ 676847 h 2221897"/>
              <a:gd name="connsiteX61-309" fmla="*/ 4478655 w 9143714"/>
              <a:gd name="connsiteY61-310" fmla="*/ 718185 h 2221897"/>
              <a:gd name="connsiteX62-311" fmla="*/ 4528471 w 9143714"/>
              <a:gd name="connsiteY62-312" fmla="*/ 711518 h 2221897"/>
              <a:gd name="connsiteX63-313" fmla="*/ 4644581 w 9143714"/>
              <a:gd name="connsiteY63-314" fmla="*/ 775335 h 2221897"/>
              <a:gd name="connsiteX64-315" fmla="*/ 4791742 w 9143714"/>
              <a:gd name="connsiteY64-316" fmla="*/ 754094 h 2221897"/>
              <a:gd name="connsiteX65-317" fmla="*/ 4936427 w 9143714"/>
              <a:gd name="connsiteY65-318" fmla="*/ 879920 h 2221897"/>
              <a:gd name="connsiteX66-319" fmla="*/ 5090255 w 9143714"/>
              <a:gd name="connsiteY66-320" fmla="*/ 913924 h 2221897"/>
              <a:gd name="connsiteX67-321" fmla="*/ 5191792 w 9143714"/>
              <a:gd name="connsiteY67-322" fmla="*/ 913352 h 2221897"/>
              <a:gd name="connsiteX68-323" fmla="*/ 5345620 w 9143714"/>
              <a:gd name="connsiteY68-324" fmla="*/ 963168 h 2221897"/>
              <a:gd name="connsiteX69-325" fmla="*/ 5604034 w 9143714"/>
              <a:gd name="connsiteY69-326" fmla="*/ 797147 h 2221897"/>
              <a:gd name="connsiteX70-327" fmla="*/ 5767578 w 9143714"/>
              <a:gd name="connsiteY70-328" fmla="*/ 722376 h 2221897"/>
              <a:gd name="connsiteX71-329" fmla="*/ 5877021 w 9143714"/>
              <a:gd name="connsiteY71-330" fmla="*/ 774097 h 2221897"/>
              <a:gd name="connsiteX72-331" fmla="*/ 5929884 w 9143714"/>
              <a:gd name="connsiteY72-332" fmla="*/ 730282 h 2221897"/>
              <a:gd name="connsiteX73-333" fmla="*/ 6018657 w 9143714"/>
              <a:gd name="connsiteY73-334" fmla="*/ 812959 h 2221897"/>
              <a:gd name="connsiteX74-335" fmla="*/ 6095905 w 9143714"/>
              <a:gd name="connsiteY74-336" fmla="*/ 814769 h 2221897"/>
              <a:gd name="connsiteX75-337" fmla="*/ 6818186 w 9143714"/>
              <a:gd name="connsiteY75-338" fmla="*/ 211646 h 2221897"/>
              <a:gd name="connsiteX76-339" fmla="*/ 6958584 w 9143714"/>
              <a:gd name="connsiteY76-340" fmla="*/ 249936 h 2221897"/>
              <a:gd name="connsiteX77-341" fmla="*/ 7153751 w 9143714"/>
              <a:gd name="connsiteY77-342" fmla="*/ 410432 h 2221897"/>
              <a:gd name="connsiteX78-343" fmla="*/ 7212140 w 9143714"/>
              <a:gd name="connsiteY78-344" fmla="*/ 423196 h 2221897"/>
              <a:gd name="connsiteX79-345" fmla="*/ 7281482 w 9143714"/>
              <a:gd name="connsiteY79-346" fmla="*/ 357569 h 2221897"/>
              <a:gd name="connsiteX80-347" fmla="*/ 7400068 w 9143714"/>
              <a:gd name="connsiteY80-348" fmla="*/ 465201 h 2221897"/>
              <a:gd name="connsiteX81-349" fmla="*/ 7744778 w 9143714"/>
              <a:gd name="connsiteY81-350" fmla="*/ 149638 h 2221897"/>
              <a:gd name="connsiteX82-351" fmla="*/ 7866983 w 9143714"/>
              <a:gd name="connsiteY82-352" fmla="*/ 135065 h 2221897"/>
              <a:gd name="connsiteX83-353" fmla="*/ 7954518 w 9143714"/>
              <a:gd name="connsiteY83-354" fmla="*/ 74867 h 2221897"/>
              <a:gd name="connsiteX84-355" fmla="*/ 8011097 w 9143714"/>
              <a:gd name="connsiteY84-356" fmla="*/ 52959 h 2221897"/>
              <a:gd name="connsiteX85-357" fmla="*/ 8116919 w 9143714"/>
              <a:gd name="connsiteY85-358" fmla="*/ 180594 h 2221897"/>
              <a:gd name="connsiteX86-359" fmla="*/ 8255508 w 9143714"/>
              <a:gd name="connsiteY86-360" fmla="*/ 60198 h 2221897"/>
              <a:gd name="connsiteX87-361" fmla="*/ 8352187 w 9143714"/>
              <a:gd name="connsiteY87-362" fmla="*/ 0 h 2221897"/>
              <a:gd name="connsiteX88-363" fmla="*/ 8423339 w 9143714"/>
              <a:gd name="connsiteY88-364" fmla="*/ 111252 h 2221897"/>
              <a:gd name="connsiteX89-365" fmla="*/ 8550973 w 9143714"/>
              <a:gd name="connsiteY89-366" fmla="*/ 109442 h 2221897"/>
              <a:gd name="connsiteX90-367" fmla="*/ 8751570 w 9143714"/>
              <a:gd name="connsiteY90-368" fmla="*/ 390334 h 2221897"/>
              <a:gd name="connsiteX91-369" fmla="*/ 9099899 w 9143714"/>
              <a:gd name="connsiteY91-370" fmla="*/ 662083 h 2221897"/>
              <a:gd name="connsiteX92-371" fmla="*/ 9143714 w 9143714"/>
              <a:gd name="connsiteY92-372" fmla="*/ 703993 h 2221897"/>
              <a:gd name="connsiteX0-373" fmla="*/ 0 w 9143714"/>
              <a:gd name="connsiteY0-374" fmla="*/ 2221897 h 2221897"/>
              <a:gd name="connsiteX1-375" fmla="*/ 0 w 9143714"/>
              <a:gd name="connsiteY1-376" fmla="*/ 1103376 h 2221897"/>
              <a:gd name="connsiteX2-377" fmla="*/ 0 w 9143714"/>
              <a:gd name="connsiteY2-378" fmla="*/ 1103948 h 2221897"/>
              <a:gd name="connsiteX3-379" fmla="*/ 39815 w 9143714"/>
              <a:gd name="connsiteY3-380" fmla="*/ 1110806 h 2221897"/>
              <a:gd name="connsiteX4-381" fmla="*/ 79915 w 9143714"/>
              <a:gd name="connsiteY4-382" fmla="*/ 1149572 h 2221897"/>
              <a:gd name="connsiteX5-383" fmla="*/ 147447 w 9143714"/>
              <a:gd name="connsiteY5-384" fmla="*/ 1193768 h 2221897"/>
              <a:gd name="connsiteX6-385" fmla="*/ 185261 w 9143714"/>
              <a:gd name="connsiteY6-386" fmla="*/ 1191959 h 2221897"/>
              <a:gd name="connsiteX7-387" fmla="*/ 225838 w 9143714"/>
              <a:gd name="connsiteY7-388" fmla="*/ 1206532 h 2221897"/>
              <a:gd name="connsiteX8-389" fmla="*/ 273749 w 9143714"/>
              <a:gd name="connsiteY8-390" fmla="*/ 1203770 h 2221897"/>
              <a:gd name="connsiteX9-391" fmla="*/ 348044 w 9143714"/>
              <a:gd name="connsiteY9-392" fmla="*/ 1278065 h 2221897"/>
              <a:gd name="connsiteX10-393" fmla="*/ 416433 w 9143714"/>
              <a:gd name="connsiteY10-394" fmla="*/ 1269397 h 2221897"/>
              <a:gd name="connsiteX11-395" fmla="*/ 464344 w 9143714"/>
              <a:gd name="connsiteY11-396" fmla="*/ 1260729 h 2221897"/>
              <a:gd name="connsiteX12-397" fmla="*/ 500348 w 9143714"/>
              <a:gd name="connsiteY12-398" fmla="*/ 1237488 h 2221897"/>
              <a:gd name="connsiteX13-399" fmla="*/ 544163 w 9143714"/>
              <a:gd name="connsiteY13-400" fmla="*/ 1253871 h 2221897"/>
              <a:gd name="connsiteX14-401" fmla="*/ 603885 w 9143714"/>
              <a:gd name="connsiteY14-402" fmla="*/ 1252919 h 2221897"/>
              <a:gd name="connsiteX15-403" fmla="*/ 641318 w 9143714"/>
              <a:gd name="connsiteY15-404" fmla="*/ 1241965 h 2221897"/>
              <a:gd name="connsiteX16-405" fmla="*/ 689610 w 9143714"/>
              <a:gd name="connsiteY16-406" fmla="*/ 1255681 h 2221897"/>
              <a:gd name="connsiteX17-407" fmla="*/ 724281 w 9143714"/>
              <a:gd name="connsiteY17-408" fmla="*/ 1248823 h 2221897"/>
              <a:gd name="connsiteX18-409" fmla="*/ 757523 w 9143714"/>
              <a:gd name="connsiteY18-410" fmla="*/ 1273493 h 2221897"/>
              <a:gd name="connsiteX19-411" fmla="*/ 810863 w 9143714"/>
              <a:gd name="connsiteY19-412" fmla="*/ 1271207 h 2221897"/>
              <a:gd name="connsiteX20-413" fmla="*/ 842296 w 9143714"/>
              <a:gd name="connsiteY20-414" fmla="*/ 1257491 h 2221897"/>
              <a:gd name="connsiteX21-415" fmla="*/ 896112 w 9143714"/>
              <a:gd name="connsiteY21-416" fmla="*/ 1274350 h 2221897"/>
              <a:gd name="connsiteX22-417" fmla="*/ 912971 w 9143714"/>
              <a:gd name="connsiteY22-418" fmla="*/ 1316736 h 2221897"/>
              <a:gd name="connsiteX23-419" fmla="*/ 992791 w 9143714"/>
              <a:gd name="connsiteY23-420" fmla="*/ 1301687 h 2221897"/>
              <a:gd name="connsiteX24-421" fmla="*/ 1044321 w 9143714"/>
              <a:gd name="connsiteY24-422" fmla="*/ 1324927 h 2221897"/>
              <a:gd name="connsiteX25-423" fmla="*/ 1130046 w 9143714"/>
              <a:gd name="connsiteY25-424" fmla="*/ 1380077 h 2221897"/>
              <a:gd name="connsiteX26-425" fmla="*/ 1189292 w 9143714"/>
              <a:gd name="connsiteY26-426" fmla="*/ 1376458 h 2221897"/>
              <a:gd name="connsiteX27-427" fmla="*/ 1224820 w 9143714"/>
              <a:gd name="connsiteY27-428" fmla="*/ 1357313 h 2221897"/>
              <a:gd name="connsiteX28-429" fmla="*/ 1279970 w 9143714"/>
              <a:gd name="connsiteY28-430" fmla="*/ 1360075 h 2221897"/>
              <a:gd name="connsiteX29-431" fmla="*/ 1461421 w 9143714"/>
              <a:gd name="connsiteY29-432" fmla="*/ 1248823 h 2221897"/>
              <a:gd name="connsiteX30-433" fmla="*/ 1591818 w 9143714"/>
              <a:gd name="connsiteY30-434" fmla="*/ 1239202 h 2221897"/>
              <a:gd name="connsiteX31-435" fmla="*/ 1698974 w 9143714"/>
              <a:gd name="connsiteY31-436" fmla="*/ 1256062 h 2221897"/>
              <a:gd name="connsiteX32-437" fmla="*/ 1791081 w 9143714"/>
              <a:gd name="connsiteY32-438" fmla="*/ 1240060 h 2221897"/>
              <a:gd name="connsiteX33-439" fmla="*/ 1894618 w 9143714"/>
              <a:gd name="connsiteY33-440" fmla="*/ 1178052 h 2221897"/>
              <a:gd name="connsiteX34-441" fmla="*/ 1961674 w 9143714"/>
              <a:gd name="connsiteY34-442" fmla="*/ 1113282 h 2221897"/>
              <a:gd name="connsiteX35-443" fmla="*/ 2013680 w 9143714"/>
              <a:gd name="connsiteY35-444" fmla="*/ 1063085 h 2221897"/>
              <a:gd name="connsiteX36-445" fmla="*/ 2096167 w 9143714"/>
              <a:gd name="connsiteY36-446" fmla="*/ 1040702 h 2221897"/>
              <a:gd name="connsiteX37-447" fmla="*/ 2184178 w 9143714"/>
              <a:gd name="connsiteY37-448" fmla="*/ 1081278 h 2221897"/>
              <a:gd name="connsiteX38-449" fmla="*/ 2230660 w 9143714"/>
              <a:gd name="connsiteY38-450" fmla="*/ 1022890 h 2221897"/>
              <a:gd name="connsiteX39-451" fmla="*/ 2327815 w 9143714"/>
              <a:gd name="connsiteY39-452" fmla="*/ 1035177 h 2221897"/>
              <a:gd name="connsiteX40-453" fmla="*/ 2419922 w 9143714"/>
              <a:gd name="connsiteY40-454" fmla="*/ 1029748 h 2221897"/>
              <a:gd name="connsiteX41-455" fmla="*/ 2444972 w 9143714"/>
              <a:gd name="connsiteY41-456" fmla="*/ 1046607 h 2221897"/>
              <a:gd name="connsiteX42-457" fmla="*/ 2547080 w 9143714"/>
              <a:gd name="connsiteY42-458" fmla="*/ 1016984 h 2221897"/>
              <a:gd name="connsiteX43-459" fmla="*/ 2923223 w 9143714"/>
              <a:gd name="connsiteY43-460" fmla="*/ 918972 h 2221897"/>
              <a:gd name="connsiteX44-461" fmla="*/ 2986183 w 9143714"/>
              <a:gd name="connsiteY44-462" fmla="*/ 883634 h 2221897"/>
              <a:gd name="connsiteX45-463" fmla="*/ 3147251 w 9143714"/>
              <a:gd name="connsiteY45-464" fmla="*/ 795433 h 2221897"/>
              <a:gd name="connsiteX46-465" fmla="*/ 3280982 w 9143714"/>
              <a:gd name="connsiteY46-466" fmla="*/ 730949 h 2221897"/>
              <a:gd name="connsiteX47-467" fmla="*/ 3448145 w 9143714"/>
              <a:gd name="connsiteY47-468" fmla="*/ 631889 h 2221897"/>
              <a:gd name="connsiteX48-469" fmla="*/ 3522345 w 9143714"/>
              <a:gd name="connsiteY48-470" fmla="*/ 582073 h 2221897"/>
              <a:gd name="connsiteX49-471" fmla="*/ 3565493 w 9143714"/>
              <a:gd name="connsiteY49-472" fmla="*/ 550450 h 2221897"/>
              <a:gd name="connsiteX50-473" fmla="*/ 3653028 w 9143714"/>
              <a:gd name="connsiteY50-474" fmla="*/ 495109 h 2221897"/>
              <a:gd name="connsiteX51-475" fmla="*/ 3690080 w 9143714"/>
              <a:gd name="connsiteY51-476" fmla="*/ 452533 h 2221897"/>
              <a:gd name="connsiteX52-477" fmla="*/ 3742373 w 9143714"/>
              <a:gd name="connsiteY52-478" fmla="*/ 446437 h 2221897"/>
              <a:gd name="connsiteX53-479" fmla="*/ 3769709 w 9143714"/>
              <a:gd name="connsiteY53-480" fmla="*/ 442817 h 2221897"/>
              <a:gd name="connsiteX54-481" fmla="*/ 3848767 w 9143714"/>
              <a:gd name="connsiteY54-482" fmla="*/ 520637 h 2221897"/>
              <a:gd name="connsiteX55-483" fmla="*/ 3938778 w 9143714"/>
              <a:gd name="connsiteY55-484" fmla="*/ 574167 h 2221897"/>
              <a:gd name="connsiteX56-485" fmla="*/ 4046982 w 9143714"/>
              <a:gd name="connsiteY56-486" fmla="*/ 579596 h 2221897"/>
              <a:gd name="connsiteX57-487" fmla="*/ 4097465 w 9143714"/>
              <a:gd name="connsiteY57-488" fmla="*/ 541877 h 2221897"/>
              <a:gd name="connsiteX58-489" fmla="*/ 4235482 w 9143714"/>
              <a:gd name="connsiteY58-490" fmla="*/ 613029 h 2221897"/>
              <a:gd name="connsiteX59-491" fmla="*/ 4359498 w 9143714"/>
              <a:gd name="connsiteY59-492" fmla="*/ 676847 h 2221897"/>
              <a:gd name="connsiteX60-493" fmla="*/ 4478655 w 9143714"/>
              <a:gd name="connsiteY60-494" fmla="*/ 718185 h 2221897"/>
              <a:gd name="connsiteX61-495" fmla="*/ 4528471 w 9143714"/>
              <a:gd name="connsiteY61-496" fmla="*/ 711518 h 2221897"/>
              <a:gd name="connsiteX62-497" fmla="*/ 4644581 w 9143714"/>
              <a:gd name="connsiteY62-498" fmla="*/ 775335 h 2221897"/>
              <a:gd name="connsiteX63-499" fmla="*/ 4791742 w 9143714"/>
              <a:gd name="connsiteY63-500" fmla="*/ 754094 h 2221897"/>
              <a:gd name="connsiteX64-501" fmla="*/ 4936427 w 9143714"/>
              <a:gd name="connsiteY64-502" fmla="*/ 879920 h 2221897"/>
              <a:gd name="connsiteX65-503" fmla="*/ 5090255 w 9143714"/>
              <a:gd name="connsiteY65-504" fmla="*/ 913924 h 2221897"/>
              <a:gd name="connsiteX66-505" fmla="*/ 5191792 w 9143714"/>
              <a:gd name="connsiteY66-506" fmla="*/ 913352 h 2221897"/>
              <a:gd name="connsiteX67-507" fmla="*/ 5345620 w 9143714"/>
              <a:gd name="connsiteY67-508" fmla="*/ 963168 h 2221897"/>
              <a:gd name="connsiteX68-509" fmla="*/ 5604034 w 9143714"/>
              <a:gd name="connsiteY68-510" fmla="*/ 797147 h 2221897"/>
              <a:gd name="connsiteX69-511" fmla="*/ 5767578 w 9143714"/>
              <a:gd name="connsiteY69-512" fmla="*/ 722376 h 2221897"/>
              <a:gd name="connsiteX70-513" fmla="*/ 5877021 w 9143714"/>
              <a:gd name="connsiteY70-514" fmla="*/ 774097 h 2221897"/>
              <a:gd name="connsiteX71-515" fmla="*/ 5929884 w 9143714"/>
              <a:gd name="connsiteY71-516" fmla="*/ 730282 h 2221897"/>
              <a:gd name="connsiteX72-517" fmla="*/ 6018657 w 9143714"/>
              <a:gd name="connsiteY72-518" fmla="*/ 812959 h 2221897"/>
              <a:gd name="connsiteX73-519" fmla="*/ 6095905 w 9143714"/>
              <a:gd name="connsiteY73-520" fmla="*/ 814769 h 2221897"/>
              <a:gd name="connsiteX74-521" fmla="*/ 6818186 w 9143714"/>
              <a:gd name="connsiteY74-522" fmla="*/ 211646 h 2221897"/>
              <a:gd name="connsiteX75-523" fmla="*/ 6958584 w 9143714"/>
              <a:gd name="connsiteY75-524" fmla="*/ 249936 h 2221897"/>
              <a:gd name="connsiteX76-525" fmla="*/ 7153751 w 9143714"/>
              <a:gd name="connsiteY76-526" fmla="*/ 410432 h 2221897"/>
              <a:gd name="connsiteX77-527" fmla="*/ 7212140 w 9143714"/>
              <a:gd name="connsiteY77-528" fmla="*/ 423196 h 2221897"/>
              <a:gd name="connsiteX78-529" fmla="*/ 7281482 w 9143714"/>
              <a:gd name="connsiteY78-530" fmla="*/ 357569 h 2221897"/>
              <a:gd name="connsiteX79-531" fmla="*/ 7400068 w 9143714"/>
              <a:gd name="connsiteY79-532" fmla="*/ 465201 h 2221897"/>
              <a:gd name="connsiteX80-533" fmla="*/ 7744778 w 9143714"/>
              <a:gd name="connsiteY80-534" fmla="*/ 149638 h 2221897"/>
              <a:gd name="connsiteX81-535" fmla="*/ 7866983 w 9143714"/>
              <a:gd name="connsiteY81-536" fmla="*/ 135065 h 2221897"/>
              <a:gd name="connsiteX82-537" fmla="*/ 7954518 w 9143714"/>
              <a:gd name="connsiteY82-538" fmla="*/ 74867 h 2221897"/>
              <a:gd name="connsiteX83-539" fmla="*/ 8011097 w 9143714"/>
              <a:gd name="connsiteY83-540" fmla="*/ 52959 h 2221897"/>
              <a:gd name="connsiteX84-541" fmla="*/ 8116919 w 9143714"/>
              <a:gd name="connsiteY84-542" fmla="*/ 180594 h 2221897"/>
              <a:gd name="connsiteX85-543" fmla="*/ 8255508 w 9143714"/>
              <a:gd name="connsiteY85-544" fmla="*/ 60198 h 2221897"/>
              <a:gd name="connsiteX86-545" fmla="*/ 8352187 w 9143714"/>
              <a:gd name="connsiteY86-546" fmla="*/ 0 h 2221897"/>
              <a:gd name="connsiteX87-547" fmla="*/ 8423339 w 9143714"/>
              <a:gd name="connsiteY87-548" fmla="*/ 111252 h 2221897"/>
              <a:gd name="connsiteX88-549" fmla="*/ 8550973 w 9143714"/>
              <a:gd name="connsiteY88-550" fmla="*/ 109442 h 2221897"/>
              <a:gd name="connsiteX89-551" fmla="*/ 8751570 w 9143714"/>
              <a:gd name="connsiteY89-552" fmla="*/ 390334 h 2221897"/>
              <a:gd name="connsiteX90-553" fmla="*/ 9099899 w 9143714"/>
              <a:gd name="connsiteY90-554" fmla="*/ 662083 h 2221897"/>
              <a:gd name="connsiteX91-555" fmla="*/ 9143714 w 9143714"/>
              <a:gd name="connsiteY91-556" fmla="*/ 703993 h 2221897"/>
              <a:gd name="connsiteX0-557" fmla="*/ 0 w 9143714"/>
              <a:gd name="connsiteY0-558" fmla="*/ 1103376 h 1380077"/>
              <a:gd name="connsiteX1-559" fmla="*/ 0 w 9143714"/>
              <a:gd name="connsiteY1-560" fmla="*/ 1103948 h 1380077"/>
              <a:gd name="connsiteX2-561" fmla="*/ 39815 w 9143714"/>
              <a:gd name="connsiteY2-562" fmla="*/ 1110806 h 1380077"/>
              <a:gd name="connsiteX3-563" fmla="*/ 79915 w 9143714"/>
              <a:gd name="connsiteY3-564" fmla="*/ 1149572 h 1380077"/>
              <a:gd name="connsiteX4-565" fmla="*/ 147447 w 9143714"/>
              <a:gd name="connsiteY4-566" fmla="*/ 1193768 h 1380077"/>
              <a:gd name="connsiteX5-567" fmla="*/ 185261 w 9143714"/>
              <a:gd name="connsiteY5-568" fmla="*/ 1191959 h 1380077"/>
              <a:gd name="connsiteX6-569" fmla="*/ 225838 w 9143714"/>
              <a:gd name="connsiteY6-570" fmla="*/ 1206532 h 1380077"/>
              <a:gd name="connsiteX7-571" fmla="*/ 273749 w 9143714"/>
              <a:gd name="connsiteY7-572" fmla="*/ 1203770 h 1380077"/>
              <a:gd name="connsiteX8-573" fmla="*/ 348044 w 9143714"/>
              <a:gd name="connsiteY8-574" fmla="*/ 1278065 h 1380077"/>
              <a:gd name="connsiteX9-575" fmla="*/ 416433 w 9143714"/>
              <a:gd name="connsiteY9-576" fmla="*/ 1269397 h 1380077"/>
              <a:gd name="connsiteX10-577" fmla="*/ 464344 w 9143714"/>
              <a:gd name="connsiteY10-578" fmla="*/ 1260729 h 1380077"/>
              <a:gd name="connsiteX11-579" fmla="*/ 500348 w 9143714"/>
              <a:gd name="connsiteY11-580" fmla="*/ 1237488 h 1380077"/>
              <a:gd name="connsiteX12-581" fmla="*/ 544163 w 9143714"/>
              <a:gd name="connsiteY12-582" fmla="*/ 1253871 h 1380077"/>
              <a:gd name="connsiteX13-583" fmla="*/ 603885 w 9143714"/>
              <a:gd name="connsiteY13-584" fmla="*/ 1252919 h 1380077"/>
              <a:gd name="connsiteX14-585" fmla="*/ 641318 w 9143714"/>
              <a:gd name="connsiteY14-586" fmla="*/ 1241965 h 1380077"/>
              <a:gd name="connsiteX15-587" fmla="*/ 689610 w 9143714"/>
              <a:gd name="connsiteY15-588" fmla="*/ 1255681 h 1380077"/>
              <a:gd name="connsiteX16-589" fmla="*/ 724281 w 9143714"/>
              <a:gd name="connsiteY16-590" fmla="*/ 1248823 h 1380077"/>
              <a:gd name="connsiteX17-591" fmla="*/ 757523 w 9143714"/>
              <a:gd name="connsiteY17-592" fmla="*/ 1273493 h 1380077"/>
              <a:gd name="connsiteX18-593" fmla="*/ 810863 w 9143714"/>
              <a:gd name="connsiteY18-594" fmla="*/ 1271207 h 1380077"/>
              <a:gd name="connsiteX19-595" fmla="*/ 842296 w 9143714"/>
              <a:gd name="connsiteY19-596" fmla="*/ 1257491 h 1380077"/>
              <a:gd name="connsiteX20-597" fmla="*/ 896112 w 9143714"/>
              <a:gd name="connsiteY20-598" fmla="*/ 1274350 h 1380077"/>
              <a:gd name="connsiteX21-599" fmla="*/ 912971 w 9143714"/>
              <a:gd name="connsiteY21-600" fmla="*/ 1316736 h 1380077"/>
              <a:gd name="connsiteX22-601" fmla="*/ 992791 w 9143714"/>
              <a:gd name="connsiteY22-602" fmla="*/ 1301687 h 1380077"/>
              <a:gd name="connsiteX23-603" fmla="*/ 1044321 w 9143714"/>
              <a:gd name="connsiteY23-604" fmla="*/ 1324927 h 1380077"/>
              <a:gd name="connsiteX24-605" fmla="*/ 1130046 w 9143714"/>
              <a:gd name="connsiteY24-606" fmla="*/ 1380077 h 1380077"/>
              <a:gd name="connsiteX25-607" fmla="*/ 1189292 w 9143714"/>
              <a:gd name="connsiteY25-608" fmla="*/ 1376458 h 1380077"/>
              <a:gd name="connsiteX26-609" fmla="*/ 1224820 w 9143714"/>
              <a:gd name="connsiteY26-610" fmla="*/ 1357313 h 1380077"/>
              <a:gd name="connsiteX27-611" fmla="*/ 1279970 w 9143714"/>
              <a:gd name="connsiteY27-612" fmla="*/ 1360075 h 1380077"/>
              <a:gd name="connsiteX28-613" fmla="*/ 1461421 w 9143714"/>
              <a:gd name="connsiteY28-614" fmla="*/ 1248823 h 1380077"/>
              <a:gd name="connsiteX29-615" fmla="*/ 1591818 w 9143714"/>
              <a:gd name="connsiteY29-616" fmla="*/ 1239202 h 1380077"/>
              <a:gd name="connsiteX30-617" fmla="*/ 1698974 w 9143714"/>
              <a:gd name="connsiteY30-618" fmla="*/ 1256062 h 1380077"/>
              <a:gd name="connsiteX31-619" fmla="*/ 1791081 w 9143714"/>
              <a:gd name="connsiteY31-620" fmla="*/ 1240060 h 1380077"/>
              <a:gd name="connsiteX32-621" fmla="*/ 1894618 w 9143714"/>
              <a:gd name="connsiteY32-622" fmla="*/ 1178052 h 1380077"/>
              <a:gd name="connsiteX33-623" fmla="*/ 1961674 w 9143714"/>
              <a:gd name="connsiteY33-624" fmla="*/ 1113282 h 1380077"/>
              <a:gd name="connsiteX34-625" fmla="*/ 2013680 w 9143714"/>
              <a:gd name="connsiteY34-626" fmla="*/ 1063085 h 1380077"/>
              <a:gd name="connsiteX35-627" fmla="*/ 2096167 w 9143714"/>
              <a:gd name="connsiteY35-628" fmla="*/ 1040702 h 1380077"/>
              <a:gd name="connsiteX36-629" fmla="*/ 2184178 w 9143714"/>
              <a:gd name="connsiteY36-630" fmla="*/ 1081278 h 1380077"/>
              <a:gd name="connsiteX37-631" fmla="*/ 2230660 w 9143714"/>
              <a:gd name="connsiteY37-632" fmla="*/ 1022890 h 1380077"/>
              <a:gd name="connsiteX38-633" fmla="*/ 2327815 w 9143714"/>
              <a:gd name="connsiteY38-634" fmla="*/ 1035177 h 1380077"/>
              <a:gd name="connsiteX39-635" fmla="*/ 2419922 w 9143714"/>
              <a:gd name="connsiteY39-636" fmla="*/ 1029748 h 1380077"/>
              <a:gd name="connsiteX40-637" fmla="*/ 2444972 w 9143714"/>
              <a:gd name="connsiteY40-638" fmla="*/ 1046607 h 1380077"/>
              <a:gd name="connsiteX41-639" fmla="*/ 2547080 w 9143714"/>
              <a:gd name="connsiteY41-640" fmla="*/ 1016984 h 1380077"/>
              <a:gd name="connsiteX42-641" fmla="*/ 2923223 w 9143714"/>
              <a:gd name="connsiteY42-642" fmla="*/ 918972 h 1380077"/>
              <a:gd name="connsiteX43-643" fmla="*/ 2986183 w 9143714"/>
              <a:gd name="connsiteY43-644" fmla="*/ 883634 h 1380077"/>
              <a:gd name="connsiteX44-645" fmla="*/ 3147251 w 9143714"/>
              <a:gd name="connsiteY44-646" fmla="*/ 795433 h 1380077"/>
              <a:gd name="connsiteX45-647" fmla="*/ 3280982 w 9143714"/>
              <a:gd name="connsiteY45-648" fmla="*/ 730949 h 1380077"/>
              <a:gd name="connsiteX46-649" fmla="*/ 3448145 w 9143714"/>
              <a:gd name="connsiteY46-650" fmla="*/ 631889 h 1380077"/>
              <a:gd name="connsiteX47-651" fmla="*/ 3522345 w 9143714"/>
              <a:gd name="connsiteY47-652" fmla="*/ 582073 h 1380077"/>
              <a:gd name="connsiteX48-653" fmla="*/ 3565493 w 9143714"/>
              <a:gd name="connsiteY48-654" fmla="*/ 550450 h 1380077"/>
              <a:gd name="connsiteX49-655" fmla="*/ 3653028 w 9143714"/>
              <a:gd name="connsiteY49-656" fmla="*/ 495109 h 1380077"/>
              <a:gd name="connsiteX50-657" fmla="*/ 3690080 w 9143714"/>
              <a:gd name="connsiteY50-658" fmla="*/ 452533 h 1380077"/>
              <a:gd name="connsiteX51-659" fmla="*/ 3742373 w 9143714"/>
              <a:gd name="connsiteY51-660" fmla="*/ 446437 h 1380077"/>
              <a:gd name="connsiteX52-661" fmla="*/ 3769709 w 9143714"/>
              <a:gd name="connsiteY52-662" fmla="*/ 442817 h 1380077"/>
              <a:gd name="connsiteX53-663" fmla="*/ 3848767 w 9143714"/>
              <a:gd name="connsiteY53-664" fmla="*/ 520637 h 1380077"/>
              <a:gd name="connsiteX54-665" fmla="*/ 3938778 w 9143714"/>
              <a:gd name="connsiteY54-666" fmla="*/ 574167 h 1380077"/>
              <a:gd name="connsiteX55-667" fmla="*/ 4046982 w 9143714"/>
              <a:gd name="connsiteY55-668" fmla="*/ 579596 h 1380077"/>
              <a:gd name="connsiteX56-669" fmla="*/ 4097465 w 9143714"/>
              <a:gd name="connsiteY56-670" fmla="*/ 541877 h 1380077"/>
              <a:gd name="connsiteX57-671" fmla="*/ 4235482 w 9143714"/>
              <a:gd name="connsiteY57-672" fmla="*/ 613029 h 1380077"/>
              <a:gd name="connsiteX58-673" fmla="*/ 4359498 w 9143714"/>
              <a:gd name="connsiteY58-674" fmla="*/ 676847 h 1380077"/>
              <a:gd name="connsiteX59-675" fmla="*/ 4478655 w 9143714"/>
              <a:gd name="connsiteY59-676" fmla="*/ 718185 h 1380077"/>
              <a:gd name="connsiteX60-677" fmla="*/ 4528471 w 9143714"/>
              <a:gd name="connsiteY60-678" fmla="*/ 711518 h 1380077"/>
              <a:gd name="connsiteX61-679" fmla="*/ 4644581 w 9143714"/>
              <a:gd name="connsiteY61-680" fmla="*/ 775335 h 1380077"/>
              <a:gd name="connsiteX62-681" fmla="*/ 4791742 w 9143714"/>
              <a:gd name="connsiteY62-682" fmla="*/ 754094 h 1380077"/>
              <a:gd name="connsiteX63-683" fmla="*/ 4936427 w 9143714"/>
              <a:gd name="connsiteY63-684" fmla="*/ 879920 h 1380077"/>
              <a:gd name="connsiteX64-685" fmla="*/ 5090255 w 9143714"/>
              <a:gd name="connsiteY64-686" fmla="*/ 913924 h 1380077"/>
              <a:gd name="connsiteX65-687" fmla="*/ 5191792 w 9143714"/>
              <a:gd name="connsiteY65-688" fmla="*/ 913352 h 1380077"/>
              <a:gd name="connsiteX66-689" fmla="*/ 5345620 w 9143714"/>
              <a:gd name="connsiteY66-690" fmla="*/ 963168 h 1380077"/>
              <a:gd name="connsiteX67-691" fmla="*/ 5604034 w 9143714"/>
              <a:gd name="connsiteY67-692" fmla="*/ 797147 h 1380077"/>
              <a:gd name="connsiteX68-693" fmla="*/ 5767578 w 9143714"/>
              <a:gd name="connsiteY68-694" fmla="*/ 722376 h 1380077"/>
              <a:gd name="connsiteX69-695" fmla="*/ 5877021 w 9143714"/>
              <a:gd name="connsiteY69-696" fmla="*/ 774097 h 1380077"/>
              <a:gd name="connsiteX70-697" fmla="*/ 5929884 w 9143714"/>
              <a:gd name="connsiteY70-698" fmla="*/ 730282 h 1380077"/>
              <a:gd name="connsiteX71-699" fmla="*/ 6018657 w 9143714"/>
              <a:gd name="connsiteY71-700" fmla="*/ 812959 h 1380077"/>
              <a:gd name="connsiteX72-701" fmla="*/ 6095905 w 9143714"/>
              <a:gd name="connsiteY72-702" fmla="*/ 814769 h 1380077"/>
              <a:gd name="connsiteX73-703" fmla="*/ 6818186 w 9143714"/>
              <a:gd name="connsiteY73-704" fmla="*/ 211646 h 1380077"/>
              <a:gd name="connsiteX74-705" fmla="*/ 6958584 w 9143714"/>
              <a:gd name="connsiteY74-706" fmla="*/ 249936 h 1380077"/>
              <a:gd name="connsiteX75-707" fmla="*/ 7153751 w 9143714"/>
              <a:gd name="connsiteY75-708" fmla="*/ 410432 h 1380077"/>
              <a:gd name="connsiteX76-709" fmla="*/ 7212140 w 9143714"/>
              <a:gd name="connsiteY76-710" fmla="*/ 423196 h 1380077"/>
              <a:gd name="connsiteX77-711" fmla="*/ 7281482 w 9143714"/>
              <a:gd name="connsiteY77-712" fmla="*/ 357569 h 1380077"/>
              <a:gd name="connsiteX78-713" fmla="*/ 7400068 w 9143714"/>
              <a:gd name="connsiteY78-714" fmla="*/ 465201 h 1380077"/>
              <a:gd name="connsiteX79-715" fmla="*/ 7744778 w 9143714"/>
              <a:gd name="connsiteY79-716" fmla="*/ 149638 h 1380077"/>
              <a:gd name="connsiteX80-717" fmla="*/ 7866983 w 9143714"/>
              <a:gd name="connsiteY80-718" fmla="*/ 135065 h 1380077"/>
              <a:gd name="connsiteX81-719" fmla="*/ 7954518 w 9143714"/>
              <a:gd name="connsiteY81-720" fmla="*/ 74867 h 1380077"/>
              <a:gd name="connsiteX82-721" fmla="*/ 8011097 w 9143714"/>
              <a:gd name="connsiteY82-722" fmla="*/ 52959 h 1380077"/>
              <a:gd name="connsiteX83-723" fmla="*/ 8116919 w 9143714"/>
              <a:gd name="connsiteY83-724" fmla="*/ 180594 h 1380077"/>
              <a:gd name="connsiteX84-725" fmla="*/ 8255508 w 9143714"/>
              <a:gd name="connsiteY84-726" fmla="*/ 60198 h 1380077"/>
              <a:gd name="connsiteX85-727" fmla="*/ 8352187 w 9143714"/>
              <a:gd name="connsiteY85-728" fmla="*/ 0 h 1380077"/>
              <a:gd name="connsiteX86-729" fmla="*/ 8423339 w 9143714"/>
              <a:gd name="connsiteY86-730" fmla="*/ 111252 h 1380077"/>
              <a:gd name="connsiteX87-731" fmla="*/ 8550973 w 9143714"/>
              <a:gd name="connsiteY87-732" fmla="*/ 109442 h 1380077"/>
              <a:gd name="connsiteX88-733" fmla="*/ 8751570 w 9143714"/>
              <a:gd name="connsiteY88-734" fmla="*/ 390334 h 1380077"/>
              <a:gd name="connsiteX89-735" fmla="*/ 9099899 w 9143714"/>
              <a:gd name="connsiteY89-736" fmla="*/ 662083 h 1380077"/>
              <a:gd name="connsiteX90-737" fmla="*/ 9143714 w 9143714"/>
              <a:gd name="connsiteY90-738" fmla="*/ 703993 h 13800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</a:cxnLst>
            <a:rect l="l" t="t" r="r" b="b"/>
            <a:pathLst>
              <a:path w="9143714" h="1380077">
                <a:moveTo>
                  <a:pt x="0" y="1103376"/>
                </a:moveTo>
                <a:lnTo>
                  <a:pt x="0" y="1103948"/>
                </a:lnTo>
                <a:lnTo>
                  <a:pt x="39815" y="1110806"/>
                </a:lnTo>
                <a:lnTo>
                  <a:pt x="79915" y="1149572"/>
                </a:lnTo>
                <a:lnTo>
                  <a:pt x="147447" y="1193768"/>
                </a:lnTo>
                <a:lnTo>
                  <a:pt x="185261" y="1191959"/>
                </a:lnTo>
                <a:lnTo>
                  <a:pt x="225838" y="1206532"/>
                </a:lnTo>
                <a:lnTo>
                  <a:pt x="273749" y="1203770"/>
                </a:lnTo>
                <a:lnTo>
                  <a:pt x="348044" y="1278065"/>
                </a:lnTo>
                <a:lnTo>
                  <a:pt x="416433" y="1269397"/>
                </a:lnTo>
                <a:lnTo>
                  <a:pt x="464344" y="1260729"/>
                </a:lnTo>
                <a:lnTo>
                  <a:pt x="500348" y="1237488"/>
                </a:lnTo>
                <a:lnTo>
                  <a:pt x="544163" y="1253871"/>
                </a:lnTo>
                <a:lnTo>
                  <a:pt x="603885" y="1252919"/>
                </a:lnTo>
                <a:lnTo>
                  <a:pt x="641318" y="1241965"/>
                </a:lnTo>
                <a:lnTo>
                  <a:pt x="689610" y="1255681"/>
                </a:lnTo>
                <a:lnTo>
                  <a:pt x="724281" y="1248823"/>
                </a:lnTo>
                <a:lnTo>
                  <a:pt x="757523" y="1273493"/>
                </a:lnTo>
                <a:cubicBezTo>
                  <a:pt x="758857" y="1274445"/>
                  <a:pt x="810863" y="1269873"/>
                  <a:pt x="810863" y="1271207"/>
                </a:cubicBezTo>
                <a:cubicBezTo>
                  <a:pt x="810863" y="1272540"/>
                  <a:pt x="842296" y="1257491"/>
                  <a:pt x="842296" y="1257491"/>
                </a:cubicBezTo>
                <a:lnTo>
                  <a:pt x="896112" y="1274350"/>
                </a:lnTo>
                <a:lnTo>
                  <a:pt x="912971" y="1316736"/>
                </a:lnTo>
                <a:lnTo>
                  <a:pt x="992791" y="1301687"/>
                </a:lnTo>
                <a:lnTo>
                  <a:pt x="1044321" y="1324927"/>
                </a:lnTo>
                <a:lnTo>
                  <a:pt x="1130046" y="1380077"/>
                </a:lnTo>
                <a:lnTo>
                  <a:pt x="1189292" y="1376458"/>
                </a:lnTo>
                <a:lnTo>
                  <a:pt x="1224820" y="1357313"/>
                </a:lnTo>
                <a:lnTo>
                  <a:pt x="1279970" y="1360075"/>
                </a:lnTo>
                <a:lnTo>
                  <a:pt x="1461421" y="1248823"/>
                </a:lnTo>
                <a:lnTo>
                  <a:pt x="1591818" y="1239202"/>
                </a:lnTo>
                <a:lnTo>
                  <a:pt x="1698974" y="1256062"/>
                </a:lnTo>
                <a:lnTo>
                  <a:pt x="1791081" y="1240060"/>
                </a:lnTo>
                <a:lnTo>
                  <a:pt x="1894618" y="1178052"/>
                </a:lnTo>
                <a:lnTo>
                  <a:pt x="1961674" y="1113282"/>
                </a:lnTo>
                <a:lnTo>
                  <a:pt x="2013680" y="1063085"/>
                </a:lnTo>
                <a:lnTo>
                  <a:pt x="2096167" y="1040702"/>
                </a:lnTo>
                <a:lnTo>
                  <a:pt x="2184178" y="1081278"/>
                </a:lnTo>
                <a:lnTo>
                  <a:pt x="2230660" y="1022890"/>
                </a:lnTo>
                <a:lnTo>
                  <a:pt x="2327815" y="1035177"/>
                </a:lnTo>
                <a:lnTo>
                  <a:pt x="2419922" y="1029748"/>
                </a:lnTo>
                <a:lnTo>
                  <a:pt x="2444972" y="1046607"/>
                </a:lnTo>
                <a:cubicBezTo>
                  <a:pt x="2449925" y="1049750"/>
                  <a:pt x="2547080" y="1016984"/>
                  <a:pt x="2547080" y="1016984"/>
                </a:cubicBezTo>
                <a:lnTo>
                  <a:pt x="2923223" y="918972"/>
                </a:lnTo>
                <a:lnTo>
                  <a:pt x="2986183" y="883634"/>
                </a:lnTo>
                <a:lnTo>
                  <a:pt x="3147251" y="795433"/>
                </a:lnTo>
                <a:lnTo>
                  <a:pt x="3280982" y="730949"/>
                </a:lnTo>
                <a:lnTo>
                  <a:pt x="3448145" y="631889"/>
                </a:lnTo>
                <a:lnTo>
                  <a:pt x="3522345" y="582073"/>
                </a:lnTo>
                <a:cubicBezTo>
                  <a:pt x="3522345" y="582073"/>
                  <a:pt x="3564255" y="552260"/>
                  <a:pt x="3565493" y="550450"/>
                </a:cubicBezTo>
                <a:cubicBezTo>
                  <a:pt x="3566732" y="548640"/>
                  <a:pt x="3653028" y="495109"/>
                  <a:pt x="3653028" y="495109"/>
                </a:cubicBezTo>
                <a:lnTo>
                  <a:pt x="3690080" y="452533"/>
                </a:lnTo>
                <a:lnTo>
                  <a:pt x="3742373" y="446437"/>
                </a:lnTo>
                <a:lnTo>
                  <a:pt x="3769709" y="442817"/>
                </a:lnTo>
                <a:lnTo>
                  <a:pt x="3848767" y="520637"/>
                </a:lnTo>
                <a:cubicBezTo>
                  <a:pt x="3848767" y="520637"/>
                  <a:pt x="3936968" y="574167"/>
                  <a:pt x="3938778" y="574167"/>
                </a:cubicBezTo>
                <a:cubicBezTo>
                  <a:pt x="3940588" y="574167"/>
                  <a:pt x="4046982" y="579596"/>
                  <a:pt x="4046982" y="579596"/>
                </a:cubicBezTo>
                <a:lnTo>
                  <a:pt x="4097465" y="541877"/>
                </a:lnTo>
                <a:lnTo>
                  <a:pt x="4235482" y="613029"/>
                </a:lnTo>
                <a:lnTo>
                  <a:pt x="4359498" y="676847"/>
                </a:lnTo>
                <a:lnTo>
                  <a:pt x="4478655" y="718185"/>
                </a:lnTo>
                <a:cubicBezTo>
                  <a:pt x="4478655" y="718185"/>
                  <a:pt x="4528471" y="707231"/>
                  <a:pt x="4528471" y="711518"/>
                </a:cubicBezTo>
                <a:cubicBezTo>
                  <a:pt x="4528471" y="715804"/>
                  <a:pt x="4644581" y="775335"/>
                  <a:pt x="4644581" y="775335"/>
                </a:cubicBezTo>
                <a:lnTo>
                  <a:pt x="4791742" y="754094"/>
                </a:lnTo>
                <a:lnTo>
                  <a:pt x="4936427" y="879920"/>
                </a:lnTo>
                <a:lnTo>
                  <a:pt x="5090255" y="913924"/>
                </a:lnTo>
                <a:cubicBezTo>
                  <a:pt x="5104257" y="917543"/>
                  <a:pt x="5191792" y="913352"/>
                  <a:pt x="5191792" y="913352"/>
                </a:cubicBezTo>
                <a:cubicBezTo>
                  <a:pt x="5191792" y="913352"/>
                  <a:pt x="5334096" y="963835"/>
                  <a:pt x="5345620" y="963168"/>
                </a:cubicBezTo>
                <a:cubicBezTo>
                  <a:pt x="5357146" y="962501"/>
                  <a:pt x="5604034" y="797147"/>
                  <a:pt x="5604034" y="797147"/>
                </a:cubicBezTo>
                <a:lnTo>
                  <a:pt x="5767578" y="722376"/>
                </a:lnTo>
                <a:lnTo>
                  <a:pt x="5877021" y="774097"/>
                </a:lnTo>
                <a:lnTo>
                  <a:pt x="5929884" y="730282"/>
                </a:lnTo>
                <a:lnTo>
                  <a:pt x="6018657" y="812959"/>
                </a:lnTo>
                <a:lnTo>
                  <a:pt x="6095905" y="814769"/>
                </a:lnTo>
                <a:lnTo>
                  <a:pt x="6818186" y="211646"/>
                </a:lnTo>
                <a:lnTo>
                  <a:pt x="6958584" y="249936"/>
                </a:lnTo>
                <a:lnTo>
                  <a:pt x="7153751" y="410432"/>
                </a:lnTo>
                <a:lnTo>
                  <a:pt x="7212140" y="423196"/>
                </a:lnTo>
                <a:lnTo>
                  <a:pt x="7281482" y="357569"/>
                </a:lnTo>
                <a:lnTo>
                  <a:pt x="7400068" y="465201"/>
                </a:lnTo>
                <a:lnTo>
                  <a:pt x="7744778" y="149638"/>
                </a:lnTo>
                <a:lnTo>
                  <a:pt x="7866983" y="135065"/>
                </a:lnTo>
                <a:lnTo>
                  <a:pt x="7954518" y="74867"/>
                </a:lnTo>
                <a:lnTo>
                  <a:pt x="8011097" y="52959"/>
                </a:lnTo>
                <a:lnTo>
                  <a:pt x="8116919" y="180594"/>
                </a:lnTo>
                <a:lnTo>
                  <a:pt x="8255508" y="60198"/>
                </a:lnTo>
                <a:lnTo>
                  <a:pt x="8352187" y="0"/>
                </a:lnTo>
                <a:cubicBezTo>
                  <a:pt x="8352187" y="0"/>
                  <a:pt x="8414195" y="109442"/>
                  <a:pt x="8423339" y="111252"/>
                </a:cubicBezTo>
                <a:cubicBezTo>
                  <a:pt x="8432482" y="113062"/>
                  <a:pt x="8550973" y="109442"/>
                  <a:pt x="8550973" y="109442"/>
                </a:cubicBezTo>
                <a:lnTo>
                  <a:pt x="8751570" y="390334"/>
                </a:lnTo>
                <a:lnTo>
                  <a:pt x="9099899" y="662083"/>
                </a:lnTo>
                <a:lnTo>
                  <a:pt x="9143714" y="703993"/>
                </a:lnTo>
              </a:path>
            </a:pathLst>
          </a:custGeom>
          <a:noFill/>
          <a:ln w="34925" cap="rnd">
            <a:solidFill>
              <a:schemeClr val="accent5"/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883989" y="5855202"/>
            <a:ext cx="842402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latin typeface="+mj-lt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通过多方视角，揭示退役军人医疗健康领域的现状、痛点与优化方向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-801446" y="0"/>
            <a:ext cx="13073260" cy="902312"/>
            <a:chOff x="-801446" y="0"/>
            <a:chExt cx="13073260" cy="902312"/>
          </a:xfrm>
        </p:grpSpPr>
        <p:sp>
          <p:nvSpPr>
            <p:cNvPr id="19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585" y="140988"/>
              <a:ext cx="10477775" cy="713837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PA-任意多边形 50"/>
            <p:cNvSpPr/>
            <p:nvPr>
              <p:custDataLst>
                <p:tags r:id="rId6"/>
              </p:custDataLst>
            </p:nvPr>
          </p:nvSpPr>
          <p:spPr>
            <a:xfrm>
              <a:off x="79814" y="136543"/>
              <a:ext cx="12192000" cy="713837"/>
            </a:xfrm>
            <a:custGeom>
              <a:avLst/>
              <a:gdLst>
                <a:gd name="connsiteX0" fmla="*/ 0 w 12192000"/>
                <a:gd name="connsiteY0" fmla="*/ 0 h 713837"/>
                <a:gd name="connsiteX1" fmla="*/ 12192000 w 12192000"/>
                <a:gd name="connsiteY1" fmla="*/ 0 h 713837"/>
                <a:gd name="connsiteX2" fmla="*/ 12192000 w 12192000"/>
                <a:gd name="connsiteY2" fmla="*/ 713837 h 713837"/>
                <a:gd name="connsiteX3" fmla="*/ 0 w 12192000"/>
                <a:gd name="connsiteY3" fmla="*/ 713837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13837">
                  <a:moveTo>
                    <a:pt x="0" y="0"/>
                  </a:moveTo>
                  <a:lnTo>
                    <a:pt x="12192000" y="0"/>
                  </a:lnTo>
                  <a:lnTo>
                    <a:pt x="12192000" y="713837"/>
                  </a:lnTo>
                  <a:lnTo>
                    <a:pt x="0" y="713837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Roboto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PA-文本框 24"/>
            <p:cNvSpPr txBox="1"/>
            <p:nvPr>
              <p:custDataLst>
                <p:tags r:id="rId7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阿里妈妈数黑体" pitchFamily="2" charset="-122"/>
                </a:rPr>
                <a:t>实地调研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25" name="PA-任意多边形 6"/>
            <p:cNvSpPr/>
            <p:nvPr>
              <p:custDataLst>
                <p:tags r:id="rId8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PA-任意多边形 899"/>
            <p:cNvSpPr/>
            <p:nvPr>
              <p:custDataLst>
                <p:tags r:id="rId9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PA-文本框 26"/>
            <p:cNvSpPr txBox="1"/>
            <p:nvPr>
              <p:custDataLst>
                <p:tags r:id="rId10"/>
              </p:custDataLst>
            </p:nvPr>
          </p:nvSpPr>
          <p:spPr>
            <a:xfrm>
              <a:off x="6959353" y="298516"/>
              <a:ext cx="120396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OPPOSans M" panose="00020600040101010101" pitchFamily="18" charset="-122"/>
                </a:rPr>
                <a:t>实地调研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28" name="PA-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847775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OPPOSans M" panose="00020600040101010101" pitchFamily="18" charset="-122"/>
                </a:rPr>
                <a:t>产品设计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33" name="PA-直接连接符 18"/>
            <p:cNvCxnSpPr/>
            <p:nvPr>
              <p:custDataLst>
                <p:tags r:id="rId12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34" name="PA-直接连接符 22"/>
            <p:cNvCxnSpPr/>
            <p:nvPr>
              <p:custDataLst>
                <p:tags r:id="rId13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8" name="PA-直接连接符 23"/>
            <p:cNvCxnSpPr/>
            <p:nvPr>
              <p:custDataLst>
                <p:tags r:id="rId14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53" name="PA-文本框 26"/>
            <p:cNvSpPr txBox="1"/>
            <p:nvPr>
              <p:custDataLst>
                <p:tags r:id="rId15"/>
              </p:custDataLst>
            </p:nvPr>
          </p:nvSpPr>
          <p:spPr>
            <a:xfrm>
              <a:off x="5596525" y="33046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57" name="PA-图形 7"/>
            <p:cNvSpPr/>
            <p:nvPr>
              <p:custDataLst>
                <p:tags r:id="rId16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3566160" y="339725"/>
            <a:ext cx="2100580" cy="52260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80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文献研究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PA-直接连接符 23"/>
          <p:cNvCxnSpPr/>
          <p:nvPr>
            <p:custDataLst>
              <p:tags r:id="rId17"/>
            </p:custDataLst>
          </p:nvPr>
        </p:nvCxnSpPr>
        <p:spPr>
          <a:xfrm flipH="1">
            <a:off x="957529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1" name="文本框 100"/>
          <p:cNvSpPr txBox="1"/>
          <p:nvPr/>
        </p:nvSpPr>
        <p:spPr>
          <a:xfrm>
            <a:off x="9794875" y="314960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3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1084021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4" name="文本框 103"/>
          <p:cNvSpPr txBox="1"/>
          <p:nvPr/>
        </p:nvSpPr>
        <p:spPr>
          <a:xfrm>
            <a:off x="11123930" y="313690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2.91667E-06 0.25 L 2.91667E-06 2.96296E-06 E" pathEditMode="relative">
                                      <p:cBhvr>
                                        <p:cTn id="8" dur="10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2.91667E-06 0.25 L 2.91667E-06 2.96296E-06 E" pathEditMode="relative">
                                      <p:cBhvr>
                                        <p:cTn id="12" dur="10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2.91667E-06 0.25 L 2.91667E-06 2.96296E-06 E" pathEditMode="relative">
                                      <p:cBhvr>
                                        <p:cTn id="16" dur="10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2.91667E-06 0.25 L 2.91667E-06 2.96296E-06 E" pathEditMode="relative">
                                      <p:cBhvr>
                                        <p:cTn id="20" dur="10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图片 102"/>
          <p:cNvPicPr>
            <a:picLocks noChangeAspect="1"/>
          </p:cNvPicPr>
          <p:nvPr/>
        </p:nvPicPr>
        <p:blipFill>
          <a:blip r:embed="rId1"/>
          <a:srcRect l="1166" t="25263"/>
          <a:stretch>
            <a:fillRect/>
          </a:stretch>
        </p:blipFill>
        <p:spPr>
          <a:xfrm>
            <a:off x="1" y="1"/>
            <a:ext cx="12174415" cy="5125479"/>
          </a:xfrm>
          <a:custGeom>
            <a:avLst/>
            <a:gdLst>
              <a:gd name="connsiteX0" fmla="*/ 0 w 12174415"/>
              <a:gd name="connsiteY0" fmla="*/ 0 h 5125479"/>
              <a:gd name="connsiteX1" fmla="*/ 12174415 w 12174415"/>
              <a:gd name="connsiteY1" fmla="*/ 0 h 5125479"/>
              <a:gd name="connsiteX2" fmla="*/ 12174415 w 12174415"/>
              <a:gd name="connsiteY2" fmla="*/ 5125479 h 5125479"/>
              <a:gd name="connsiteX3" fmla="*/ 0 w 12174415"/>
              <a:gd name="connsiteY3" fmla="*/ 5125479 h 512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4415" h="5125479">
                <a:moveTo>
                  <a:pt x="0" y="0"/>
                </a:moveTo>
                <a:lnTo>
                  <a:pt x="12174415" y="0"/>
                </a:lnTo>
                <a:lnTo>
                  <a:pt x="12174415" y="5125479"/>
                </a:lnTo>
                <a:lnTo>
                  <a:pt x="0" y="5125479"/>
                </a:lnTo>
                <a:close/>
              </a:path>
            </a:pathLst>
          </a:custGeom>
        </p:spPr>
      </p:pic>
      <p:pic>
        <p:nvPicPr>
          <p:cNvPr id="31" name="图片 30" descr="E:/QQ文件/MEITU_20251029_121723618.jpgMEITU_20251029_1217236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925" r="925"/>
          <a:stretch>
            <a:fillRect/>
          </a:stretch>
        </p:blipFill>
        <p:spPr>
          <a:xfrm>
            <a:off x="7504691" y="1030287"/>
            <a:ext cx="3991985" cy="5422900"/>
          </a:xfrm>
          <a:custGeom>
            <a:avLst/>
            <a:gdLst>
              <a:gd name="connsiteX0" fmla="*/ 1088654 w 3991985"/>
              <a:gd name="connsiteY0" fmla="*/ 0 h 5422900"/>
              <a:gd name="connsiteX1" fmla="*/ 3991985 w 3991985"/>
              <a:gd name="connsiteY1" fmla="*/ 0 h 5422900"/>
              <a:gd name="connsiteX2" fmla="*/ 3991985 w 3991985"/>
              <a:gd name="connsiteY2" fmla="*/ 5422900 h 5422900"/>
              <a:gd name="connsiteX3" fmla="*/ 0 w 3991985"/>
              <a:gd name="connsiteY3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85" h="5422900">
                <a:moveTo>
                  <a:pt x="1088654" y="0"/>
                </a:moveTo>
                <a:lnTo>
                  <a:pt x="3991985" y="0"/>
                </a:lnTo>
                <a:lnTo>
                  <a:pt x="3991985" y="5422900"/>
                </a:lnTo>
                <a:lnTo>
                  <a:pt x="0" y="5422900"/>
                </a:lnTo>
                <a:close/>
              </a:path>
            </a:pathLst>
          </a:custGeom>
        </p:spPr>
      </p:pic>
      <p:pic>
        <p:nvPicPr>
          <p:cNvPr id="32" name="图片 31" descr="E:/QQ文件/MEITU_20251029_120407781.jpgMEITU_20251029_120407781"/>
          <p:cNvPicPr/>
          <p:nvPr>
            <p:custDataLst>
              <p:tags r:id="rId4"/>
            </p:custDataLst>
          </p:nvPr>
        </p:nvPicPr>
        <p:blipFill>
          <a:blip r:embed="rId5"/>
          <a:srcRect t="4291" b="4291"/>
          <a:stretch>
            <a:fillRect/>
          </a:stretch>
        </p:blipFill>
        <p:spPr>
          <a:xfrm>
            <a:off x="695325" y="1030287"/>
            <a:ext cx="3953002" cy="5422900"/>
          </a:xfrm>
          <a:custGeom>
            <a:avLst/>
            <a:gdLst>
              <a:gd name="connsiteX0" fmla="*/ 0 w 3953002"/>
              <a:gd name="connsiteY0" fmla="*/ 0 h 5422900"/>
              <a:gd name="connsiteX1" fmla="*/ 3953002 w 3953002"/>
              <a:gd name="connsiteY1" fmla="*/ 0 h 5422900"/>
              <a:gd name="connsiteX2" fmla="*/ 2864348 w 3953002"/>
              <a:gd name="connsiteY2" fmla="*/ 5422900 h 5422900"/>
              <a:gd name="connsiteX3" fmla="*/ 0 w 3953002"/>
              <a:gd name="connsiteY3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53002" h="5422900">
                <a:moveTo>
                  <a:pt x="0" y="0"/>
                </a:moveTo>
                <a:lnTo>
                  <a:pt x="3953002" y="0"/>
                </a:lnTo>
                <a:lnTo>
                  <a:pt x="2864348" y="5422900"/>
                </a:lnTo>
                <a:lnTo>
                  <a:pt x="0" y="5422900"/>
                </a:lnTo>
                <a:close/>
              </a:path>
            </a:pathLst>
          </a:custGeom>
        </p:spPr>
      </p:pic>
      <p:pic>
        <p:nvPicPr>
          <p:cNvPr id="33" name="图片 32" descr="E:/QQ文件/MEITU_20251029_121930382.jpgMEITU_20251029_121930382"/>
          <p:cNvPicPr/>
          <p:nvPr>
            <p:custDataLst>
              <p:tags r:id="rId6"/>
            </p:custDataLst>
          </p:nvPr>
        </p:nvPicPr>
        <p:blipFill>
          <a:blip r:embed="rId7"/>
          <a:srcRect t="7823" b="7823"/>
          <a:stretch>
            <a:fillRect/>
          </a:stretch>
        </p:blipFill>
        <p:spPr>
          <a:xfrm>
            <a:off x="3666114" y="1030922"/>
            <a:ext cx="4820788" cy="5422900"/>
          </a:xfrm>
          <a:custGeom>
            <a:avLst/>
            <a:gdLst>
              <a:gd name="connsiteX0" fmla="*/ 1085283 w 4817416"/>
              <a:gd name="connsiteY0" fmla="*/ 0 h 5406103"/>
              <a:gd name="connsiteX1" fmla="*/ 4817416 w 4817416"/>
              <a:gd name="connsiteY1" fmla="*/ 0 h 5406103"/>
              <a:gd name="connsiteX2" fmla="*/ 3732134 w 4817416"/>
              <a:gd name="connsiteY2" fmla="*/ 5406103 h 5406103"/>
              <a:gd name="connsiteX3" fmla="*/ 0 w 4817416"/>
              <a:gd name="connsiteY3" fmla="*/ 5406103 h 540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7416" h="5406103">
                <a:moveTo>
                  <a:pt x="1085283" y="0"/>
                </a:moveTo>
                <a:lnTo>
                  <a:pt x="4817416" y="0"/>
                </a:lnTo>
                <a:lnTo>
                  <a:pt x="3732134" y="5406103"/>
                </a:lnTo>
                <a:lnTo>
                  <a:pt x="0" y="5406103"/>
                </a:lnTo>
                <a:close/>
              </a:path>
            </a:pathLst>
          </a:custGeom>
        </p:spPr>
      </p:pic>
      <p:sp>
        <p:nvSpPr>
          <p:cNvPr id="17" name="任意多边形: 形状 16"/>
          <p:cNvSpPr/>
          <p:nvPr>
            <p:custDataLst>
              <p:tags r:id="rId8"/>
            </p:custDataLst>
          </p:nvPr>
        </p:nvSpPr>
        <p:spPr>
          <a:xfrm>
            <a:off x="695325" y="2982913"/>
            <a:ext cx="3561010" cy="3470275"/>
          </a:xfrm>
          <a:custGeom>
            <a:avLst/>
            <a:gdLst>
              <a:gd name="connsiteX0" fmla="*/ 0 w 3561010"/>
              <a:gd name="connsiteY0" fmla="*/ 0 h 3470275"/>
              <a:gd name="connsiteX1" fmla="*/ 3561010 w 3561010"/>
              <a:gd name="connsiteY1" fmla="*/ 0 h 3470275"/>
              <a:gd name="connsiteX2" fmla="*/ 2864348 w 3561010"/>
              <a:gd name="connsiteY2" fmla="*/ 3470275 h 3470275"/>
              <a:gd name="connsiteX3" fmla="*/ 0 w 3561010"/>
              <a:gd name="connsiteY3" fmla="*/ 3470275 h 3470275"/>
              <a:gd name="connsiteX4" fmla="*/ 0 w 3561010"/>
              <a:gd name="connsiteY4" fmla="*/ 0 h 347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1010" h="3470275">
                <a:moveTo>
                  <a:pt x="0" y="0"/>
                </a:moveTo>
                <a:lnTo>
                  <a:pt x="3561010" y="0"/>
                </a:lnTo>
                <a:lnTo>
                  <a:pt x="2864348" y="3470275"/>
                </a:lnTo>
                <a:lnTo>
                  <a:pt x="0" y="34702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3" name="任意多边形: 形状 12"/>
          <p:cNvSpPr/>
          <p:nvPr>
            <p:custDataLst>
              <p:tags r:id="rId9"/>
            </p:custDataLst>
          </p:nvPr>
        </p:nvSpPr>
        <p:spPr>
          <a:xfrm>
            <a:off x="3666114" y="2982913"/>
            <a:ext cx="4428796" cy="3470275"/>
          </a:xfrm>
          <a:custGeom>
            <a:avLst/>
            <a:gdLst>
              <a:gd name="connsiteX0" fmla="*/ 696663 w 4428796"/>
              <a:gd name="connsiteY0" fmla="*/ 0 h 3470275"/>
              <a:gd name="connsiteX1" fmla="*/ 4428796 w 4428796"/>
              <a:gd name="connsiteY1" fmla="*/ 0 h 3470275"/>
              <a:gd name="connsiteX2" fmla="*/ 3732134 w 4428796"/>
              <a:gd name="connsiteY2" fmla="*/ 3470275 h 3470275"/>
              <a:gd name="connsiteX3" fmla="*/ 0 w 4428796"/>
              <a:gd name="connsiteY3" fmla="*/ 3470275 h 3470275"/>
              <a:gd name="connsiteX4" fmla="*/ 696663 w 4428796"/>
              <a:gd name="connsiteY4" fmla="*/ 0 h 347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8796" h="3470275">
                <a:moveTo>
                  <a:pt x="696663" y="0"/>
                </a:moveTo>
                <a:lnTo>
                  <a:pt x="4428796" y="0"/>
                </a:lnTo>
                <a:lnTo>
                  <a:pt x="3732134" y="3470275"/>
                </a:lnTo>
                <a:lnTo>
                  <a:pt x="0" y="3470275"/>
                </a:lnTo>
                <a:lnTo>
                  <a:pt x="696663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2" name="任意多边形: 形状 11"/>
          <p:cNvSpPr/>
          <p:nvPr>
            <p:custDataLst>
              <p:tags r:id="rId10"/>
            </p:custDataLst>
          </p:nvPr>
        </p:nvSpPr>
        <p:spPr>
          <a:xfrm>
            <a:off x="7504691" y="2982913"/>
            <a:ext cx="3991985" cy="3470275"/>
          </a:xfrm>
          <a:custGeom>
            <a:avLst/>
            <a:gdLst>
              <a:gd name="connsiteX0" fmla="*/ 696662 w 3991985"/>
              <a:gd name="connsiteY0" fmla="*/ 0 h 3470275"/>
              <a:gd name="connsiteX1" fmla="*/ 3991985 w 3991985"/>
              <a:gd name="connsiteY1" fmla="*/ 0 h 3470275"/>
              <a:gd name="connsiteX2" fmla="*/ 3991985 w 3991985"/>
              <a:gd name="connsiteY2" fmla="*/ 3470275 h 3470275"/>
              <a:gd name="connsiteX3" fmla="*/ 0 w 3991985"/>
              <a:gd name="connsiteY3" fmla="*/ 3470275 h 3470275"/>
              <a:gd name="connsiteX4" fmla="*/ 696662 w 3991985"/>
              <a:gd name="connsiteY4" fmla="*/ 0 h 347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1985" h="3470275">
                <a:moveTo>
                  <a:pt x="696662" y="0"/>
                </a:moveTo>
                <a:lnTo>
                  <a:pt x="3991985" y="0"/>
                </a:lnTo>
                <a:lnTo>
                  <a:pt x="3991985" y="3470275"/>
                </a:lnTo>
                <a:lnTo>
                  <a:pt x="0" y="3470275"/>
                </a:lnTo>
                <a:lnTo>
                  <a:pt x="696662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grpSp>
        <p:nvGrpSpPr>
          <p:cNvPr id="29" name="组合 28"/>
          <p:cNvGrpSpPr/>
          <p:nvPr>
            <p:custDataLst>
              <p:tags r:id="rId11"/>
            </p:custDataLst>
          </p:nvPr>
        </p:nvGrpSpPr>
        <p:grpSpPr>
          <a:xfrm>
            <a:off x="3806978" y="4706894"/>
            <a:ext cx="3807950" cy="1683475"/>
            <a:chOff x="1278156" y="4893488"/>
            <a:chExt cx="3807950" cy="1683475"/>
          </a:xfrm>
        </p:grpSpPr>
        <p:sp>
          <p:nvSpPr>
            <p:cNvPr id="30" name="文本框 29"/>
            <p:cNvSpPr txBox="1"/>
            <p:nvPr>
              <p:custDataLst>
                <p:tags r:id="rId12"/>
              </p:custDataLst>
            </p:nvPr>
          </p:nvSpPr>
          <p:spPr>
            <a:xfrm>
              <a:off x="1278156" y="5378083"/>
              <a:ext cx="3807950" cy="119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srgbClr val="63749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(1)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地区政策差异大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(2)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伤残认定机制不完善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(3)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服务对象分布不均，保障水平低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13"/>
              </p:custDataLst>
            </p:nvPr>
          </p:nvSpPr>
          <p:spPr>
            <a:xfrm>
              <a:off x="1561978" y="4893488"/>
              <a:ext cx="3240306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srgbClr val="63749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退役军人事务局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4"/>
              </p:custDataLst>
            </p:nvPr>
          </p:nvSpPr>
          <p:spPr>
            <a:xfrm>
              <a:off x="3085877" y="5319914"/>
              <a:ext cx="192508" cy="3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15"/>
            </p:custDataLst>
          </p:nvPr>
        </p:nvGrpSpPr>
        <p:grpSpPr>
          <a:xfrm>
            <a:off x="7703200" y="4391197"/>
            <a:ext cx="3807950" cy="2785206"/>
            <a:chOff x="6588281" y="4581697"/>
            <a:chExt cx="3807950" cy="2785206"/>
          </a:xfrm>
        </p:grpSpPr>
        <p:sp>
          <p:nvSpPr>
            <p:cNvPr id="23" name="文本框 22"/>
            <p:cNvSpPr txBox="1"/>
            <p:nvPr>
              <p:custDataLst>
                <p:tags r:id="rId16"/>
              </p:custDataLst>
            </p:nvPr>
          </p:nvSpPr>
          <p:spPr>
            <a:xfrm>
              <a:off x="6588281" y="5428883"/>
              <a:ext cx="3807950" cy="1938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srgbClr val="63749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noProof="0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(1) </a:t>
              </a:r>
              <a:r>
                <a:rPr lang="zh-CN" altLang="en-US" sz="1600" noProof="0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遗留疾病需求未满足</a:t>
              </a:r>
              <a:endParaRPr lang="zh-CN" altLang="en-US" sz="1600" noProof="0" dirty="0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noProof="0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(2) </a:t>
              </a:r>
              <a:r>
                <a:rPr lang="zh-CN" altLang="en-US" sz="1600" noProof="0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专业事务转介，非一站式服务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(3)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服务覆盖缺失，军官关注不足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7"/>
              </p:custDataLst>
            </p:nvPr>
          </p:nvSpPr>
          <p:spPr>
            <a:xfrm>
              <a:off x="6872103" y="4931588"/>
              <a:ext cx="3240306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srgbClr val="63749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社区退役军人办事处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8"/>
              </p:custDataLst>
            </p:nvPr>
          </p:nvSpPr>
          <p:spPr>
            <a:xfrm>
              <a:off x="8396002" y="5319914"/>
              <a:ext cx="192508" cy="3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8" name="任意多边形: 形状 27"/>
            <p:cNvSpPr/>
            <p:nvPr>
              <p:custDataLst>
                <p:tags r:id="rId19"/>
              </p:custDataLst>
            </p:nvPr>
          </p:nvSpPr>
          <p:spPr>
            <a:xfrm>
              <a:off x="8436190" y="4581697"/>
              <a:ext cx="120140" cy="80094"/>
            </a:xfrm>
            <a:custGeom>
              <a:avLst/>
              <a:gdLst>
                <a:gd name="connsiteX0" fmla="*/ 0 w 71437"/>
                <a:gd name="connsiteY0" fmla="*/ 23813 h 47625"/>
                <a:gd name="connsiteX1" fmla="*/ 23813 w 71437"/>
                <a:gd name="connsiteY1" fmla="*/ 47625 h 47625"/>
                <a:gd name="connsiteX2" fmla="*/ 71438 w 71437"/>
                <a:gd name="connsiteY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37" h="47625">
                  <a:moveTo>
                    <a:pt x="0" y="23813"/>
                  </a:moveTo>
                  <a:lnTo>
                    <a:pt x="23813" y="47625"/>
                  </a:lnTo>
                  <a:lnTo>
                    <a:pt x="71438" y="0"/>
                  </a:lnTo>
                </a:path>
              </a:pathLst>
            </a:custGeom>
            <a:noFill/>
            <a:ln w="9525" cap="rnd">
              <a:solidFill>
                <a:schemeClr val="accent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20"/>
            </p:custDataLst>
          </p:nvPr>
        </p:nvGrpSpPr>
        <p:grpSpPr>
          <a:xfrm>
            <a:off x="203200" y="4715149"/>
            <a:ext cx="3807950" cy="1690460"/>
            <a:chOff x="3826141" y="1764672"/>
            <a:chExt cx="3807950" cy="1690460"/>
          </a:xfrm>
        </p:grpSpPr>
        <p:sp>
          <p:nvSpPr>
            <p:cNvPr id="11" name="文本框 10"/>
            <p:cNvSpPr txBox="1"/>
            <p:nvPr>
              <p:custDataLst>
                <p:tags r:id="rId21"/>
              </p:custDataLst>
            </p:nvPr>
          </p:nvSpPr>
          <p:spPr>
            <a:xfrm>
              <a:off x="3826141" y="2256252"/>
              <a:ext cx="3807950" cy="119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srgbClr val="63749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bg1"/>
                  </a:solidFill>
                  <a:latin typeface="+mj-ea"/>
                  <a:ea typeface="+mj-ea"/>
                  <a:sym typeface="+mn-ea"/>
                </a:rPr>
                <a:t>(1) </a:t>
              </a: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sym typeface="+mn-ea"/>
                </a:rPr>
                <a:t>对商业保险谨慎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bg1"/>
                  </a:solidFill>
                  <a:latin typeface="+mj-ea"/>
                  <a:ea typeface="+mj-ea"/>
                </a:rPr>
                <a:t>(2) </a:t>
              </a: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部分有精神或心理疾病</a:t>
              </a:r>
              <a:endParaRPr lang="en-US" altLang="zh-CN" sz="1600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bg1"/>
                  </a:solidFill>
                  <a:latin typeface="+mj-ea"/>
                  <a:ea typeface="+mj-ea"/>
                </a:rPr>
                <a:t>(3) </a:t>
              </a:r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文化程度低，理解政策困难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2"/>
              </p:custDataLst>
            </p:nvPr>
          </p:nvSpPr>
          <p:spPr>
            <a:xfrm>
              <a:off x="4109963" y="1764672"/>
              <a:ext cx="3240306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srgbClr val="63749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退役军人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23"/>
              </p:custDataLst>
            </p:nvPr>
          </p:nvSpPr>
          <p:spPr>
            <a:xfrm>
              <a:off x="5633862" y="2191098"/>
              <a:ext cx="192508" cy="3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-801446" y="0"/>
            <a:ext cx="13073260" cy="902312"/>
            <a:chOff x="-801446" y="0"/>
            <a:chExt cx="13073260" cy="902312"/>
          </a:xfrm>
        </p:grpSpPr>
        <p:sp>
          <p:nvSpPr>
            <p:cNvPr id="78" name="PA-任意多边形 900"/>
            <p:cNvSpPr/>
            <p:nvPr>
              <p:custDataLst>
                <p:tags r:id="rId2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9" name="PA-任意多边形 46"/>
            <p:cNvSpPr/>
            <p:nvPr>
              <p:custDataLst>
                <p:tags r:id="rId25"/>
              </p:custDataLst>
            </p:nvPr>
          </p:nvSpPr>
          <p:spPr>
            <a:xfrm>
              <a:off x="17585" y="140988"/>
              <a:ext cx="10477775" cy="713837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0" name="PA-任意多边形 50"/>
            <p:cNvSpPr/>
            <p:nvPr>
              <p:custDataLst>
                <p:tags r:id="rId26"/>
              </p:custDataLst>
            </p:nvPr>
          </p:nvSpPr>
          <p:spPr>
            <a:xfrm>
              <a:off x="79814" y="136543"/>
              <a:ext cx="12192000" cy="713837"/>
            </a:xfrm>
            <a:custGeom>
              <a:avLst/>
              <a:gdLst>
                <a:gd name="connsiteX0" fmla="*/ 0 w 12192000"/>
                <a:gd name="connsiteY0" fmla="*/ 0 h 713837"/>
                <a:gd name="connsiteX1" fmla="*/ 12192000 w 12192000"/>
                <a:gd name="connsiteY1" fmla="*/ 0 h 713837"/>
                <a:gd name="connsiteX2" fmla="*/ 12192000 w 12192000"/>
                <a:gd name="connsiteY2" fmla="*/ 713837 h 713837"/>
                <a:gd name="connsiteX3" fmla="*/ 0 w 12192000"/>
                <a:gd name="connsiteY3" fmla="*/ 713837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13837">
                  <a:moveTo>
                    <a:pt x="0" y="0"/>
                  </a:moveTo>
                  <a:lnTo>
                    <a:pt x="12192000" y="0"/>
                  </a:lnTo>
                  <a:lnTo>
                    <a:pt x="12192000" y="713837"/>
                  </a:lnTo>
                  <a:lnTo>
                    <a:pt x="0" y="713837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Roboto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1" name="PA-文本框 24"/>
            <p:cNvSpPr txBox="1"/>
            <p:nvPr>
              <p:custDataLst>
                <p:tags r:id="rId27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阿里妈妈数黑体" pitchFamily="2" charset="-122"/>
                </a:rPr>
                <a:t>实地调研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82" name="PA-任意多边形 6"/>
            <p:cNvSpPr/>
            <p:nvPr>
              <p:custDataLst>
                <p:tags r:id="rId28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3" name="PA-任意多边形 899"/>
            <p:cNvSpPr/>
            <p:nvPr>
              <p:custDataLst>
                <p:tags r:id="rId29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4" name="PA-文本框 26"/>
            <p:cNvSpPr txBox="1"/>
            <p:nvPr>
              <p:custDataLst>
                <p:tags r:id="rId30"/>
              </p:custDataLst>
            </p:nvPr>
          </p:nvSpPr>
          <p:spPr>
            <a:xfrm>
              <a:off x="6959353" y="298516"/>
              <a:ext cx="120396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OPPOSans M" panose="00020600040101010101" pitchFamily="18" charset="-122"/>
                </a:rPr>
                <a:t>实地调研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85" name="PA-文本框 26"/>
            <p:cNvSpPr txBox="1"/>
            <p:nvPr>
              <p:custDataLst>
                <p:tags r:id="rId31"/>
              </p:custDataLst>
            </p:nvPr>
          </p:nvSpPr>
          <p:spPr>
            <a:xfrm>
              <a:off x="847775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OPPOSans M" panose="00020600040101010101" pitchFamily="18" charset="-122"/>
                </a:rPr>
                <a:t>产品设计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86" name="PA-直接连接符 18"/>
            <p:cNvCxnSpPr/>
            <p:nvPr>
              <p:custDataLst>
                <p:tags r:id="rId32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87" name="PA-直接连接符 22"/>
            <p:cNvCxnSpPr/>
            <p:nvPr>
              <p:custDataLst>
                <p:tags r:id="rId33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88" name="PA-直接连接符 23"/>
            <p:cNvCxnSpPr/>
            <p:nvPr>
              <p:custDataLst>
                <p:tags r:id="rId34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89" name="PA-文本框 26"/>
            <p:cNvSpPr txBox="1"/>
            <p:nvPr>
              <p:custDataLst>
                <p:tags r:id="rId35"/>
              </p:custDataLst>
            </p:nvPr>
          </p:nvSpPr>
          <p:spPr>
            <a:xfrm>
              <a:off x="5596525" y="33046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90" name="PA-图形 7"/>
            <p:cNvSpPr/>
            <p:nvPr>
              <p:custDataLst>
                <p:tags r:id="rId36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91" name="矩形 90"/>
          <p:cNvSpPr/>
          <p:nvPr/>
        </p:nvSpPr>
        <p:spPr>
          <a:xfrm>
            <a:off x="3566160" y="339725"/>
            <a:ext cx="2100580" cy="52260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80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文献研究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2" name="PA-直接连接符 23"/>
          <p:cNvCxnSpPr/>
          <p:nvPr>
            <p:custDataLst>
              <p:tags r:id="rId37"/>
            </p:custDataLst>
          </p:nvPr>
        </p:nvCxnSpPr>
        <p:spPr>
          <a:xfrm flipH="1">
            <a:off x="957529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93" name="文本框 92"/>
          <p:cNvSpPr txBox="1"/>
          <p:nvPr/>
        </p:nvSpPr>
        <p:spPr>
          <a:xfrm>
            <a:off x="9794875" y="314960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4" name="PA-直接连接符 23"/>
          <p:cNvCxnSpPr/>
          <p:nvPr>
            <p:custDataLst>
              <p:tags r:id="rId38"/>
            </p:custDataLst>
          </p:nvPr>
        </p:nvCxnSpPr>
        <p:spPr>
          <a:xfrm flipH="1">
            <a:off x="1084021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95" name="文本框 94"/>
          <p:cNvSpPr txBox="1"/>
          <p:nvPr/>
        </p:nvSpPr>
        <p:spPr>
          <a:xfrm>
            <a:off x="11123930" y="313690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11111E-6 L 4.58333E-6 0.05625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0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11111E-6 L 4.58333E-6 0.05625 " pathEditMode="relative" rAng="0" ptsTypes="AA">
                                      <p:cBhvr>
                                        <p:cTn id="14" dur="1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0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11111E-6 L 4.58333E-6 0.05625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rcRect l="1166" t="25263"/>
          <a:stretch>
            <a:fillRect/>
          </a:stretch>
        </p:blipFill>
        <p:spPr>
          <a:xfrm>
            <a:off x="1" y="1"/>
            <a:ext cx="12174415" cy="5125479"/>
          </a:xfrm>
          <a:custGeom>
            <a:avLst/>
            <a:gdLst>
              <a:gd name="connsiteX0" fmla="*/ 0 w 12174415"/>
              <a:gd name="connsiteY0" fmla="*/ 0 h 5125479"/>
              <a:gd name="connsiteX1" fmla="*/ 12174415 w 12174415"/>
              <a:gd name="connsiteY1" fmla="*/ 0 h 5125479"/>
              <a:gd name="connsiteX2" fmla="*/ 12174415 w 12174415"/>
              <a:gd name="connsiteY2" fmla="*/ 5125479 h 5125479"/>
              <a:gd name="connsiteX3" fmla="*/ 0 w 12174415"/>
              <a:gd name="connsiteY3" fmla="*/ 5125479 h 512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4415" h="5125479">
                <a:moveTo>
                  <a:pt x="0" y="0"/>
                </a:moveTo>
                <a:lnTo>
                  <a:pt x="12174415" y="0"/>
                </a:lnTo>
                <a:lnTo>
                  <a:pt x="12174415" y="5125479"/>
                </a:lnTo>
                <a:lnTo>
                  <a:pt x="0" y="5125479"/>
                </a:lnTo>
                <a:close/>
              </a:path>
            </a:pathLst>
          </a:custGeom>
        </p:spPr>
      </p:pic>
      <p:sp>
        <p:nvSpPr>
          <p:cNvPr id="3" name="椭圆 2"/>
          <p:cNvSpPr/>
          <p:nvPr/>
        </p:nvSpPr>
        <p:spPr>
          <a:xfrm>
            <a:off x="3383892" y="1107295"/>
            <a:ext cx="5424216" cy="5424216"/>
          </a:xfrm>
          <a:prstGeom prst="ellipse">
            <a:avLst/>
          </a:prstGeom>
          <a:noFill/>
          <a:ln w="9525" cap="flat" cmpd="sng" algn="ctr">
            <a:gradFill>
              <a:gsLst>
                <a:gs pos="53000">
                  <a:schemeClr val="accent1">
                    <a:alpha val="58000"/>
                  </a:schemeClr>
                </a:gs>
                <a:gs pos="4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3177993" y="2016870"/>
            <a:ext cx="990866" cy="990866"/>
            <a:chOff x="3177993" y="2041755"/>
            <a:chExt cx="990866" cy="990866"/>
          </a:xfrm>
        </p:grpSpPr>
        <p:sp>
          <p:nvSpPr>
            <p:cNvPr id="2" name="Oval 134+"/>
            <p:cNvSpPr/>
            <p:nvPr/>
          </p:nvSpPr>
          <p:spPr>
            <a:xfrm>
              <a:off x="3177993" y="2041755"/>
              <a:ext cx="990866" cy="990866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Oval 134+"/>
            <p:cNvSpPr/>
            <p:nvPr/>
          </p:nvSpPr>
          <p:spPr>
            <a:xfrm>
              <a:off x="3260697" y="2128904"/>
              <a:ext cx="822918" cy="822918"/>
            </a:xfrm>
            <a:prstGeom prst="ellipse">
              <a:avLst/>
            </a:prstGeom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4320000" scaled="0"/>
            </a:gradFill>
            <a:ln w="9525">
              <a:solidFill>
                <a:schemeClr val="accent1"/>
              </a:solidFill>
              <a:prstDash val="solid"/>
            </a:ln>
            <a:effectLst>
              <a:outerShdw blurRad="279400" dist="88900" dir="5400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21" name="图形 20" descr="男人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398688" y="2266895"/>
              <a:ext cx="546936" cy="546936"/>
            </a:xfrm>
            <a:prstGeom prst="rect">
              <a:avLst/>
            </a:prstGeom>
          </p:spPr>
        </p:pic>
      </p:grpSp>
      <p:grpSp>
        <p:nvGrpSpPr>
          <p:cNvPr id="80" name="组合 79"/>
          <p:cNvGrpSpPr/>
          <p:nvPr/>
        </p:nvGrpSpPr>
        <p:grpSpPr>
          <a:xfrm>
            <a:off x="8023141" y="2016870"/>
            <a:ext cx="990866" cy="990866"/>
            <a:chOff x="8023141" y="2041755"/>
            <a:chExt cx="990866" cy="990866"/>
          </a:xfrm>
        </p:grpSpPr>
        <p:sp>
          <p:nvSpPr>
            <p:cNvPr id="6" name="Oval 134+"/>
            <p:cNvSpPr/>
            <p:nvPr/>
          </p:nvSpPr>
          <p:spPr>
            <a:xfrm>
              <a:off x="8023141" y="2041755"/>
              <a:ext cx="990866" cy="990866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Oval 134+"/>
            <p:cNvSpPr/>
            <p:nvPr/>
          </p:nvSpPr>
          <p:spPr>
            <a:xfrm>
              <a:off x="8105845" y="2128904"/>
              <a:ext cx="822918" cy="822918"/>
            </a:xfrm>
            <a:prstGeom prst="ellipse">
              <a:avLst/>
            </a:prstGeom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4320000" scaled="0"/>
            </a:gradFill>
            <a:ln w="9525">
              <a:solidFill>
                <a:schemeClr val="accent1"/>
              </a:solidFill>
              <a:prstDash val="solid"/>
            </a:ln>
            <a:effectLst>
              <a:outerShdw blurRad="279400" dist="88900" dir="5400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29" name="图形 28" descr="搏动的心 纯色填充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8264832" y="2290010"/>
              <a:ext cx="537460" cy="537460"/>
            </a:xfrm>
            <a:prstGeom prst="rect">
              <a:avLst/>
            </a:prstGeom>
          </p:spPr>
        </p:pic>
      </p:grpSp>
      <p:grpSp>
        <p:nvGrpSpPr>
          <p:cNvPr id="82" name="组合 81"/>
          <p:cNvGrpSpPr/>
          <p:nvPr/>
        </p:nvGrpSpPr>
        <p:grpSpPr>
          <a:xfrm>
            <a:off x="3177993" y="4631070"/>
            <a:ext cx="990866" cy="990866"/>
            <a:chOff x="3177993" y="4655955"/>
            <a:chExt cx="990866" cy="990866"/>
          </a:xfrm>
        </p:grpSpPr>
        <p:sp>
          <p:nvSpPr>
            <p:cNvPr id="7" name="Oval 134+"/>
            <p:cNvSpPr/>
            <p:nvPr/>
          </p:nvSpPr>
          <p:spPr>
            <a:xfrm>
              <a:off x="3177993" y="4655955"/>
              <a:ext cx="990866" cy="990866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Oval 134+"/>
            <p:cNvSpPr/>
            <p:nvPr/>
          </p:nvSpPr>
          <p:spPr>
            <a:xfrm>
              <a:off x="3260697" y="4739929"/>
              <a:ext cx="822918" cy="822918"/>
            </a:xfrm>
            <a:prstGeom prst="ellipse">
              <a:avLst/>
            </a:prstGeom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4320000" scaled="0"/>
            </a:gradFill>
            <a:ln w="9525">
              <a:solidFill>
                <a:schemeClr val="accent1"/>
              </a:solidFill>
              <a:prstDash val="solid"/>
            </a:ln>
            <a:effectLst>
              <a:outerShdw blurRad="279400" dist="88900" dir="5400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31" name="图形 30" descr="地球仪 - 亚洲 纯色填充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449017" y="4928249"/>
              <a:ext cx="446278" cy="446278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8023141" y="4631070"/>
            <a:ext cx="990866" cy="990866"/>
            <a:chOff x="8023141" y="4631070"/>
            <a:chExt cx="990866" cy="990866"/>
          </a:xfrm>
        </p:grpSpPr>
        <p:sp>
          <p:nvSpPr>
            <p:cNvPr id="5" name="Oval 134+"/>
            <p:cNvSpPr/>
            <p:nvPr/>
          </p:nvSpPr>
          <p:spPr>
            <a:xfrm>
              <a:off x="8023141" y="4631070"/>
              <a:ext cx="990866" cy="990866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Oval 134+"/>
            <p:cNvSpPr/>
            <p:nvPr/>
          </p:nvSpPr>
          <p:spPr>
            <a:xfrm>
              <a:off x="8105845" y="4715044"/>
              <a:ext cx="822918" cy="822918"/>
            </a:xfrm>
            <a:prstGeom prst="ellipse">
              <a:avLst/>
            </a:prstGeom>
            <a:gradFill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4320000" scaled="0"/>
            </a:gradFill>
            <a:ln w="9525">
              <a:solidFill>
                <a:schemeClr val="accent1"/>
              </a:solidFill>
              <a:prstDash val="solid"/>
            </a:ln>
            <a:effectLst>
              <a:outerShdw blurRad="279400" dist="88900" dir="5400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27" name="图形 26" descr="清单 纯色填充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8294165" y="4903364"/>
              <a:ext cx="446278" cy="446278"/>
            </a:xfrm>
            <a:prstGeom prst="rect">
              <a:avLst/>
            </a:prstGeom>
          </p:spPr>
        </p:pic>
      </p:grpSp>
      <p:cxnSp>
        <p:nvCxnSpPr>
          <p:cNvPr id="63" name="直接连接符 62"/>
          <p:cNvCxnSpPr/>
          <p:nvPr/>
        </p:nvCxnSpPr>
        <p:spPr>
          <a:xfrm>
            <a:off x="8825013" y="3819403"/>
            <a:ext cx="1971040" cy="0"/>
          </a:xfrm>
          <a:prstGeom prst="line">
            <a:avLst/>
          </a:prstGeom>
          <a:ln w="9525"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134+"/>
          <p:cNvSpPr/>
          <p:nvPr/>
        </p:nvSpPr>
        <p:spPr>
          <a:xfrm>
            <a:off x="8745583" y="3759450"/>
            <a:ext cx="119906" cy="119906"/>
          </a:xfrm>
          <a:prstGeom prst="ellipse">
            <a:avLst/>
          </a:prstGeom>
          <a:gradFill>
            <a:gsLst>
              <a:gs pos="25000">
                <a:schemeClr val="accent1"/>
              </a:gs>
              <a:gs pos="100000">
                <a:schemeClr val="accent2"/>
              </a:gs>
            </a:gsLst>
            <a:lin ang="4320000" scaled="0"/>
          </a:gradFill>
          <a:ln w="9525">
            <a:solidFill>
              <a:schemeClr val="accent1"/>
            </a:solidFill>
            <a:prstDash val="solid"/>
          </a:ln>
          <a:effectLst>
            <a:outerShdw blurRad="279400" dist="88900" dir="5400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65" name="直接连接符 64"/>
          <p:cNvCxnSpPr/>
          <p:nvPr/>
        </p:nvCxnSpPr>
        <p:spPr>
          <a:xfrm flipH="1">
            <a:off x="1422357" y="3819403"/>
            <a:ext cx="1971040" cy="0"/>
          </a:xfrm>
          <a:prstGeom prst="line">
            <a:avLst/>
          </a:prstGeom>
          <a:ln w="9525"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134+"/>
          <p:cNvSpPr/>
          <p:nvPr/>
        </p:nvSpPr>
        <p:spPr>
          <a:xfrm>
            <a:off x="3330336" y="3759450"/>
            <a:ext cx="119906" cy="119906"/>
          </a:xfrm>
          <a:prstGeom prst="ellipse">
            <a:avLst/>
          </a:prstGeom>
          <a:gradFill>
            <a:gsLst>
              <a:gs pos="25000">
                <a:schemeClr val="accent1"/>
              </a:gs>
              <a:gs pos="100000">
                <a:schemeClr val="accent2"/>
              </a:gs>
            </a:gsLst>
            <a:lin ang="4320000" scaled="0"/>
          </a:gradFill>
          <a:ln w="9525">
            <a:solidFill>
              <a:schemeClr val="accent1"/>
            </a:solidFill>
            <a:prstDash val="solid"/>
          </a:ln>
          <a:effectLst>
            <a:outerShdw blurRad="279400" dist="88900" dir="5400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79818" y="1988614"/>
            <a:ext cx="2484680" cy="1042231"/>
            <a:chOff x="579818" y="1768877"/>
            <a:chExt cx="2484680" cy="1042231"/>
          </a:xfrm>
        </p:grpSpPr>
        <p:sp>
          <p:nvSpPr>
            <p:cNvPr id="14" name="矩形 13"/>
            <p:cNvSpPr/>
            <p:nvPr/>
          </p:nvSpPr>
          <p:spPr>
            <a:xfrm>
              <a:off x="579818" y="2182282"/>
              <a:ext cx="2484680" cy="6288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</a:rPr>
                <a:t>心理疾病困扰</a:t>
              </a:r>
              <a:endParaRPr lang="zh-CN" altLang="en-US" sz="1400" dirty="0">
                <a:solidFill>
                  <a:srgbClr val="637490"/>
                </a:solidFill>
              </a:endParaRPr>
            </a:p>
            <a:p>
              <a:pPr algn="r"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</a:rPr>
                <a:t>政策理解障碍</a:t>
              </a:r>
              <a:endParaRPr lang="zh-CN" altLang="en-US" sz="1400" dirty="0">
                <a:solidFill>
                  <a:srgbClr val="637490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787993" y="1768877"/>
              <a:ext cx="127650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rPr>
                <a:t>退役军人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79818" y="4672668"/>
            <a:ext cx="2484681" cy="1345426"/>
            <a:chOff x="579818" y="4382047"/>
            <a:chExt cx="2484681" cy="1345426"/>
          </a:xfrm>
        </p:grpSpPr>
        <p:sp>
          <p:nvSpPr>
            <p:cNvPr id="15" name="矩形 14"/>
            <p:cNvSpPr/>
            <p:nvPr/>
          </p:nvSpPr>
          <p:spPr>
            <a:xfrm>
              <a:off x="579818" y="4797833"/>
              <a:ext cx="2484680" cy="929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强调地区差异，</a:t>
              </a: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城乡差异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  <a:p>
              <a:pPr algn="r"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伤残认定难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  <a:p>
              <a:pPr algn="r"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财政压力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093459" y="4382047"/>
              <a:ext cx="197104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rPr>
                <a:t>退役军人事务局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9128037" y="1563164"/>
            <a:ext cx="2780155" cy="1875810"/>
            <a:chOff x="11802022" y="1754974"/>
            <a:chExt cx="2780155" cy="1875810"/>
          </a:xfrm>
        </p:grpSpPr>
        <p:sp>
          <p:nvSpPr>
            <p:cNvPr id="18" name="矩形 17"/>
            <p:cNvSpPr/>
            <p:nvPr/>
          </p:nvSpPr>
          <p:spPr>
            <a:xfrm>
              <a:off x="12026177" y="2701144"/>
              <a:ext cx="2556000" cy="929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肯定分层</a:t>
              </a: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设计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聚焦差异化定价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军人专属健康险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1802022" y="1754974"/>
              <a:ext cx="2458085" cy="170434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rPr>
                <a:t>融通保险公司（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rPr>
                <a:t>国内首家以军人群体保障为核心业务方向的保险公司之一）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128037" y="4672668"/>
            <a:ext cx="2780428" cy="1324689"/>
            <a:chOff x="9128037" y="4382047"/>
            <a:chExt cx="2780428" cy="1324689"/>
          </a:xfrm>
        </p:grpSpPr>
        <p:sp>
          <p:nvSpPr>
            <p:cNvPr id="19" name="矩形 18"/>
            <p:cNvSpPr/>
            <p:nvPr/>
          </p:nvSpPr>
          <p:spPr>
            <a:xfrm>
              <a:off x="9128037" y="4797833"/>
              <a:ext cx="2518321" cy="908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服务覆盖不足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一站式服务缺乏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rgbClr val="637490"/>
                  </a:solidFill>
                  <a:ea typeface="微软雅黑" panose="020B0503020204020204" charset="-122"/>
                </a:rPr>
                <a:t>需关注遗留疾病</a:t>
              </a:r>
              <a:endParaRPr lang="zh-CN" altLang="en-US" sz="1400" dirty="0">
                <a:solidFill>
                  <a:srgbClr val="637490"/>
                </a:solidFill>
                <a:ea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9128037" y="4382047"/>
              <a:ext cx="2780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rPr>
                <a:t>社区退役军人办事处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</p:grpSp>
      <p:sp>
        <p:nvSpPr>
          <p:cNvPr id="75" name="椭圆 74"/>
          <p:cNvSpPr/>
          <p:nvPr/>
        </p:nvSpPr>
        <p:spPr>
          <a:xfrm>
            <a:off x="4331368" y="2054771"/>
            <a:ext cx="3529264" cy="3529264"/>
          </a:xfrm>
          <a:prstGeom prst="ellipse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76" name="图片 7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" r="1463"/>
          <a:stretch>
            <a:fillRect/>
          </a:stretch>
        </p:blipFill>
        <p:spPr bwMode="auto">
          <a:xfrm>
            <a:off x="4460299" y="2183702"/>
            <a:ext cx="3271402" cy="3271402"/>
          </a:xfrm>
          <a:custGeom>
            <a:avLst/>
            <a:gdLst>
              <a:gd name="connsiteX0" fmla="*/ 2054707 w 4109414"/>
              <a:gd name="connsiteY0" fmla="*/ 0 h 4109414"/>
              <a:gd name="connsiteX1" fmla="*/ 4109414 w 4109414"/>
              <a:gd name="connsiteY1" fmla="*/ 2054707 h 4109414"/>
              <a:gd name="connsiteX2" fmla="*/ 2054707 w 4109414"/>
              <a:gd name="connsiteY2" fmla="*/ 4109414 h 4109414"/>
              <a:gd name="connsiteX3" fmla="*/ 0 w 4109414"/>
              <a:gd name="connsiteY3" fmla="*/ 2054707 h 4109414"/>
              <a:gd name="connsiteX4" fmla="*/ 2054707 w 4109414"/>
              <a:gd name="connsiteY4" fmla="*/ 0 h 410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9414" h="4109414">
                <a:moveTo>
                  <a:pt x="2054707" y="0"/>
                </a:moveTo>
                <a:cubicBezTo>
                  <a:pt x="3189490" y="0"/>
                  <a:pt x="4109414" y="919924"/>
                  <a:pt x="4109414" y="2054707"/>
                </a:cubicBezTo>
                <a:cubicBezTo>
                  <a:pt x="4109414" y="3189490"/>
                  <a:pt x="3189490" y="4109414"/>
                  <a:pt x="2054707" y="4109414"/>
                </a:cubicBezTo>
                <a:cubicBezTo>
                  <a:pt x="919924" y="4109414"/>
                  <a:pt x="0" y="3189490"/>
                  <a:pt x="0" y="2054707"/>
                </a:cubicBezTo>
                <a:cubicBezTo>
                  <a:pt x="0" y="919924"/>
                  <a:pt x="919924" y="0"/>
                  <a:pt x="205470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-801446" y="0"/>
            <a:ext cx="13073260" cy="902312"/>
            <a:chOff x="-801446" y="0"/>
            <a:chExt cx="13073260" cy="902312"/>
          </a:xfrm>
        </p:grpSpPr>
        <p:sp>
          <p:nvSpPr>
            <p:cNvPr id="13" name="PA-任意多边形 900"/>
            <p:cNvSpPr/>
            <p:nvPr>
              <p:custDataLst>
                <p:tags r:id="rId11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PA-任意多边形 46"/>
            <p:cNvSpPr/>
            <p:nvPr>
              <p:custDataLst>
                <p:tags r:id="rId12"/>
              </p:custDataLst>
            </p:nvPr>
          </p:nvSpPr>
          <p:spPr>
            <a:xfrm>
              <a:off x="17585" y="140988"/>
              <a:ext cx="10477775" cy="713837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PA-任意多边形 50"/>
            <p:cNvSpPr/>
            <p:nvPr>
              <p:custDataLst>
                <p:tags r:id="rId13"/>
              </p:custDataLst>
            </p:nvPr>
          </p:nvSpPr>
          <p:spPr>
            <a:xfrm>
              <a:off x="79814" y="136543"/>
              <a:ext cx="12192000" cy="713837"/>
            </a:xfrm>
            <a:custGeom>
              <a:avLst/>
              <a:gdLst>
                <a:gd name="connsiteX0" fmla="*/ 0 w 12192000"/>
                <a:gd name="connsiteY0" fmla="*/ 0 h 713837"/>
                <a:gd name="connsiteX1" fmla="*/ 12192000 w 12192000"/>
                <a:gd name="connsiteY1" fmla="*/ 0 h 713837"/>
                <a:gd name="connsiteX2" fmla="*/ 12192000 w 12192000"/>
                <a:gd name="connsiteY2" fmla="*/ 713837 h 713837"/>
                <a:gd name="connsiteX3" fmla="*/ 0 w 12192000"/>
                <a:gd name="connsiteY3" fmla="*/ 713837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713837">
                  <a:moveTo>
                    <a:pt x="0" y="0"/>
                  </a:moveTo>
                  <a:lnTo>
                    <a:pt x="12192000" y="0"/>
                  </a:lnTo>
                  <a:lnTo>
                    <a:pt x="12192000" y="713837"/>
                  </a:lnTo>
                  <a:lnTo>
                    <a:pt x="0" y="713837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Roboto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PA-文本框 24"/>
            <p:cNvSpPr txBox="1"/>
            <p:nvPr>
              <p:custDataLst>
                <p:tags r:id="rId14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阿里妈妈数黑体" pitchFamily="2" charset="-122"/>
                </a:rPr>
                <a:t>实地调研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23" name="PA-任意多边形 6"/>
            <p:cNvSpPr/>
            <p:nvPr>
              <p:custDataLst>
                <p:tags r:id="rId15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PA-任意多边形 899"/>
            <p:cNvSpPr/>
            <p:nvPr>
              <p:custDataLst>
                <p:tags r:id="rId16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PA-文本框 26"/>
            <p:cNvSpPr txBox="1"/>
            <p:nvPr>
              <p:custDataLst>
                <p:tags r:id="rId17"/>
              </p:custDataLst>
            </p:nvPr>
          </p:nvSpPr>
          <p:spPr>
            <a:xfrm>
              <a:off x="6959353" y="298516"/>
              <a:ext cx="120396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OPPOSans M" panose="00020600040101010101" pitchFamily="18" charset="-122"/>
                </a:rPr>
                <a:t>实地调研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OPPOSans M" panose="00020600040101010101" pitchFamily="18" charset="-122"/>
              </a:endParaRPr>
            </a:p>
          </p:txBody>
        </p:sp>
        <p:sp>
          <p:nvSpPr>
            <p:cNvPr id="34" name="PA-文本框 26"/>
            <p:cNvSpPr txBox="1"/>
            <p:nvPr>
              <p:custDataLst>
                <p:tags r:id="rId18"/>
              </p:custDataLst>
            </p:nvPr>
          </p:nvSpPr>
          <p:spPr>
            <a:xfrm>
              <a:off x="847775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OPPOSans M" panose="00020600040101010101" pitchFamily="18" charset="-122"/>
                </a:rPr>
                <a:t>产品设计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1" name="PA-直接连接符 18"/>
            <p:cNvCxnSpPr/>
            <p:nvPr>
              <p:custDataLst>
                <p:tags r:id="rId19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2"/>
            <p:cNvCxnSpPr/>
            <p:nvPr>
              <p:custDataLst>
                <p:tags r:id="rId20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3" name="PA-直接连接符 23"/>
            <p:cNvCxnSpPr/>
            <p:nvPr>
              <p:custDataLst>
                <p:tags r:id="rId21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4" name="PA-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5596525" y="33046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6" name="PA-图形 7"/>
            <p:cNvSpPr/>
            <p:nvPr>
              <p:custDataLst>
                <p:tags r:id="rId23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3566160" y="339725"/>
            <a:ext cx="2100580" cy="52260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80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文献研究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PA-直接连接符 23"/>
          <p:cNvCxnSpPr/>
          <p:nvPr>
            <p:custDataLst>
              <p:tags r:id="rId24"/>
            </p:custDataLst>
          </p:nvPr>
        </p:nvCxnSpPr>
        <p:spPr>
          <a:xfrm flipH="1">
            <a:off x="957529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49" name="文本框 48"/>
          <p:cNvSpPr txBox="1"/>
          <p:nvPr/>
        </p:nvSpPr>
        <p:spPr>
          <a:xfrm>
            <a:off x="9794875" y="314960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0" name="PA-直接连接符 23"/>
          <p:cNvCxnSpPr/>
          <p:nvPr>
            <p:custDataLst>
              <p:tags r:id="rId25"/>
            </p:custDataLst>
          </p:nvPr>
        </p:nvCxnSpPr>
        <p:spPr>
          <a:xfrm flipH="1">
            <a:off x="10840215" y="36503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57" name="椭圆 56"/>
          <p:cNvSpPr/>
          <p:nvPr/>
        </p:nvSpPr>
        <p:spPr>
          <a:xfrm>
            <a:off x="4428915" y="2138209"/>
            <a:ext cx="3357061" cy="33570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effectLst/>
              <a:uLnTx/>
              <a:uFillTx/>
              <a:latin typeface="思源宋体 CN Light" panose="02020300000000000000" pitchFamily="18" charset="-122"/>
              <a:ea typeface="思源宋体 CN Light" panose="02020300000000000000" pitchFamily="18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1123930" y="313690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488656" y="2877966"/>
            <a:ext cx="3242628" cy="2306955"/>
          </a:xfrm>
          <a:prstGeom prst="rect">
            <a:avLst/>
          </a:prstGeom>
          <a:noFill/>
          <a:effectLst>
            <a:outerShdw blurRad="1270000" dist="38100" dir="8100000" algn="tr" rotWithShape="0">
              <a:prstClr val="black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600" b="1" dirty="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  <a:latin typeface="汉仪超粗宋简" panose="02010600000101010101" charset="-122"/>
                <a:ea typeface="汉仪超粗宋简" panose="02010600000101010101" charset="-122"/>
                <a:sym typeface="汉仪超粗宋简" panose="02010600000101010101" charset="-122"/>
              </a:rPr>
              <a:t>分层设计</a:t>
            </a:r>
            <a:endParaRPr lang="zh-CN" altLang="en-US" sz="3600" b="1" dirty="0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  <a:latin typeface="汉仪超粗宋简" panose="02010600000101010101" charset="-122"/>
              <a:ea typeface="汉仪超粗宋简" panose="02010600000101010101" charset="-122"/>
              <a:sym typeface="汉仪超粗宋简" panose="02010600000101010101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3600" b="1" dirty="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  <a:latin typeface="汉仪超粗宋简" panose="02010600000101010101" charset="-122"/>
                <a:ea typeface="汉仪超粗宋简" panose="02010600000101010101" charset="-122"/>
                <a:sym typeface="汉仪超粗宋简" panose="02010600000101010101" charset="-122"/>
              </a:rPr>
              <a:t>覆盖服役相关</a:t>
            </a:r>
            <a:r>
              <a:rPr lang="zh-CN" altLang="en-US" sz="3600" b="1" dirty="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  <a:latin typeface="汉仪超粗宋简" panose="02010600000101010101" charset="-122"/>
                <a:ea typeface="汉仪超粗宋简" panose="02010600000101010101" charset="-122"/>
                <a:sym typeface="汉仪超粗宋简" panose="02010600000101010101" charset="-122"/>
              </a:rPr>
              <a:t>疾病可能是突破口！</a:t>
            </a:r>
            <a:endParaRPr lang="zh-CN" altLang="en-US" sz="3600" b="1" dirty="0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  <a:latin typeface="汉仪超粗宋简" panose="02010600000101010101" charset="-122"/>
              <a:ea typeface="汉仪超粗宋简" panose="02010600000101010101" charset="-122"/>
              <a:sym typeface="汉仪超粗宋简" panose="02010600000101010101" charset="-122"/>
            </a:endParaRPr>
          </a:p>
        </p:txBody>
      </p:sp>
      <p:sp>
        <p:nvSpPr>
          <p:cNvPr id="8" name="矩形 7" descr="7b0a2020202022776f7264617274223a2022220a7d0a"/>
          <p:cNvSpPr/>
          <p:nvPr/>
        </p:nvSpPr>
        <p:spPr>
          <a:xfrm>
            <a:off x="1084580" y="2025015"/>
            <a:ext cx="10022840" cy="280797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rmAutofit/>
            <a:scene3d>
              <a:camera prst="obliqueTopRight"/>
              <a:lightRig rig="flat" dir="t"/>
            </a:scene3d>
            <a:sp3d prstMaterial="matte">
              <a:extrusionClr>
                <a:schemeClr val="tx2">
                  <a:lumMod val="90000"/>
                  <a:lumOff val="10000"/>
                </a:schemeClr>
              </a:extrusionClr>
              <a:contourClr>
                <a:schemeClr val="bg1"/>
              </a:contourClr>
            </a:sp3d>
          </a:bodyPr>
          <a:p>
            <a:pPr algn="ctr"/>
            <a:endParaRPr lang="zh-CN" altLang="en-US" sz="18600" b="1">
              <a:ln w="41275" cap="rnd" cmpd="sng">
                <a:solidFill>
                  <a:srgbClr val="F6DE00"/>
                </a:solidFill>
                <a:prstDash val="solid"/>
              </a:ln>
              <a:solidFill>
                <a:srgbClr val="ED6145"/>
              </a:solidFill>
              <a:effectLst>
                <a:reflection blurRad="50800" stA="30000" endA="900" endPos="60000" dist="88900" dir="5400000" sy="-100000" algn="bl" rotWithShape="0"/>
              </a:effectLst>
              <a:latin typeface="汉仪超粗宋简" panose="02010600000101010101" charset="-122"/>
              <a:ea typeface="汉仪超粗宋简" panose="02010600000101010101" charset="-122"/>
            </a:endParaRPr>
          </a:p>
        </p:txBody>
      </p:sp>
      <p:sp>
        <p:nvSpPr>
          <p:cNvPr id="35" name="矩形 34" descr="7b0a2020202022776f7264617274223a2022220a7d0a"/>
          <p:cNvSpPr/>
          <p:nvPr/>
        </p:nvSpPr>
        <p:spPr>
          <a:xfrm>
            <a:off x="1084580" y="2025015"/>
            <a:ext cx="10022840" cy="280797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rmAutofit/>
            <a:scene3d>
              <a:camera prst="obliqueTopRight"/>
              <a:lightRig rig="flat" dir="t"/>
            </a:scene3d>
            <a:sp3d prstMaterial="matte">
              <a:extrusionClr>
                <a:schemeClr val="tx2">
                  <a:lumMod val="90000"/>
                  <a:lumOff val="10000"/>
                </a:schemeClr>
              </a:extrusionClr>
              <a:contourClr>
                <a:schemeClr val="bg1"/>
              </a:contourClr>
            </a:sp3d>
          </a:bodyPr>
          <a:p>
            <a:pPr algn="ctr"/>
            <a:endParaRPr lang="zh-CN" altLang="en-US" sz="18600" b="1">
              <a:ln w="41275" cap="rnd" cmpd="sng">
                <a:solidFill>
                  <a:srgbClr val="F6DE00"/>
                </a:solidFill>
                <a:prstDash val="solid"/>
              </a:ln>
              <a:solidFill>
                <a:srgbClr val="ED6145"/>
              </a:solidFill>
              <a:effectLst>
                <a:reflection blurRad="50800" stA="30000" endA="900" endPos="60000" dist="88900" dir="5400000" sy="-100000" algn="bl" rotWithShape="0"/>
              </a:effectLst>
              <a:latin typeface="汉仪超粗宋简" panose="02010600000101010101" charset="-122"/>
              <a:ea typeface="汉仪超粗宋简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to="" calcmode="lin" valueType="num"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#ppt_h-#ppt_h*8)*(1-$)^8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#ppt_w-#ppt_w*8)*(1-$)^8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 additive="base">
                                        <p:cTn id="8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 additive="base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to="" calcmode="lin" valueType="num"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-(#ppt_h-#ppt_h*8)*(1-$)^8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-(#ppt_w-#ppt_w*8)*(1-$)^8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 additive="base">
                                        <p:cTn id="13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 additive="base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3" presetClass="entr" presetSubtype="16" accel="50000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from x="0" y="0"/>
                                      <p:to x="85000" y="85000"/>
                                    </p:animScale>
                                    <p:animScale>
                                      <p:cBhvr>
                                        <p:cTn id="18" dur="6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from x="85000" y="8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3" presetClass="entr" presetSubtype="16" accel="50000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from x="0" y="0"/>
                                      <p:to x="85000" y="85000"/>
                                    </p:animScale>
                                    <p:animScale>
                                      <p:cBhvr>
                                        <p:cTn id="22" dur="6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from x="85000" y="8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10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1.04167E-6 -2.22222E-6 L -0.0582 -2.22222E-6 " pathEditMode="relative" rAng="0" ptsTypes="AA">
                                      <p:cBhvr>
                                        <p:cTn id="49" dur="12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3" presetClass="path" presetSubtype="0" decel="10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4.375E-6 -2.22222E-6 L 0.05208 -2.22222E-6 " pathEditMode="relative" rAng="0" ptsTypes="AA">
                                      <p:cBhvr>
                                        <p:cTn id="54" dur="125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3" presetClass="path" presetSubtype="0" decel="10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-2.08333E-7 2.22222E-6 L 0.05208 2.22222E-6 " pathEditMode="relative" rAng="0" ptsTypes="AA">
                                      <p:cBhvr>
                                        <p:cTn id="59" dur="12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5" presetClass="path" presetSubtype="0" decel="10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1.04167E-6 2.22222E-6 L -0.0582 2.22222E-6 " pathEditMode="relative" rAng="0" ptsTypes="AA">
                                      <p:cBhvr>
                                        <p:cTn id="64" dur="12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4" grpId="0" bldLvl="0" animBg="1"/>
      <p:bldP spid="66" grpId="0" bldLvl="0" animBg="1"/>
      <p:bldP spid="7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任意多边形: 形状 12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FAD77E">
                  <a:lumMod val="20000"/>
                  <a:lumOff val="80000"/>
                </a:srgbClr>
              </a:gs>
              <a:gs pos="54000">
                <a:schemeClr val="accent3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pic>
        <p:nvPicPr>
          <p:cNvPr id="122" name="Picture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9038" y="-423714"/>
            <a:ext cx="5608320" cy="6858000"/>
          </a:xfrm>
          <a:prstGeom prst="rect">
            <a:avLst/>
          </a:prstGeom>
        </p:spPr>
      </p:pic>
      <p:pic>
        <p:nvPicPr>
          <p:cNvPr id="135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602" y="0"/>
            <a:ext cx="7782155" cy="6235700"/>
          </a:xfrm>
          <a:prstGeom prst="rect">
            <a:avLst/>
          </a:prstGeom>
        </p:spPr>
      </p:pic>
      <p:grpSp>
        <p:nvGrpSpPr>
          <p:cNvPr id="141" name="组合 140"/>
          <p:cNvGrpSpPr/>
          <p:nvPr/>
        </p:nvGrpSpPr>
        <p:grpSpPr>
          <a:xfrm>
            <a:off x="-1111817" y="1605742"/>
            <a:ext cx="8802672" cy="3152834"/>
            <a:chOff x="-1198766" y="1399948"/>
            <a:chExt cx="8802672" cy="3152834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3691259">
              <a:off x="396584" y="3635238"/>
              <a:ext cx="1007909" cy="827179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sp>
          <p:nvSpPr>
            <p:cNvPr id="116" name="文本框 115"/>
            <p:cNvSpPr txBox="1"/>
            <p:nvPr/>
          </p:nvSpPr>
          <p:spPr>
            <a:xfrm>
              <a:off x="442901" y="2688929"/>
              <a:ext cx="5059680" cy="1568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产品</a:t>
              </a: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设计</a:t>
              </a:r>
              <a:endParaRPr kumimoji="0" lang="zh-CN" altLang="en-US" sz="96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100000">
                      <a:prstClr val="white"/>
                    </a:gs>
                    <a:gs pos="7000">
                      <a:prstClr val="white"/>
                    </a:gs>
                    <a:gs pos="43000">
                      <a:srgbClr val="206252">
                        <a:lumMod val="20000"/>
                        <a:lumOff val="80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srgbClr val="206252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1348908" y="1399948"/>
              <a:ext cx="4564380" cy="1861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500" b="0" i="1" u="none" strike="noStrike" kern="0" cap="none" spc="0" normalizeH="0" baseline="0" noProof="0" dirty="0">
                  <a:ln w="22225">
                    <a:gradFill flip="none" rotWithShape="1">
                      <a:gsLst>
                        <a:gs pos="24000">
                          <a:srgbClr val="FAD77E">
                            <a:lumMod val="20000"/>
                            <a:lumOff val="80000"/>
                          </a:srgbClr>
                        </a:gs>
                        <a:gs pos="76000">
                          <a:srgbClr val="FAD77E">
                            <a:lumMod val="20000"/>
                            <a:lumOff val="80000"/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</a:ln>
                  <a:gradFill flip="none" rotWithShape="1">
                    <a:gsLst>
                      <a:gs pos="15000">
                        <a:srgbClr val="FAD77E">
                          <a:lumMod val="20000"/>
                          <a:lumOff val="80000"/>
                          <a:alpha val="22000"/>
                        </a:srgbClr>
                      </a:gs>
                      <a:gs pos="68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思源宋体 CN Heavy"/>
                  <a:ea typeface="思源宋体 CN Heavy"/>
                  <a:cs typeface="+mn-cs"/>
                </a:rPr>
                <a:t>PART 4</a:t>
              </a:r>
              <a:endParaRPr kumimoji="0" lang="zh-CN" altLang="en-US" sz="11500" b="0" i="1" u="none" strike="noStrike" kern="0" cap="none" spc="0" normalizeH="0" baseline="0" noProof="0" dirty="0">
                <a:ln w="22225">
                  <a:gradFill flip="none" rotWithShape="1">
                    <a:gsLst>
                      <a:gs pos="24000">
                        <a:srgbClr val="FAD77E">
                          <a:lumMod val="20000"/>
                          <a:lumOff val="80000"/>
                        </a:srgbClr>
                      </a:gs>
                      <a:gs pos="76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</a:ln>
                <a:gradFill flip="none" rotWithShape="1">
                  <a:gsLst>
                    <a:gs pos="15000">
                      <a:srgbClr val="FAD77E">
                        <a:lumMod val="20000"/>
                        <a:lumOff val="80000"/>
                        <a:alpha val="22000"/>
                      </a:srgbClr>
                    </a:gs>
                    <a:gs pos="68000">
                      <a:srgbClr val="FAD77E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思源宋体 CN Heavy"/>
                <a:ea typeface="思源宋体 CN Heavy"/>
                <a:cs typeface="+mn-cs"/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>
            <a:xfrm flipV="1">
              <a:off x="580355" y="1399948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bg1"/>
                  </a:gs>
                  <a:gs pos="82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grpSp>
          <p:nvGrpSpPr>
            <p:cNvPr id="137" name="组合 136"/>
            <p:cNvGrpSpPr/>
            <p:nvPr/>
          </p:nvGrpSpPr>
          <p:grpSpPr>
            <a:xfrm>
              <a:off x="4092130" y="4111884"/>
              <a:ext cx="2501787" cy="228031"/>
              <a:chOff x="4178932" y="1978005"/>
              <a:chExt cx="616525" cy="142461"/>
            </a:xfrm>
          </p:grpSpPr>
          <p:sp>
            <p:nvSpPr>
              <p:cNvPr id="138" name="平行四边形 137"/>
              <p:cNvSpPr/>
              <p:nvPr/>
            </p:nvSpPr>
            <p:spPr>
              <a:xfrm flipH="1" flipV="1">
                <a:off x="4281389" y="1978005"/>
                <a:ext cx="514068" cy="111045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39" name="平行四边形 138"/>
              <p:cNvSpPr/>
              <p:nvPr/>
            </p:nvSpPr>
            <p:spPr>
              <a:xfrm flipH="1" flipV="1">
                <a:off x="4178932" y="2048105"/>
                <a:ext cx="501708" cy="72361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cxnSp>
          <p:nvCxnSpPr>
            <p:cNvPr id="140" name="直接连接符 139"/>
            <p:cNvCxnSpPr/>
            <p:nvPr/>
          </p:nvCxnSpPr>
          <p:spPr>
            <a:xfrm flipH="1" flipV="1">
              <a:off x="-1198766" y="4424486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82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</p:grpSp>
      <p:pic>
        <p:nvPicPr>
          <p:cNvPr id="2" name="Picture 10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" y="4021183"/>
            <a:ext cx="12185106" cy="286959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13334" y="8891"/>
            <a:ext cx="12451059" cy="6762043"/>
            <a:chOff x="1" y="1"/>
            <a:chExt cx="12451059" cy="676204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1600150" y="1515629"/>
              <a:ext cx="10850910" cy="5246415"/>
            </a:xfrm>
            <a:prstGeom prst="rect">
              <a:avLst/>
            </a:prstGeom>
          </p:spPr>
        </p:pic>
      </p:grpSp>
      <p:sp>
        <p:nvSpPr>
          <p:cNvPr id="60" name="文本框 59"/>
          <p:cNvSpPr txBox="1"/>
          <p:nvPr/>
        </p:nvSpPr>
        <p:spPr>
          <a:xfrm>
            <a:off x="7406160" y="3521601"/>
            <a:ext cx="6541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>
                <a:gradFill>
                  <a:gsLst>
                    <a:gs pos="39000">
                      <a:schemeClr val="bg2">
                        <a:lumMod val="50000"/>
                      </a:schemeClr>
                    </a:gs>
                    <a:gs pos="93000">
                      <a:schemeClr val="accent1"/>
                    </a:gs>
                  </a:gsLst>
                  <a:lin ang="5400000" scaled="1"/>
                </a:gradFill>
                <a:latin typeface="Prism" panose="00000500000000000000" pitchFamily="50" charset="0"/>
                <a:ea typeface="HarmonyOS Sans SC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8000">
                      <a:srgbClr val="E2DFCC">
                        <a:lumMod val="50000"/>
                      </a:srgbClr>
                    </a:gs>
                    <a:gs pos="93000">
                      <a:srgbClr val="206252"/>
                    </a:gs>
                  </a:gsLst>
                  <a:lin ang="5400000" scaled="1"/>
                </a:gradFill>
                <a:effectLst/>
                <a:uLnTx/>
                <a:uFillTx/>
                <a:latin typeface="Prism" panose="00000500000000000000" pitchFamily="50" charset="0"/>
                <a:ea typeface="HarmonyOS Sans SC"/>
                <a:cs typeface="+mn-cs"/>
              </a:rPr>
              <a:t>2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gradFill>
                <a:gsLst>
                  <a:gs pos="28000">
                    <a:srgbClr val="E2DFCC">
                      <a:lumMod val="50000"/>
                    </a:srgbClr>
                  </a:gs>
                  <a:gs pos="93000">
                    <a:srgbClr val="206252"/>
                  </a:gs>
                </a:gsLst>
                <a:lin ang="5400000" scaled="1"/>
              </a:gradFill>
              <a:effectLst/>
              <a:uLnTx/>
              <a:uFillTx/>
              <a:latin typeface="Prism" panose="00000500000000000000" pitchFamily="50" charset="0"/>
              <a:ea typeface="HarmonyOS Sans SC"/>
              <a:cs typeface="+mn-cs"/>
            </a:endParaRPr>
          </a:p>
        </p:txBody>
      </p:sp>
      <p:sp>
        <p:nvSpPr>
          <p:cNvPr id="21" name="任意多边形: 形状 20"/>
          <p:cNvSpPr/>
          <p:nvPr/>
        </p:nvSpPr>
        <p:spPr>
          <a:xfrm rot="255694" flipH="1">
            <a:off x="2984500" y="250190"/>
            <a:ext cx="4123690" cy="8170545"/>
          </a:xfrm>
          <a:custGeom>
            <a:avLst/>
            <a:gdLst>
              <a:gd name="connsiteX0" fmla="*/ 0 w 9753600"/>
              <a:gd name="connsiteY0" fmla="*/ 2286000 h 2286000"/>
              <a:gd name="connsiteX1" fmla="*/ 4914900 w 9753600"/>
              <a:gd name="connsiteY1" fmla="*/ 1676400 h 2286000"/>
              <a:gd name="connsiteX2" fmla="*/ 9753600 w 9753600"/>
              <a:gd name="connsiteY2" fmla="*/ 0 h 2286000"/>
              <a:gd name="connsiteX0-1" fmla="*/ 0 w 9753600"/>
              <a:gd name="connsiteY0-2" fmla="*/ 2286000 h 2286000"/>
              <a:gd name="connsiteX1-3" fmla="*/ 4914900 w 9753600"/>
              <a:gd name="connsiteY1-4" fmla="*/ 1676400 h 2286000"/>
              <a:gd name="connsiteX2-5" fmla="*/ 9753600 w 9753600"/>
              <a:gd name="connsiteY2-6" fmla="*/ 0 h 2286000"/>
              <a:gd name="connsiteX0-7" fmla="*/ 0 w 9753600"/>
              <a:gd name="connsiteY0-8" fmla="*/ 2286000 h 2286000"/>
              <a:gd name="connsiteX1-9" fmla="*/ 4722472 w 9753600"/>
              <a:gd name="connsiteY1-10" fmla="*/ 1753552 h 2286000"/>
              <a:gd name="connsiteX2-11" fmla="*/ 9753600 w 9753600"/>
              <a:gd name="connsiteY2-12" fmla="*/ 0 h 2286000"/>
              <a:gd name="connsiteX0-13" fmla="*/ 0 w 9753600"/>
              <a:gd name="connsiteY0-14" fmla="*/ 2286000 h 2286000"/>
              <a:gd name="connsiteX1-15" fmla="*/ 4722472 w 9753600"/>
              <a:gd name="connsiteY1-16" fmla="*/ 1753552 h 2286000"/>
              <a:gd name="connsiteX2-17" fmla="*/ 9753600 w 9753600"/>
              <a:gd name="connsiteY2-18" fmla="*/ 0 h 2286000"/>
              <a:gd name="connsiteX0-19" fmla="*/ 0 w 9679252"/>
              <a:gd name="connsiteY0-20" fmla="*/ 2247424 h 2247424"/>
              <a:gd name="connsiteX1-21" fmla="*/ 4722472 w 9679252"/>
              <a:gd name="connsiteY1-22" fmla="*/ 1714976 h 2247424"/>
              <a:gd name="connsiteX2-23" fmla="*/ 9679252 w 9679252"/>
              <a:gd name="connsiteY2-24" fmla="*/ 0 h 2247424"/>
              <a:gd name="connsiteX0-25" fmla="*/ 0 w 9679252"/>
              <a:gd name="connsiteY0-26" fmla="*/ 2247424 h 2247424"/>
              <a:gd name="connsiteX1-27" fmla="*/ 9679252 w 9679252"/>
              <a:gd name="connsiteY1-28" fmla="*/ 0 h 2247424"/>
              <a:gd name="connsiteX0-29" fmla="*/ 0 w 1387355"/>
              <a:gd name="connsiteY0-30" fmla="*/ 4958794 h 4958794"/>
              <a:gd name="connsiteX1-31" fmla="*/ 1387355 w 1387355"/>
              <a:gd name="connsiteY1-32" fmla="*/ 0 h 4958794"/>
              <a:gd name="connsiteX0-33" fmla="*/ 0 w 3224168"/>
              <a:gd name="connsiteY0-34" fmla="*/ 8359495 h 8359495"/>
              <a:gd name="connsiteX1-35" fmla="*/ 3224168 w 3224168"/>
              <a:gd name="connsiteY1-36" fmla="*/ 0 h 83594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224168" h="8359495">
                <a:moveTo>
                  <a:pt x="0" y="8359495"/>
                </a:moveTo>
                <a:lnTo>
                  <a:pt x="3224168" y="0"/>
                </a:lnTo>
              </a:path>
            </a:pathLst>
          </a:custGeom>
          <a:noFill/>
          <a:ln w="53975" cap="flat" cmpd="sng" algn="ctr">
            <a:gradFill flip="none" rotWithShape="1">
              <a:gsLst>
                <a:gs pos="95575">
                  <a:srgbClr val="EBBD54"/>
                </a:gs>
                <a:gs pos="78000">
                  <a:srgbClr val="EBBD54"/>
                </a:gs>
                <a:gs pos="28000">
                  <a:srgbClr val="FFC000">
                    <a:alpha val="0"/>
                  </a:srgbClr>
                </a:gs>
                <a:gs pos="54000">
                  <a:srgbClr val="EBBD54"/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HarmonyOS Sans SC"/>
              <a:cs typeface="+mn-cs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-897966" y="-1022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3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4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35" name="PA-文本框 24"/>
            <p:cNvSpPr txBox="1"/>
            <p:nvPr>
              <p:custDataLst>
                <p:tags r:id="rId5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产品设计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6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37" name="PA-任意多边形 899"/>
            <p:cNvSpPr/>
            <p:nvPr>
              <p:custDataLst>
                <p:tags r:id="rId7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8" name="PA-文本框 26"/>
            <p:cNvSpPr txBox="1"/>
            <p:nvPr>
              <p:custDataLst>
                <p:tags r:id="rId8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9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0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1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2"/>
              </p:custDataLst>
            </p:nvPr>
          </p:nvSpPr>
          <p:spPr>
            <a:xfrm>
              <a:off x="5571125" y="315226"/>
              <a:ext cx="114808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3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8" name="PA-文本框 26"/>
          <p:cNvSpPr txBox="1"/>
          <p:nvPr>
            <p:custDataLst>
              <p:tags r:id="rId14"/>
            </p:custDataLst>
          </p:nvPr>
        </p:nvSpPr>
        <p:spPr>
          <a:xfrm>
            <a:off x="8387985" y="181241"/>
            <a:ext cx="120396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32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94000">
                    <a:srgbClr val="30937B"/>
                  </a:gs>
                  <a:gs pos="32000">
                    <a:srgbClr val="206252"/>
                  </a:gs>
                </a:gsLst>
                <a:path path="circle">
                  <a:fillToRect r="100000" b="100000"/>
                </a:path>
              </a:gradFill>
              <a:effectLst>
                <a:outerShdw blurRad="38100" dist="38100" dir="2700000" algn="tl">
                  <a:srgbClr val="F7942E">
                    <a:alpha val="20000"/>
                  </a:srgbClr>
                </a:outerShdw>
              </a:effectLst>
              <a:uLnTx/>
              <a:uFillTx/>
              <a:latin typeface="阿里妈妈数黑体" pitchFamily="2" charset="-122"/>
              <a:ea typeface="阿里妈妈数黑体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51" name="PA-文本框 26"/>
          <p:cNvSpPr txBox="1"/>
          <p:nvPr>
            <p:custDataLst>
              <p:tags r:id="rId15"/>
            </p:custDataLst>
          </p:nvPr>
        </p:nvSpPr>
        <p:spPr>
          <a:xfrm>
            <a:off x="4060460" y="228231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716770" y="22796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0996295" y="24320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2" name="PA-直接连接符 23"/>
          <p:cNvCxnSpPr/>
          <p:nvPr>
            <p:custDataLst>
              <p:tags r:id="rId16"/>
            </p:custDataLst>
          </p:nvPr>
        </p:nvCxnSpPr>
        <p:spPr>
          <a:xfrm flipH="1">
            <a:off x="9497825" y="27803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cxnSp>
        <p:nvCxnSpPr>
          <p:cNvPr id="94" name="PA-直接连接符 23"/>
          <p:cNvCxnSpPr/>
          <p:nvPr>
            <p:custDataLst>
              <p:tags r:id="rId17"/>
            </p:custDataLst>
          </p:nvPr>
        </p:nvCxnSpPr>
        <p:spPr>
          <a:xfrm flipH="1">
            <a:off x="10762745" y="27803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16" name="矩形 115"/>
          <p:cNvSpPr/>
          <p:nvPr/>
        </p:nvSpPr>
        <p:spPr>
          <a:xfrm>
            <a:off x="1763395" y="3256915"/>
            <a:ext cx="1353185" cy="42799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8" name="组合 117"/>
          <p:cNvGrpSpPr/>
          <p:nvPr/>
        </p:nvGrpSpPr>
        <p:grpSpPr>
          <a:xfrm>
            <a:off x="475615" y="787400"/>
            <a:ext cx="5514975" cy="478155"/>
            <a:chOff x="749" y="1352"/>
            <a:chExt cx="8685" cy="753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7769" cy="75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+mj-ea"/>
                </a:rPr>
                <a:t>退役军人医疗保险设计与定价</a:t>
              </a:r>
              <a:endParaRPr lang="zh-CN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119" name="文本框 118"/>
          <p:cNvSpPr txBox="1"/>
          <p:nvPr/>
        </p:nvSpPr>
        <p:spPr>
          <a:xfrm>
            <a:off x="9438005" y="1046480"/>
            <a:ext cx="2754630" cy="5835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+mj-lt"/>
                <a:ea typeface="+mj-ea"/>
              </a:rPr>
              <a:t>创新</a:t>
            </a:r>
            <a:r>
              <a:rPr lang="zh-CN" altLang="en-US" sz="3200" b="1" dirty="0" smtClean="0">
                <a:solidFill>
                  <a:schemeClr val="accent1"/>
                </a:solidFill>
                <a:latin typeface="+mj-lt"/>
                <a:ea typeface="+mj-ea"/>
              </a:rPr>
              <a:t>设计</a:t>
            </a:r>
            <a:endParaRPr lang="zh-CN" altLang="en-US" sz="3200" b="1" dirty="0" smtClean="0">
              <a:solidFill>
                <a:schemeClr val="accent1"/>
              </a:solidFill>
              <a:latin typeface="+mj-lt"/>
              <a:ea typeface="+mj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8853170" y="2096770"/>
            <a:ext cx="3260090" cy="304609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solidFill>
                  <a:schemeClr val="tx1"/>
                </a:solidFill>
                <a:latin typeface="+mj-lt"/>
                <a:ea typeface="+mj-ea"/>
              </a:rPr>
              <a:t>聚焦社商融合的创新机制</a:t>
            </a:r>
            <a:endParaRPr lang="zh-CN" altLang="en-US" sz="3200" b="1" dirty="0" smtClean="0">
              <a:solidFill>
                <a:schemeClr val="tx1"/>
              </a:solidFill>
              <a:latin typeface="+mj-lt"/>
              <a:ea typeface="+mj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endParaRPr lang="zh-CN" altLang="en-US" sz="3200" b="1" dirty="0" smtClean="0">
              <a:solidFill>
                <a:schemeClr val="tx1"/>
              </a:solidFill>
              <a:latin typeface="+mj-lt"/>
              <a:ea typeface="+mj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endParaRPr lang="zh-CN" altLang="en-US" sz="3200" b="1" dirty="0" smtClean="0">
              <a:solidFill>
                <a:schemeClr val="tx1"/>
              </a:solidFill>
              <a:latin typeface="+mj-lt"/>
              <a:ea typeface="+mj-ea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solidFill>
                  <a:srgbClr val="FF0000"/>
                </a:solidFill>
                <a:latin typeface="+mj-lt"/>
                <a:ea typeface="+mj-ea"/>
              </a:rPr>
              <a:t>初创</a:t>
            </a:r>
            <a:r>
              <a:rPr lang="zh-CN" altLang="en-US" sz="3200" b="1" dirty="0" smtClean="0">
                <a:solidFill>
                  <a:schemeClr val="tx1"/>
                </a:solidFill>
                <a:latin typeface="+mj-lt"/>
                <a:ea typeface="+mj-ea"/>
              </a:rPr>
              <a:t>三级分层设计保障</a:t>
            </a:r>
            <a:r>
              <a:rPr lang="zh-CN" altLang="en-US" sz="3200" b="1" dirty="0" smtClean="0">
                <a:solidFill>
                  <a:schemeClr val="tx1"/>
                </a:solidFill>
                <a:latin typeface="+mj-lt"/>
                <a:ea typeface="+mj-ea"/>
              </a:rPr>
              <a:t>体系</a:t>
            </a:r>
            <a:endParaRPr lang="zh-CN" altLang="en-US" sz="3200" b="1" dirty="0" smtClean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86865" y="3963670"/>
            <a:ext cx="1113155" cy="36893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63395" y="4611370"/>
            <a:ext cx="1113155" cy="36893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4980" y="1408430"/>
            <a:ext cx="6440805" cy="50730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725930" y="3287395"/>
            <a:ext cx="857250" cy="37020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40535" y="3963035"/>
            <a:ext cx="946150" cy="37020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755775" y="4638675"/>
            <a:ext cx="930910" cy="37020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53565" y="5314315"/>
            <a:ext cx="767080" cy="37020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/>
      </p:par>
    </p:tnLst>
    <p:bldLst>
      <p:bldP spid="116" grpId="0" bldLvl="0" animBg="1"/>
      <p:bldP spid="119" grpId="0"/>
      <p:bldP spid="1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6986" y="-14604"/>
            <a:ext cx="12451059" cy="6762043"/>
            <a:chOff x="1" y="1"/>
            <a:chExt cx="12451059" cy="676204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1600150" y="151562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975" y="4630723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67414" y="4646325"/>
            <a:ext cx="9936302" cy="225604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-886536" y="-6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PA-文本框 24"/>
            <p:cNvSpPr txBox="1"/>
            <p:nvPr>
              <p:custDataLst>
                <p:tags r:id="rId6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产品设计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7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23" name="PA-任意多边形 899"/>
            <p:cNvSpPr/>
            <p:nvPr>
              <p:custDataLst>
                <p:tags r:id="rId8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24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71125" y="315226"/>
              <a:ext cx="114808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33280" y="34353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PA-直接连接符 23"/>
          <p:cNvCxnSpPr/>
          <p:nvPr>
            <p:custDataLst>
              <p:tags r:id="rId15"/>
            </p:custDataLst>
          </p:nvPr>
        </p:nvCxnSpPr>
        <p:spPr>
          <a:xfrm flipH="1">
            <a:off x="10864345" y="36757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9" name="PA-文本框 26"/>
          <p:cNvSpPr txBox="1"/>
          <p:nvPr>
            <p:custDataLst>
              <p:tags r:id="rId16"/>
            </p:custDataLst>
          </p:nvPr>
        </p:nvSpPr>
        <p:spPr>
          <a:xfrm>
            <a:off x="4094750" y="29236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070590" y="34353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PA-文本框 26"/>
          <p:cNvSpPr txBox="1"/>
          <p:nvPr>
            <p:custDataLst>
              <p:tags r:id="rId17"/>
            </p:custDataLst>
          </p:nvPr>
        </p:nvSpPr>
        <p:spPr>
          <a:xfrm>
            <a:off x="8392430" y="333641"/>
            <a:ext cx="120396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32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94000">
                    <a:srgbClr val="30937B"/>
                  </a:gs>
                  <a:gs pos="32000">
                    <a:srgbClr val="206252"/>
                  </a:gs>
                </a:gsLst>
                <a:path path="circle">
                  <a:fillToRect r="100000" b="100000"/>
                </a:path>
              </a:gradFill>
              <a:effectLst>
                <a:outerShdw blurRad="38100" dist="38100" dir="2700000" algn="tl">
                  <a:srgbClr val="F7942E">
                    <a:alpha val="20000"/>
                  </a:srgbClr>
                </a:outerShdw>
              </a:effectLst>
              <a:uLnTx/>
              <a:uFillTx/>
              <a:latin typeface="阿里妈妈数黑体" pitchFamily="2" charset="-122"/>
              <a:ea typeface="阿里妈妈数黑体" pitchFamily="2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9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9584820" y="39487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18" name="组合 117"/>
          <p:cNvGrpSpPr/>
          <p:nvPr/>
        </p:nvGrpSpPr>
        <p:grpSpPr>
          <a:xfrm>
            <a:off x="93345" y="969645"/>
            <a:ext cx="8005445" cy="589280"/>
            <a:chOff x="749" y="1352"/>
            <a:chExt cx="12607" cy="928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11691" cy="9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+mj-ea"/>
                </a:rPr>
                <a:t>退役军人医疗保险设计与定价：</a:t>
              </a:r>
              <a:r>
                <a:rPr lang="zh-CN" sz="3600" b="1" dirty="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</a:rPr>
                <a:t>费率测算</a:t>
              </a:r>
              <a:endParaRPr lang="zh-CN" sz="36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188595" y="1376045"/>
            <a:ext cx="6983730" cy="48926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buFont typeface="Arial" panose="020B0604020202020204" pitchFamily="34" charset="0"/>
              <a:buNone/>
            </a:pPr>
            <a:endParaRPr lang="zh-CN" altLang="en-US" sz="2400" b="1" dirty="0" smtClean="0">
              <a:solidFill>
                <a:schemeClr val="tx1"/>
              </a:solidFill>
              <a:latin typeface="+mj-lt"/>
              <a:ea typeface="+mj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tx1"/>
                </a:solidFill>
                <a:latin typeface="+mj-lt"/>
                <a:ea typeface="+mj-ea"/>
              </a:rPr>
              <a:t>纯保费的基础计算公式为：</a:t>
            </a:r>
            <a:endParaRPr lang="zh-CN" altLang="en-US" sz="2400" dirty="0" smtClean="0">
              <a:solidFill>
                <a:schemeClr val="tx1"/>
              </a:solidFill>
              <a:latin typeface="+mj-lt"/>
              <a:ea typeface="+mj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符号解释：</a:t>
            </a:r>
            <a:endParaRPr lang="zh-CN" altLang="en-US" sz="2400" b="1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endParaRPr lang="zh-CN" altLang="en-US" sz="2400" b="1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      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：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疾病d在层L和年龄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a下的纯保费</a:t>
            </a:r>
            <a:endParaRPr lang="en-US" altLang="zh-CN" sz="2400" b="1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zh-CN" sz="2400" b="1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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    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：疾病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d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在年龄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a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下的年发生率（或年内导致住院并产生自付费用的概率）</a:t>
            </a:r>
            <a:endParaRPr lang="zh-CN" altLang="en-US" sz="2400" b="1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   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：疾病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d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的预期自付支出</a:t>
            </a:r>
            <a:endParaRPr lang="zh-CN" altLang="en-US" sz="2400" b="1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endParaRPr lang="zh-CN" altLang="en-US" sz="2400" b="1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   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：层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L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的年度免赔额（其中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L=1,2,3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分别对应基础层、增强层、专属层）</a:t>
            </a:r>
            <a:endParaRPr lang="zh-CN" altLang="en-US" sz="2400" b="1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      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：层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cs typeface="+mn-ea"/>
              </a:rPr>
              <a:t>L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  <a:cs typeface="+mn-ea"/>
              </a:rPr>
              <a:t>的报销比例</a:t>
            </a:r>
            <a:endParaRPr lang="zh-CN" altLang="en-US" sz="2400" b="1" dirty="0" smtClean="0">
              <a:solidFill>
                <a:schemeClr val="tx1"/>
              </a:solidFill>
              <a:latin typeface="+mn-ea"/>
              <a:cs typeface="+mn-ea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4445" y="1501140"/>
            <a:ext cx="4937760" cy="75692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5160" y="2556000"/>
            <a:ext cx="811530" cy="81978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5160" y="3299460"/>
            <a:ext cx="787400" cy="713105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020" y="4855845"/>
            <a:ext cx="742315" cy="61468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5005" y="4306570"/>
            <a:ext cx="734060" cy="49212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5005" y="5790565"/>
            <a:ext cx="708025" cy="527685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7605395" y="2857500"/>
            <a:ext cx="4338955" cy="31076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</a:rPr>
              <a:t>遵循短期健康保险定价规范，采用经典的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损失分布法</a:t>
            </a:r>
            <a:r>
              <a:rPr lang="zh-CN" altLang="en-US" sz="28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</a:rPr>
              <a:t>构建疾病赔付模型</a:t>
            </a:r>
            <a:endParaRPr lang="zh-CN" altLang="en-US" sz="2800" b="1" dirty="0" smtClean="0">
              <a:solidFill>
                <a:schemeClr val="accent6">
                  <a:lumMod val="50000"/>
                </a:schemeClr>
              </a:solidFill>
              <a:latin typeface="+mj-lt"/>
              <a:ea typeface="+mj-ea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</a:rPr>
              <a:t>将赔付分布拆解为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疾病发生率</a:t>
            </a:r>
            <a:r>
              <a:rPr lang="zh-CN" altLang="en-US" sz="28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</a:rPr>
              <a:t>与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赔付金额分布</a:t>
            </a:r>
            <a:r>
              <a:rPr lang="zh-CN" altLang="en-US" sz="28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</a:rPr>
              <a:t>，计算预期赔付额并据此确定纯保费</a:t>
            </a:r>
            <a:endParaRPr lang="zh-CN" altLang="en-US" sz="2800" b="1" dirty="0" smtClean="0">
              <a:solidFill>
                <a:schemeClr val="accent6">
                  <a:lumMod val="50000"/>
                </a:schemeClr>
              </a:solidFill>
              <a:latin typeface="+mj-lt"/>
              <a:ea typeface="+mj-ea"/>
            </a:endParaRPr>
          </a:p>
        </p:txBody>
      </p: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" y="-28574"/>
            <a:ext cx="12451059" cy="6762043"/>
            <a:chOff x="1" y="1"/>
            <a:chExt cx="12451059" cy="676204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1600150" y="151562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975" y="4630723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67414" y="4646325"/>
            <a:ext cx="9936302" cy="225604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-886536" y="-6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PA-文本框 24"/>
            <p:cNvSpPr txBox="1"/>
            <p:nvPr>
              <p:custDataLst>
                <p:tags r:id="rId6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产品设计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7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23" name="PA-任意多边形 899"/>
            <p:cNvSpPr/>
            <p:nvPr>
              <p:custDataLst>
                <p:tags r:id="rId8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24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71125" y="315226"/>
              <a:ext cx="114808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33280" y="34353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PA-直接连接符 23"/>
          <p:cNvCxnSpPr/>
          <p:nvPr>
            <p:custDataLst>
              <p:tags r:id="rId15"/>
            </p:custDataLst>
          </p:nvPr>
        </p:nvCxnSpPr>
        <p:spPr>
          <a:xfrm flipH="1">
            <a:off x="10864345" y="36757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9" name="PA-文本框 26"/>
          <p:cNvSpPr txBox="1"/>
          <p:nvPr>
            <p:custDataLst>
              <p:tags r:id="rId16"/>
            </p:custDataLst>
          </p:nvPr>
        </p:nvSpPr>
        <p:spPr>
          <a:xfrm>
            <a:off x="4094750" y="29236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070590" y="34353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PA-文本框 26"/>
          <p:cNvSpPr txBox="1"/>
          <p:nvPr>
            <p:custDataLst>
              <p:tags r:id="rId17"/>
            </p:custDataLst>
          </p:nvPr>
        </p:nvSpPr>
        <p:spPr>
          <a:xfrm>
            <a:off x="8392430" y="333641"/>
            <a:ext cx="120396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32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94000">
                    <a:srgbClr val="30937B"/>
                  </a:gs>
                  <a:gs pos="32000">
                    <a:srgbClr val="206252"/>
                  </a:gs>
                </a:gsLst>
                <a:path path="circle">
                  <a:fillToRect r="100000" b="100000"/>
                </a:path>
              </a:gradFill>
              <a:effectLst>
                <a:outerShdw blurRad="38100" dist="38100" dir="2700000" algn="tl">
                  <a:srgbClr val="F7942E">
                    <a:alpha val="20000"/>
                  </a:srgbClr>
                </a:outerShdw>
              </a:effectLst>
              <a:uLnTx/>
              <a:uFillTx/>
              <a:latin typeface="阿里妈妈数黑体" pitchFamily="2" charset="-122"/>
              <a:ea typeface="阿里妈妈数黑体" pitchFamily="2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9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9584820" y="39487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18" name="组合 117"/>
          <p:cNvGrpSpPr/>
          <p:nvPr/>
        </p:nvGrpSpPr>
        <p:grpSpPr>
          <a:xfrm>
            <a:off x="93345" y="984885"/>
            <a:ext cx="8168640" cy="478155"/>
            <a:chOff x="749" y="1376"/>
            <a:chExt cx="12864" cy="753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922" y="1376"/>
              <a:ext cx="11691" cy="75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+mj-ea"/>
                </a:rPr>
                <a:t>退役军人医疗保险设计与定价：</a:t>
              </a:r>
              <a:r>
                <a:rPr lang="zh-CN" b="1" dirty="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</a:rPr>
                <a:t>拟合支出</a:t>
              </a:r>
              <a:endParaRPr lang="zh-CN" b="1" dirty="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188595" y="1376045"/>
            <a:ext cx="698373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 pitchFamily="34" charset="0"/>
              <a:buNone/>
            </a:pPr>
            <a:endParaRPr lang="zh-CN" altLang="en-US" sz="2400" b="1" dirty="0" smtClean="0">
              <a:latin typeface="+mj-lt"/>
              <a:ea typeface="+mj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 smtClean="0">
                <a:latin typeface="+mn-ea"/>
                <a:cs typeface="+mn-ea"/>
              </a:rPr>
              <a:t>         </a:t>
            </a:r>
            <a:endParaRPr lang="zh-CN" altLang="en-US" sz="2400" b="1" dirty="0" smtClean="0">
              <a:latin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8595" y="1530350"/>
            <a:ext cx="78371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dirty="0" smtClean="0">
                <a:solidFill>
                  <a:srgbClr val="0766D4"/>
                </a:solidFill>
                <a:latin typeface="+mn-ea"/>
                <a:sym typeface="+mn-ea"/>
              </a:rPr>
              <a:t>医疗费用的</a:t>
            </a:r>
            <a:r>
              <a:rPr lang="en-US" altLang="zh-CN" sz="2400" b="1" dirty="0" smtClean="0">
                <a:solidFill>
                  <a:srgbClr val="0766D4"/>
                </a:solidFill>
                <a:latin typeface="+mn-ea"/>
                <a:sym typeface="+mn-ea"/>
              </a:rPr>
              <a:t>“</a:t>
            </a:r>
            <a:r>
              <a:rPr lang="zh-CN" altLang="en-US" sz="2400" b="1" dirty="0" smtClean="0">
                <a:solidFill>
                  <a:srgbClr val="0766D4"/>
                </a:solidFill>
                <a:latin typeface="+mn-ea"/>
                <a:sym typeface="+mn-ea"/>
              </a:rPr>
              <a:t>右偏、厚尾</a:t>
            </a:r>
            <a:r>
              <a:rPr lang="en-US" altLang="zh-CN" sz="2400" b="1" dirty="0" smtClean="0">
                <a:solidFill>
                  <a:srgbClr val="0766D4"/>
                </a:solidFill>
                <a:latin typeface="+mn-ea"/>
                <a:sym typeface="+mn-ea"/>
              </a:rPr>
              <a:t>”</a:t>
            </a:r>
            <a:r>
              <a:rPr lang="zh-CN" altLang="en-US" dirty="0" smtClean="0">
                <a:solidFill>
                  <a:srgbClr val="0766D4"/>
                </a:solidFill>
                <a:latin typeface="+mn-ea"/>
                <a:sym typeface="+mn-ea"/>
              </a:rPr>
              <a:t>特性</a:t>
            </a:r>
            <a:endParaRPr lang="zh-CN" altLang="en-US" dirty="0" smtClean="0">
              <a:solidFill>
                <a:srgbClr val="0766D4"/>
              </a:solidFill>
              <a:latin typeface="+mn-ea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dirty="0" smtClean="0">
                <a:solidFill>
                  <a:srgbClr val="0766D4"/>
                </a:solidFill>
                <a:latin typeface="+mn-ea"/>
                <a:sym typeface="+mn-ea"/>
              </a:rPr>
              <a:t>               </a:t>
            </a:r>
            <a:r>
              <a:rPr lang="zh-CN" altLang="en-US" dirty="0" smtClean="0">
                <a:solidFill>
                  <a:srgbClr val="0766D4"/>
                </a:solidFill>
                <a:latin typeface="+mn-ea"/>
                <a:sym typeface="+mn-ea"/>
              </a:rPr>
              <a:t>比较拟合效果后采用</a:t>
            </a:r>
            <a:r>
              <a:rPr lang="zh-CN" altLang="en-US" sz="2400" b="1" dirty="0" smtClean="0">
                <a:solidFill>
                  <a:srgbClr val="0766D4"/>
                </a:solidFill>
                <a:latin typeface="+mn-ea"/>
                <a:sym typeface="+mn-ea"/>
              </a:rPr>
              <a:t>零值混合模型</a:t>
            </a:r>
            <a:r>
              <a:rPr lang="en-US" altLang="zh-CN" sz="2400" b="1" dirty="0" smtClean="0">
                <a:solidFill>
                  <a:srgbClr val="0766D4"/>
                </a:solidFill>
                <a:latin typeface="+mn-ea"/>
                <a:sym typeface="+mn-ea"/>
              </a:rPr>
              <a:t>+</a:t>
            </a:r>
            <a:r>
              <a:rPr lang="zh-CN" altLang="en-US" sz="2400" b="1" dirty="0" smtClean="0">
                <a:solidFill>
                  <a:srgbClr val="0766D4"/>
                </a:solidFill>
                <a:latin typeface="+mn-ea"/>
                <a:sym typeface="+mn-ea"/>
              </a:rPr>
              <a:t>高斯混合模型</a:t>
            </a:r>
            <a:endParaRPr lang="zh-CN" altLang="en-US" sz="2400" b="1" dirty="0" smtClean="0">
              <a:solidFill>
                <a:srgbClr val="0766D4"/>
              </a:solidFill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8595" y="2427605"/>
            <a:ext cx="11389995" cy="4646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2400" b="1" dirty="0" smtClean="0">
                <a:latin typeface="+mj-lt"/>
                <a:ea typeface="+mj-ea"/>
                <a:sym typeface="+mn-ea"/>
              </a:rPr>
              <a:t>零值</a:t>
            </a:r>
            <a:r>
              <a:rPr lang="en-US" altLang="zh-CN" sz="2400" b="1" dirty="0" smtClean="0">
                <a:latin typeface="+mj-lt"/>
                <a:ea typeface="+mj-ea"/>
                <a:sym typeface="+mn-ea"/>
              </a:rPr>
              <a:t>混合模型</a:t>
            </a:r>
            <a:r>
              <a:rPr lang="zh-CN" altLang="en-US" sz="2800" b="1" dirty="0" smtClean="0">
                <a:latin typeface="+mj-lt"/>
                <a:ea typeface="+mj-ea"/>
                <a:sym typeface="+mn-ea"/>
              </a:rPr>
              <a:t>：</a:t>
            </a:r>
            <a:r>
              <a:rPr lang="zh-CN" altLang="en-US" b="1" dirty="0" smtClean="0">
                <a:latin typeface="+mj-lt"/>
                <a:ea typeface="+mj-ea"/>
                <a:sym typeface="+mn-ea"/>
              </a:rPr>
              <a:t>由于</a:t>
            </a:r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部分被保险人可能自付支出为0，确保补充保险费率厘定的科学性与准确性，避免高估或低估风险</a:t>
            </a:r>
            <a:endParaRPr lang="en-US" altLang="zh-CN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高斯混合模型：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对不同病种比较</a:t>
            </a:r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Gamma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分布、</a:t>
            </a:r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Lognormal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分布、</a:t>
            </a:r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GMM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的拟合效果后后，选取</a:t>
            </a:r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GMM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为主要模型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>
              <a:buClrTx/>
              <a:buSzTx/>
              <a:buFont typeface="Wingdings" panose="05000000000000000000" charset="0"/>
              <a:buNone/>
            </a:pPr>
            <a:endParaRPr lang="en-US" altLang="zh-CN" sz="2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 marL="457200" indent="-457200">
              <a:buFont typeface="Wingdings" panose="05000000000000000000" charset="0"/>
              <a:buChar char="l"/>
            </a:pPr>
            <a:endParaRPr lang="en-US" altLang="zh-CN" sz="2800" b="1" dirty="0" smtClean="0">
              <a:latin typeface="+mj-lt"/>
              <a:ea typeface="+mj-ea"/>
              <a:sym typeface="+mn-ea"/>
            </a:endParaRPr>
          </a:p>
          <a:p>
            <a:pPr>
              <a:buClrTx/>
              <a:buSzTx/>
              <a:buFont typeface="Wingdings" panose="05000000000000000000" charset="0"/>
              <a:buNone/>
            </a:pP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>
              <a:buClrTx/>
              <a:buSzTx/>
              <a:buFont typeface="Wingdings" panose="05000000000000000000" charset="0"/>
              <a:buNone/>
            </a:pP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2800" b="1" dirty="0" smtClean="0">
                <a:solidFill>
                  <a:srgbClr val="FF0000"/>
                </a:solidFill>
                <a:latin typeface="+mj-lt"/>
                <a:ea typeface="+mj-ea"/>
                <a:sym typeface="+mn-ea"/>
              </a:rPr>
              <a:t>改进</a:t>
            </a:r>
            <a:r>
              <a:rPr lang="zh-CN" altLang="en-US" sz="2800" b="1" dirty="0" smtClean="0">
                <a:latin typeface="+mj-lt"/>
                <a:ea typeface="+mj-ea"/>
                <a:sym typeface="+mn-ea"/>
              </a:rPr>
              <a:t>：</a:t>
            </a:r>
            <a:r>
              <a:rPr lang="zh-CN" altLang="en-US" b="1" dirty="0" smtClean="0">
                <a:latin typeface="+mj-lt"/>
                <a:ea typeface="+mj-ea"/>
                <a:sym typeface="+mn-ea"/>
              </a:rPr>
              <a:t>为降低右偏与极端值影响，进一步采用</a:t>
            </a:r>
            <a:r>
              <a:rPr lang="en-US" altLang="zh-CN" b="1" dirty="0" smtClean="0">
                <a:latin typeface="+mj-lt"/>
                <a:ea typeface="+mj-ea"/>
                <a:sym typeface="+mn-ea"/>
              </a:rPr>
              <a:t> Box–Cox </a:t>
            </a:r>
            <a:r>
              <a:rPr lang="zh-CN" altLang="en-US" b="1" dirty="0" smtClean="0">
                <a:latin typeface="+mj-lt"/>
                <a:ea typeface="+mj-ea"/>
                <a:sym typeface="+mn-ea"/>
              </a:rPr>
              <a:t>变换、广义伽马分布建模等</a:t>
            </a:r>
            <a:endParaRPr lang="zh-CN" altLang="en-US" b="1" dirty="0" smtClean="0">
              <a:latin typeface="+mj-lt"/>
              <a:ea typeface="+mj-ea"/>
              <a:sym typeface="+mn-ea"/>
            </a:endParaRPr>
          </a:p>
          <a:p>
            <a:pPr marL="457200" indent="-457200">
              <a:buFont typeface="Wingdings" panose="05000000000000000000" charset="0"/>
              <a:buChar char="l"/>
            </a:pPr>
            <a:endParaRPr lang="zh-CN" altLang="en-US" sz="2800" b="1" dirty="0" smtClean="0">
              <a:latin typeface="+mj-lt"/>
              <a:ea typeface="+mj-ea"/>
              <a:sym typeface="+mn-ea"/>
            </a:endParaRPr>
          </a:p>
          <a:p>
            <a:pPr marL="457200" indent="-457200">
              <a:buFont typeface="Wingdings" panose="05000000000000000000" charset="0"/>
              <a:buChar char="l"/>
            </a:pP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4855" y="4285615"/>
            <a:ext cx="2819400" cy="704850"/>
          </a:xfrm>
          <a:prstGeom prst="rect">
            <a:avLst/>
          </a:prstGeom>
        </p:spPr>
      </p:pic>
      <p:pic>
        <p:nvPicPr>
          <p:cNvPr id="5" name="图片 -214748260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19880" y="3563620"/>
            <a:ext cx="3747770" cy="185547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7781" y="-105409"/>
            <a:ext cx="13439754" cy="8833413"/>
            <a:chOff x="1" y="1"/>
            <a:chExt cx="13439754" cy="883341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2588845" y="358699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790" y="4630723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59794" y="4630450"/>
            <a:ext cx="9936302" cy="225604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-886536" y="-6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PA-文本框 24"/>
            <p:cNvSpPr txBox="1"/>
            <p:nvPr>
              <p:custDataLst>
                <p:tags r:id="rId6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产品设计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7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23" name="PA-任意多边形 899"/>
            <p:cNvSpPr/>
            <p:nvPr>
              <p:custDataLst>
                <p:tags r:id="rId8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24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71125" y="315226"/>
              <a:ext cx="114808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33280" y="34353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PA-直接连接符 23"/>
          <p:cNvCxnSpPr/>
          <p:nvPr>
            <p:custDataLst>
              <p:tags r:id="rId15"/>
            </p:custDataLst>
          </p:nvPr>
        </p:nvCxnSpPr>
        <p:spPr>
          <a:xfrm flipH="1">
            <a:off x="10864345" y="36757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9" name="PA-文本框 26"/>
          <p:cNvSpPr txBox="1"/>
          <p:nvPr>
            <p:custDataLst>
              <p:tags r:id="rId16"/>
            </p:custDataLst>
          </p:nvPr>
        </p:nvSpPr>
        <p:spPr>
          <a:xfrm>
            <a:off x="4094750" y="29236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070590" y="34353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PA-文本框 26"/>
          <p:cNvSpPr txBox="1"/>
          <p:nvPr>
            <p:custDataLst>
              <p:tags r:id="rId17"/>
            </p:custDataLst>
          </p:nvPr>
        </p:nvSpPr>
        <p:spPr>
          <a:xfrm>
            <a:off x="8392430" y="333641"/>
            <a:ext cx="120396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32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94000">
                    <a:srgbClr val="30937B"/>
                  </a:gs>
                  <a:gs pos="32000">
                    <a:srgbClr val="206252"/>
                  </a:gs>
                </a:gsLst>
                <a:path path="circle">
                  <a:fillToRect r="100000" b="100000"/>
                </a:path>
              </a:gradFill>
              <a:effectLst>
                <a:outerShdw blurRad="38100" dist="38100" dir="2700000" algn="tl">
                  <a:srgbClr val="F7942E">
                    <a:alpha val="20000"/>
                  </a:srgbClr>
                </a:outerShdw>
              </a:effectLst>
              <a:uLnTx/>
              <a:uFillTx/>
              <a:latin typeface="阿里妈妈数黑体" pitchFamily="2" charset="-122"/>
              <a:ea typeface="阿里妈妈数黑体" pitchFamily="2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9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9584820" y="39487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18" name="组合 117"/>
          <p:cNvGrpSpPr/>
          <p:nvPr/>
        </p:nvGrpSpPr>
        <p:grpSpPr>
          <a:xfrm>
            <a:off x="93345" y="969645"/>
            <a:ext cx="8005445" cy="589280"/>
            <a:chOff x="749" y="1352"/>
            <a:chExt cx="12607" cy="928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11691" cy="9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+mj-ea"/>
                </a:rPr>
                <a:t>退役军人医疗保险设计与定价：</a:t>
              </a:r>
              <a:r>
                <a:rPr lang="zh-CN" sz="3600" b="1" dirty="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</a:rPr>
                <a:t>风险</a:t>
              </a:r>
              <a:r>
                <a:rPr lang="zh-CN" sz="3600" b="1" dirty="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</a:rPr>
                <a:t>因子</a:t>
              </a:r>
              <a:endParaRPr lang="zh-CN" sz="36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188595" y="1376045"/>
            <a:ext cx="698373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 pitchFamily="34" charset="0"/>
              <a:buNone/>
            </a:pPr>
            <a:endParaRPr lang="zh-CN" altLang="en-US" sz="2400" b="1" dirty="0" smtClean="0">
              <a:latin typeface="+mj-lt"/>
              <a:ea typeface="+mj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 smtClean="0">
                <a:latin typeface="+mn-ea"/>
                <a:cs typeface="+mn-ea"/>
              </a:rPr>
              <a:t>         </a:t>
            </a:r>
            <a:endParaRPr lang="zh-CN" altLang="en-US" sz="2400" b="1" dirty="0" smtClean="0">
              <a:latin typeface="+mn-ea"/>
              <a:cs typeface="+mn-ea"/>
            </a:endParaRPr>
          </a:p>
        </p:txBody>
      </p:sp>
      <p:sp>
        <p:nvSpPr>
          <p:cNvPr id="98" name="文本框 8"/>
          <p:cNvSpPr txBox="1"/>
          <p:nvPr/>
        </p:nvSpPr>
        <p:spPr>
          <a:xfrm>
            <a:off x="2433320" y="1626870"/>
            <a:ext cx="725297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 w="25400">
                  <a:noFill/>
                </a:ln>
                <a:gradFill>
                  <a:gsLst>
                    <a:gs pos="0">
                      <a:srgbClr val="F38B0D"/>
                    </a:gs>
                    <a:gs pos="100000">
                      <a:srgbClr val="C00000"/>
                    </a:gs>
                  </a:gsLst>
                  <a:lin ang="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  <a:sym typeface="思源宋体 CN Heavy" panose="02020900000000000000" pitchFamily="18" charset="-122"/>
              </a:rPr>
              <a:t>年龄</a:t>
            </a:r>
            <a:r>
              <a:rPr kumimoji="0" lang="en-US" altLang="zh-CN" sz="4400" b="0" i="0" u="none" strike="noStrike" kern="1200" cap="none" spc="0" normalizeH="0" baseline="0" noProof="0" dirty="0">
                <a:ln w="25400">
                  <a:noFill/>
                </a:ln>
                <a:gradFill>
                  <a:gsLst>
                    <a:gs pos="0">
                      <a:srgbClr val="F38B0D"/>
                    </a:gs>
                    <a:gs pos="100000">
                      <a:srgbClr val="C00000"/>
                    </a:gs>
                  </a:gsLst>
                  <a:lin ang="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  <a:sym typeface="思源宋体 CN Heavy" panose="02020900000000000000" pitchFamily="18" charset="-122"/>
              </a:rPr>
              <a:t> </a:t>
            </a:r>
            <a:r>
              <a:rPr kumimoji="0" lang="zh-CN" altLang="en-US" sz="4400" b="0" i="0" u="none" strike="noStrike" kern="1200" cap="none" spc="0" normalizeH="0" baseline="0" noProof="0" dirty="0">
                <a:ln w="25400">
                  <a:noFill/>
                </a:ln>
                <a:gradFill>
                  <a:gsLst>
                    <a:gs pos="0">
                      <a:srgbClr val="F38B0D"/>
                    </a:gs>
                    <a:gs pos="100000">
                      <a:srgbClr val="C00000"/>
                    </a:gs>
                  </a:gsLst>
                  <a:lin ang="0" scaled="1"/>
                </a:gradFill>
                <a:effectLst/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  <a:sym typeface="思源宋体 CN Heavy" panose="02020900000000000000" pitchFamily="18" charset="-122"/>
              </a:rPr>
              <a:t>性别</a:t>
            </a:r>
            <a:r>
              <a:rPr kumimoji="0" lang="zh-CN" altLang="en-US" sz="4000" b="1" i="0" u="none" strike="noStrike" kern="1200" cap="none" spc="0" normalizeH="0" baseline="0" noProof="0" dirty="0">
                <a:ln w="25400">
                  <a:noFill/>
                </a:ln>
                <a:gradFill>
                  <a:gsLst>
                    <a:gs pos="0">
                      <a:schemeClr val="accent3"/>
                    </a:gs>
                    <a:gs pos="46000">
                      <a:schemeClr val="accent2"/>
                    </a:gs>
                  </a:gsLst>
                  <a:lin ang="5400000" scaled="1"/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  <a:sym typeface="思源宋体 CN Heavy" panose="02020900000000000000" pitchFamily="18" charset="-122"/>
              </a:rPr>
              <a:t>两大风险因子</a:t>
            </a:r>
            <a:endParaRPr kumimoji="0" lang="zh-CN" altLang="en-US" sz="5600" b="0" i="0" u="none" strike="noStrike" kern="1200" cap="none" spc="0" normalizeH="0" baseline="0" noProof="0" dirty="0">
              <a:ln w="25400">
                <a:noFill/>
              </a:ln>
              <a:gradFill>
                <a:gsLst>
                  <a:gs pos="0">
                    <a:srgbClr val="F38B0D"/>
                  </a:gs>
                  <a:gs pos="100000">
                    <a:srgbClr val="C00000"/>
                  </a:gs>
                </a:gsLst>
                <a:lin ang="0" scaled="1"/>
              </a:gradFill>
              <a:effectLst/>
              <a:uLnTx/>
              <a:uFillTx/>
              <a:latin typeface="演示新手书" panose="00000500000000000000" pitchFamily="2" charset="-122"/>
              <a:ea typeface="演示新手书" panose="00000500000000000000" pitchFamily="2" charset="-122"/>
              <a:cs typeface="+mn-cs"/>
              <a:sym typeface="思源宋体 CN Heavy" panose="02020900000000000000" pitchFamily="18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-2368550" y="1815465"/>
            <a:ext cx="16948785" cy="953135"/>
            <a:chOff x="2537144" y="1297687"/>
            <a:chExt cx="7129808" cy="774200"/>
          </a:xfrm>
        </p:grpSpPr>
        <p:grpSp>
          <p:nvGrpSpPr>
            <p:cNvPr id="99" name="组合 98"/>
            <p:cNvGrpSpPr/>
            <p:nvPr/>
          </p:nvGrpSpPr>
          <p:grpSpPr>
            <a:xfrm>
              <a:off x="2537144" y="1428365"/>
              <a:ext cx="7129808" cy="0"/>
              <a:chOff x="2678114" y="1409315"/>
              <a:chExt cx="7129808" cy="0"/>
            </a:xfrm>
          </p:grpSpPr>
          <p:cxnSp>
            <p:nvCxnSpPr>
              <p:cNvPr id="102" name="直接连接符 101"/>
              <p:cNvCxnSpPr/>
              <p:nvPr/>
            </p:nvCxnSpPr>
            <p:spPr>
              <a:xfrm>
                <a:off x="2678114" y="1409315"/>
                <a:ext cx="2308924" cy="0"/>
              </a:xfrm>
              <a:prstGeom prst="line">
                <a:avLst/>
              </a:prstGeom>
              <a:noFill/>
              <a:ln w="79375" cap="rnd" cmpd="sng" algn="ctr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prstDash val="solid"/>
                <a:round/>
              </a:ln>
              <a:effectLst/>
            </p:spPr>
          </p:cxnSp>
          <p:cxnSp>
            <p:nvCxnSpPr>
              <p:cNvPr id="103" name="直接连接符 102"/>
              <p:cNvCxnSpPr/>
              <p:nvPr/>
            </p:nvCxnSpPr>
            <p:spPr>
              <a:xfrm flipH="1">
                <a:off x="7470971" y="1409315"/>
                <a:ext cx="2336951" cy="0"/>
              </a:xfrm>
              <a:prstGeom prst="line">
                <a:avLst/>
              </a:prstGeom>
              <a:noFill/>
              <a:ln w="79375" cap="rnd" cmpd="sng" algn="ctr">
                <a:gradFill flip="none" rotWithShape="1">
                  <a:gsLst>
                    <a:gs pos="0">
                      <a:schemeClr val="accent2">
                        <a:alpha val="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prstDash val="solid"/>
                <a:round/>
              </a:ln>
              <a:effectLst/>
            </p:spPr>
          </p:cxnSp>
        </p:grpSp>
        <p:sp>
          <p:nvSpPr>
            <p:cNvPr id="101" name="文本框 8"/>
            <p:cNvSpPr txBox="1"/>
            <p:nvPr/>
          </p:nvSpPr>
          <p:spPr>
            <a:xfrm>
              <a:off x="3272424" y="1297687"/>
              <a:ext cx="5264150" cy="77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600" b="0" i="0" u="none" strike="noStrike" kern="1200" cap="none" spc="0" normalizeH="0" baseline="0" noProof="0" dirty="0">
                <a:ln w="25400">
                  <a:solidFill>
                    <a:srgbClr val="FFFFFF"/>
                  </a:solidFill>
                </a:ln>
                <a:gradFill>
                  <a:gsLst>
                    <a:gs pos="0">
                      <a:srgbClr val="F38B0D"/>
                    </a:gs>
                    <a:gs pos="100000">
                      <a:srgbClr val="C00000"/>
                    </a:gs>
                  </a:gsLst>
                  <a:lin ang="0" scaled="1"/>
                </a:gradFill>
                <a:effectLst>
                  <a:outerShdw blurRad="50800" dist="38100" dir="5400000" algn="t" rotWithShape="0">
                    <a:srgbClr val="0070D6">
                      <a:alpha val="40000"/>
                    </a:srgbClr>
                  </a:outerShdw>
                </a:effectLst>
                <a:uLnTx/>
                <a:uFillTx/>
                <a:latin typeface="演示新手书" panose="00000500000000000000" pitchFamily="2" charset="-122"/>
                <a:ea typeface="演示新手书" panose="00000500000000000000" pitchFamily="2" charset="-122"/>
                <a:cs typeface="+mn-cs"/>
                <a:sym typeface="思源宋体 CN Heavy" panose="02020900000000000000" pitchFamily="18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675005" y="2680335"/>
            <a:ext cx="11389995" cy="3661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2800" b="1" dirty="0" smtClean="0">
                <a:latin typeface="+mj-lt"/>
                <a:ea typeface="+mj-ea"/>
                <a:sym typeface="+mn-ea"/>
              </a:rPr>
              <a:t>采用</a:t>
            </a:r>
            <a:r>
              <a:rPr lang="en-US" altLang="zh-CN" sz="2800" b="1" dirty="0" smtClean="0">
                <a:latin typeface="+mj-lt"/>
                <a:ea typeface="+mj-ea"/>
                <a:sym typeface="+mn-ea"/>
              </a:rPr>
              <a:t>GLM</a:t>
            </a:r>
            <a:r>
              <a:rPr lang="zh-CN" altLang="en-US" sz="2800" b="1" dirty="0" smtClean="0">
                <a:latin typeface="+mj-lt"/>
                <a:ea typeface="+mj-ea"/>
                <a:sym typeface="+mn-ea"/>
              </a:rPr>
              <a:t>模型</a:t>
            </a:r>
            <a:endParaRPr lang="zh-CN" altLang="en-US" sz="2800" b="1" dirty="0" smtClean="0">
              <a:latin typeface="+mj-lt"/>
              <a:ea typeface="+mj-ea"/>
              <a:sym typeface="+mn-ea"/>
            </a:endParaRPr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2800" b="1" dirty="0" smtClean="0">
                <a:latin typeface="+mj-lt"/>
                <a:ea typeface="+mj-ea"/>
                <a:sym typeface="+mn-ea"/>
              </a:rPr>
              <a:t>年龄效应两极分化</a:t>
            </a:r>
            <a:endParaRPr lang="en-US" altLang="zh-CN" sz="2400" b="1" dirty="0" smtClean="0">
              <a:latin typeface="+mj-lt"/>
              <a:ea typeface="+mj-ea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   多数重疾（循环、肿瘤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、呼吸、创伤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）： 年轻群体费用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反而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更高</a:t>
            </a: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   精神障碍： 费用随年龄缓升，符合慢性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精神疾病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规律</a:t>
            </a: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800" b="1" dirty="0" smtClean="0">
              <a:latin typeface="+mj-lt"/>
              <a:ea typeface="+mj-ea"/>
              <a:sym typeface="+mn-ea"/>
            </a:endParaRPr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2800" b="1" dirty="0" smtClean="0">
                <a:latin typeface="+mj-lt"/>
                <a:ea typeface="+mj-ea"/>
                <a:sym typeface="+mn-ea"/>
              </a:rPr>
              <a:t>性别效应显著疾病特异性</a:t>
            </a:r>
            <a:r>
              <a:rPr lang="en-US" altLang="zh-CN" sz="2800" b="1" dirty="0" smtClean="0">
                <a:latin typeface="+mj-lt"/>
                <a:ea typeface="+mj-ea"/>
                <a:sym typeface="+mn-ea"/>
              </a:rPr>
              <a:t>   </a:t>
            </a:r>
            <a:endParaRPr lang="en-US" altLang="zh-CN" sz="2800" b="1" dirty="0" smtClean="0">
              <a:latin typeface="+mj-lt"/>
              <a:ea typeface="+mj-ea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   男性更高： 循环、呼吸、创伤类疾病</a:t>
            </a: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   女性更高： 骨科疾病（与骨质疏松相关）      </a:t>
            </a: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sym typeface="+mn-ea"/>
              </a:rPr>
              <a:t>   无差异： 肿瘤、精神障碍类疾病</a:t>
            </a: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27850" y="4436745"/>
            <a:ext cx="50800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3200" b="1" dirty="0" smtClean="0">
                <a:solidFill>
                  <a:srgbClr val="FF0000"/>
                </a:solidFill>
                <a:latin typeface="+mj-lt"/>
                <a:ea typeface="+mj-ea"/>
              </a:rPr>
              <a:t>  </a:t>
            </a:r>
            <a:r>
              <a:rPr lang="zh-CN" altLang="en-US" sz="3200" b="1" dirty="0" smtClean="0">
                <a:solidFill>
                  <a:srgbClr val="FF0000"/>
                </a:solidFill>
                <a:latin typeface="+mj-lt"/>
                <a:ea typeface="+mj-ea"/>
              </a:rPr>
              <a:t>“年龄-性别-疾病费用”</a:t>
            </a:r>
            <a:endParaRPr lang="zh-CN" altLang="en-US" sz="3200" b="1" dirty="0" smtClean="0">
              <a:solidFill>
                <a:srgbClr val="FF0000"/>
              </a:solidFill>
              <a:latin typeface="+mj-lt"/>
              <a:ea typeface="+mj-ea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390130" y="4378325"/>
            <a:ext cx="4419600" cy="64198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721600" y="5117465"/>
            <a:ext cx="50800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3200" b="1" dirty="0" smtClean="0">
                <a:solidFill>
                  <a:srgbClr val="FF0000"/>
                </a:solidFill>
                <a:latin typeface="+mj-lt"/>
                <a:ea typeface="+mj-ea"/>
              </a:rPr>
              <a:t>差异化、精细化</a:t>
            </a:r>
            <a:r>
              <a:rPr lang="zh-CN" altLang="en-US" sz="3200" b="1" dirty="0" smtClean="0">
                <a:solidFill>
                  <a:srgbClr val="FF0000"/>
                </a:solidFill>
                <a:latin typeface="+mj-lt"/>
                <a:ea typeface="+mj-ea"/>
              </a:rPr>
              <a:t>定价</a:t>
            </a:r>
            <a:endParaRPr lang="zh-CN" altLang="en-US" sz="3200" b="1" dirty="0" smtClean="0">
              <a:solidFill>
                <a:srgbClr val="FF0000"/>
              </a:solidFill>
              <a:latin typeface="+mj-lt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67405" y="2680335"/>
            <a:ext cx="4657725" cy="447675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bldLvl="0" animBg="1"/>
      <p:bldP spid="14" grpId="0"/>
      <p:bldP spid="14" grpId="1"/>
      <p:bldP spid="15" grpId="0"/>
      <p:bldP spid="1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6986" y="-14604"/>
            <a:ext cx="12451059" cy="6762043"/>
            <a:chOff x="1" y="1"/>
            <a:chExt cx="12451059" cy="676204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1600150" y="151562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975" y="4630723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67414" y="4646325"/>
            <a:ext cx="9936302" cy="225604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-886536" y="-6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PA-文本框 24"/>
            <p:cNvSpPr txBox="1"/>
            <p:nvPr>
              <p:custDataLst>
                <p:tags r:id="rId6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产品设计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7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23" name="PA-任意多边形 899"/>
            <p:cNvSpPr/>
            <p:nvPr>
              <p:custDataLst>
                <p:tags r:id="rId8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24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96525" y="324751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33280" y="308610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PA-直接连接符 23"/>
          <p:cNvCxnSpPr/>
          <p:nvPr>
            <p:custDataLst>
              <p:tags r:id="rId15"/>
            </p:custDataLst>
          </p:nvPr>
        </p:nvCxnSpPr>
        <p:spPr>
          <a:xfrm flipH="1">
            <a:off x="10864345" y="36757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9" name="PA-文本框 26"/>
          <p:cNvSpPr txBox="1"/>
          <p:nvPr>
            <p:custDataLst>
              <p:tags r:id="rId16"/>
            </p:custDataLst>
          </p:nvPr>
        </p:nvSpPr>
        <p:spPr>
          <a:xfrm>
            <a:off x="4094750" y="33935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070590" y="30797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PA-文本框 26"/>
          <p:cNvSpPr txBox="1"/>
          <p:nvPr>
            <p:custDataLst>
              <p:tags r:id="rId17"/>
            </p:custDataLst>
          </p:nvPr>
        </p:nvSpPr>
        <p:spPr>
          <a:xfrm>
            <a:off x="8392430" y="286016"/>
            <a:ext cx="120396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32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94000">
                    <a:srgbClr val="30937B"/>
                  </a:gs>
                  <a:gs pos="32000">
                    <a:srgbClr val="206252"/>
                  </a:gs>
                </a:gsLst>
                <a:path path="circle">
                  <a:fillToRect r="100000" b="100000"/>
                </a:path>
              </a:gradFill>
              <a:effectLst>
                <a:outerShdw blurRad="38100" dist="38100" dir="2700000" algn="tl">
                  <a:srgbClr val="F7942E">
                    <a:alpha val="20000"/>
                  </a:srgbClr>
                </a:outerShdw>
              </a:effectLst>
              <a:uLnTx/>
              <a:uFillTx/>
              <a:latin typeface="阿里妈妈数黑体" pitchFamily="2" charset="-122"/>
              <a:ea typeface="阿里妈妈数黑体" pitchFamily="2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9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9584820" y="39487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18" name="组合 117"/>
          <p:cNvGrpSpPr/>
          <p:nvPr/>
        </p:nvGrpSpPr>
        <p:grpSpPr>
          <a:xfrm>
            <a:off x="93345" y="969645"/>
            <a:ext cx="8005445" cy="589280"/>
            <a:chOff x="749" y="1352"/>
            <a:chExt cx="12607" cy="928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11691" cy="9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+mj-ea"/>
                </a:rPr>
                <a:t>退役军人医疗保险设计与定价：</a:t>
              </a:r>
              <a:r>
                <a:rPr lang="zh-CN" sz="3600" b="1" dirty="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</a:rPr>
                <a:t>保费展示</a:t>
              </a:r>
              <a:endParaRPr lang="zh-CN" sz="36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313690" y="1411605"/>
            <a:ext cx="6983730" cy="941895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zh-CN" altLang="en-US" sz="2400" b="1" dirty="0" smtClean="0">
              <a:latin typeface="+mj-lt"/>
              <a:ea typeface="+mj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 dirty="0" smtClean="0">
                <a:latin typeface="+mj-lt"/>
                <a:ea typeface="+mj-ea"/>
              </a:rPr>
              <a:t>最终趸交保费计算公式：</a:t>
            </a:r>
            <a:endParaRPr lang="zh-CN" altLang="en-US" sz="2400" dirty="0" smtClean="0">
              <a:latin typeface="+mj-lt"/>
              <a:ea typeface="+mj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 dirty="0" smtClean="0">
                <a:latin typeface="+mn-ea"/>
                <a:cs typeface="+mn-ea"/>
              </a:rPr>
              <a:t>符号解释：</a:t>
            </a:r>
            <a:endParaRPr lang="zh-CN" altLang="en-US" sz="2400" b="1" dirty="0" smtClean="0">
              <a:latin typeface="+mn-ea"/>
              <a:cs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2400" b="1" dirty="0" smtClean="0">
              <a:latin typeface="+mn-ea"/>
              <a:cs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 dirty="0" smtClean="0">
                <a:latin typeface="+mn-ea"/>
                <a:cs typeface="+mn-ea"/>
              </a:rPr>
              <a:t></a:t>
            </a:r>
            <a:r>
              <a:rPr lang="en-US" altLang="zh-CN" sz="2400" b="1" dirty="0" smtClean="0">
                <a:latin typeface="+mn-ea"/>
                <a:cs typeface="+mn-ea"/>
              </a:rPr>
              <a:t>  </a:t>
            </a:r>
            <a:r>
              <a:rPr lang="zh-CN" altLang="en-US" sz="2400" b="1" dirty="0" smtClean="0">
                <a:latin typeface="+mn-ea"/>
                <a:cs typeface="+mn-ea"/>
              </a:rPr>
              <a:t>：最终趸交保费</a:t>
            </a:r>
            <a:endParaRPr lang="zh-CN" altLang="en-US" sz="2400" b="1" dirty="0" smtClean="0">
              <a:latin typeface="+mn-ea"/>
              <a:cs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 dirty="0" smtClean="0">
                <a:latin typeface="+mn-ea"/>
                <a:cs typeface="+mn-ea"/>
              </a:rPr>
              <a:t></a:t>
            </a:r>
            <a:r>
              <a:rPr lang="en-US" altLang="zh-CN" sz="2400" b="1" dirty="0" smtClean="0">
                <a:latin typeface="+mn-ea"/>
                <a:cs typeface="+mn-ea"/>
              </a:rPr>
              <a:t>  </a:t>
            </a:r>
            <a:r>
              <a:rPr lang="zh-CN" altLang="en-US" sz="2400" b="1" dirty="0" smtClean="0">
                <a:latin typeface="+mn-ea"/>
                <a:cs typeface="+mn-ea"/>
              </a:rPr>
              <a:t>：纯保费</a:t>
            </a:r>
            <a:endParaRPr lang="zh-CN" altLang="en-US" sz="2400" b="1" dirty="0" smtClean="0">
              <a:latin typeface="+mn-ea"/>
              <a:cs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2400" b="1" dirty="0" smtClean="0">
              <a:latin typeface="+mn-ea"/>
              <a:cs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 dirty="0" smtClean="0">
                <a:latin typeface="+mn-ea"/>
                <a:cs typeface="+mn-ea"/>
              </a:rPr>
              <a:t></a:t>
            </a:r>
            <a:r>
              <a:rPr lang="en-US" altLang="zh-CN" sz="2400" b="1" dirty="0" smtClean="0">
                <a:latin typeface="+mn-ea"/>
                <a:cs typeface="+mn-ea"/>
              </a:rPr>
              <a:t>  </a:t>
            </a:r>
            <a:r>
              <a:rPr lang="zh-CN" altLang="en-US" sz="2400" b="1" dirty="0" smtClean="0">
                <a:latin typeface="+mn-ea"/>
                <a:cs typeface="+mn-ea"/>
              </a:rPr>
              <a:t>：安全附加系数。参考行业实践与本项目风险特性，取</a:t>
            </a:r>
            <a:r>
              <a:rPr lang="en-US" altLang="zh-CN" sz="2400" b="1" dirty="0" smtClean="0">
                <a:latin typeface="+mn-ea"/>
                <a:cs typeface="+mn-ea"/>
              </a:rPr>
              <a:t> S=20%</a:t>
            </a:r>
            <a:r>
              <a:rPr lang="zh-CN" altLang="en-US" sz="2400" b="1" dirty="0" smtClean="0">
                <a:latin typeface="+mn-ea"/>
                <a:cs typeface="+mn-ea"/>
              </a:rPr>
              <a:t> </a:t>
            </a:r>
            <a:endParaRPr lang="zh-CN" altLang="en-US" sz="2400" b="1" dirty="0" smtClean="0">
              <a:latin typeface="+mn-ea"/>
              <a:cs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 smtClean="0">
                <a:latin typeface="+mn-ea"/>
                <a:cs typeface="+mn-ea"/>
              </a:rPr>
              <a:t>    </a:t>
            </a:r>
            <a:r>
              <a:rPr lang="zh-CN" altLang="en-US" sz="2400" b="1" dirty="0" smtClean="0">
                <a:latin typeface="+mn-ea"/>
                <a:cs typeface="+mn-ea"/>
              </a:rPr>
              <a:t>：综合税率。根据国家关于保险业务的相关税收政策，取 </a:t>
            </a:r>
            <a:r>
              <a:rPr lang="en-US" altLang="zh-CN" sz="2400" b="1" dirty="0" smtClean="0">
                <a:latin typeface="+mn-ea"/>
                <a:cs typeface="+mn-ea"/>
              </a:rPr>
              <a:t>q=6%</a:t>
            </a:r>
            <a:endParaRPr lang="zh-CN" altLang="en-US" sz="2400" b="1" dirty="0" smtClean="0">
              <a:latin typeface="+mn-ea"/>
              <a:cs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 smtClean="0">
                <a:latin typeface="+mn-ea"/>
                <a:cs typeface="+mn-ea"/>
              </a:rPr>
              <a:t>      </a:t>
            </a:r>
            <a:endParaRPr lang="zh-CN" altLang="en-US" sz="2400" b="1" dirty="0" smtClean="0">
              <a:latin typeface="+mn-ea"/>
              <a:cs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720965" y="2677795"/>
            <a:ext cx="4338955" cy="224536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纯保费</a:t>
            </a:r>
            <a:r>
              <a:rPr lang="zh-CN" altLang="en-US" sz="28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</a:rPr>
              <a:t>构成了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定价的基准</a:t>
            </a:r>
            <a:endParaRPr lang="zh-CN" altLang="en-US" sz="2800" b="1" dirty="0" smtClean="0">
              <a:solidFill>
                <a:schemeClr val="accent6">
                  <a:lumMod val="50000"/>
                </a:schemeClr>
              </a:solidFill>
              <a:latin typeface="+mj-lt"/>
              <a:ea typeface="+mj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安全附加系数</a:t>
            </a:r>
            <a:r>
              <a:rPr lang="zh-CN" altLang="en-US" sz="28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</a:rPr>
              <a:t>的引入体现了保险经营的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审慎性原则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latin typeface="+mj-lt"/>
              <a:ea typeface="+mj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税率的扣除</a:t>
            </a:r>
            <a:r>
              <a:rPr lang="zh-CN" altLang="en-US" sz="28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</a:rPr>
              <a:t>确保了保费计算的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</a:rPr>
              <a:t>合规性</a:t>
            </a:r>
            <a:endParaRPr lang="zh-CN" altLang="en-US" sz="2800" b="1" dirty="0" smtClean="0">
              <a:solidFill>
                <a:schemeClr val="accent6">
                  <a:lumMod val="50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4475" y="2677795"/>
            <a:ext cx="637540" cy="666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84095" y="3233420"/>
            <a:ext cx="1330325" cy="577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4475" y="3781425"/>
            <a:ext cx="637540" cy="5918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4475" y="4712970"/>
            <a:ext cx="637540" cy="3981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42385" y="1722120"/>
            <a:ext cx="2395220" cy="725170"/>
          </a:xfrm>
          <a:prstGeom prst="rect">
            <a:avLst/>
          </a:prstGeom>
        </p:spPr>
      </p:pic>
      <p:pic>
        <p:nvPicPr>
          <p:cNvPr id="3" name="图片 -214748257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4475" y="3344545"/>
            <a:ext cx="636905" cy="46736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5"/>
    </p:custDataLst>
  </p:cSld>
  <p:clrMapOvr>
    <a:masterClrMapping/>
  </p:clrMapOvr>
  <p:timing>
    <p:tnLst>
      <p:par>
        <p:cTn id="1" dur="indefinite" restart="never" nodeType="tmRoot"/>
      </p:par>
    </p:tnLst>
    <p:bldLst>
      <p:bldP spid="5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7781" y="-105409"/>
            <a:ext cx="13439754" cy="8833413"/>
            <a:chOff x="1" y="1"/>
            <a:chExt cx="13439754" cy="883341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2588845" y="358699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790" y="4630723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59794" y="4630450"/>
            <a:ext cx="9936302" cy="225604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-886536" y="-6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PA-文本框 24"/>
            <p:cNvSpPr txBox="1"/>
            <p:nvPr>
              <p:custDataLst>
                <p:tags r:id="rId6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产品设计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7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23" name="PA-任意多边形 899"/>
            <p:cNvSpPr/>
            <p:nvPr>
              <p:custDataLst>
                <p:tags r:id="rId8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24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71125" y="315226"/>
              <a:ext cx="114808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33280" y="34353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PA-直接连接符 23"/>
          <p:cNvCxnSpPr/>
          <p:nvPr>
            <p:custDataLst>
              <p:tags r:id="rId15"/>
            </p:custDataLst>
          </p:nvPr>
        </p:nvCxnSpPr>
        <p:spPr>
          <a:xfrm flipH="1">
            <a:off x="10864345" y="36757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9" name="PA-文本框 26"/>
          <p:cNvSpPr txBox="1"/>
          <p:nvPr>
            <p:custDataLst>
              <p:tags r:id="rId16"/>
            </p:custDataLst>
          </p:nvPr>
        </p:nvSpPr>
        <p:spPr>
          <a:xfrm>
            <a:off x="4094750" y="29236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070590" y="34353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PA-文本框 26"/>
          <p:cNvSpPr txBox="1"/>
          <p:nvPr>
            <p:custDataLst>
              <p:tags r:id="rId17"/>
            </p:custDataLst>
          </p:nvPr>
        </p:nvSpPr>
        <p:spPr>
          <a:xfrm>
            <a:off x="8392430" y="333641"/>
            <a:ext cx="120396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32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94000">
                    <a:srgbClr val="30937B"/>
                  </a:gs>
                  <a:gs pos="32000">
                    <a:srgbClr val="206252"/>
                  </a:gs>
                </a:gsLst>
                <a:path path="circle">
                  <a:fillToRect r="100000" b="100000"/>
                </a:path>
              </a:gradFill>
              <a:effectLst>
                <a:outerShdw blurRad="38100" dist="38100" dir="2700000" algn="tl">
                  <a:srgbClr val="F7942E">
                    <a:alpha val="20000"/>
                  </a:srgbClr>
                </a:outerShdw>
              </a:effectLst>
              <a:uLnTx/>
              <a:uFillTx/>
              <a:latin typeface="阿里妈妈数黑体" pitchFamily="2" charset="-122"/>
              <a:ea typeface="阿里妈妈数黑体" pitchFamily="2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9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9584820" y="39487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18" name="组合 117"/>
          <p:cNvGrpSpPr/>
          <p:nvPr/>
        </p:nvGrpSpPr>
        <p:grpSpPr>
          <a:xfrm>
            <a:off x="93345" y="969645"/>
            <a:ext cx="8005445" cy="589280"/>
            <a:chOff x="749" y="1352"/>
            <a:chExt cx="12607" cy="928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11691" cy="9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+mj-ea"/>
                </a:rPr>
                <a:t>退役军人医疗保险设计与定价：</a:t>
              </a:r>
              <a:r>
                <a:rPr lang="zh-CN" sz="3600" b="1" dirty="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</a:rPr>
                <a:t>保费</a:t>
              </a:r>
              <a:r>
                <a:rPr lang="zh-CN" sz="3600" b="1" dirty="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</a:rPr>
                <a:t>展示</a:t>
              </a:r>
              <a:endParaRPr lang="zh-CN" sz="36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188595" y="1482725"/>
            <a:ext cx="761873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 dirty="0" smtClean="0">
                <a:latin typeface="+mj-lt"/>
                <a:ea typeface="+mj-ea"/>
              </a:rPr>
              <a:t>基础层</a:t>
            </a:r>
            <a:r>
              <a:rPr lang="en-US" altLang="zh-CN" sz="2400" b="1" dirty="0" smtClean="0">
                <a:latin typeface="+mj-lt"/>
                <a:ea typeface="+mj-ea"/>
              </a:rPr>
              <a:t>                                 </a:t>
            </a:r>
            <a:r>
              <a:rPr lang="zh-CN" altLang="en-US" sz="2400" b="1" dirty="0" smtClean="0">
                <a:latin typeface="+mj-lt"/>
                <a:ea typeface="+mj-ea"/>
              </a:rPr>
              <a:t>增强</a:t>
            </a:r>
            <a:r>
              <a:rPr lang="zh-CN" altLang="en-US" sz="2400" b="1" dirty="0" smtClean="0">
                <a:latin typeface="+mj-lt"/>
                <a:ea typeface="+mj-ea"/>
              </a:rPr>
              <a:t>层</a:t>
            </a:r>
            <a:endParaRPr lang="zh-CN" altLang="en-US" sz="2400" b="1" dirty="0" smtClean="0">
              <a:latin typeface="+mj-lt"/>
              <a:ea typeface="+mj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 smtClean="0">
                <a:latin typeface="+mn-ea"/>
                <a:cs typeface="+mn-ea"/>
              </a:rPr>
              <a:t>         </a:t>
            </a:r>
            <a:endParaRPr lang="zh-CN" altLang="en-US" sz="2400" b="1" dirty="0" smtClean="0">
              <a:latin typeface="+mn-ea"/>
              <a:cs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9"/>
            </p:custDataLst>
          </p:nvPr>
        </p:nvGraphicFramePr>
        <p:xfrm>
          <a:off x="5891530" y="2030095"/>
          <a:ext cx="5352415" cy="4380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5015"/>
                <a:gridCol w="1410335"/>
                <a:gridCol w="1410970"/>
                <a:gridCol w="727710"/>
                <a:gridCol w="1048385"/>
              </a:tblGrid>
              <a:tr h="2438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spc="120"/>
                        <a:t>年龄</a:t>
                      </a:r>
                      <a:endParaRPr lang="zh-CN" sz="1200" spc="12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spc="120"/>
                        <a:t>男性概率</a:t>
                      </a:r>
                      <a:endParaRPr lang="zh-CN" sz="1200" spc="12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spc="120"/>
                        <a:t>女性概率</a:t>
                      </a:r>
                      <a:endParaRPr lang="zh-CN" sz="1200" spc="12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/>
                        <a:t>男性</a:t>
                      </a:r>
                      <a:r>
                        <a:rPr lang="zh-CN" altLang="en-US" sz="1200" spc="120"/>
                        <a:t>保费</a:t>
                      </a:r>
                      <a:endParaRPr lang="zh-CN" altLang="en-US" sz="1200" spc="12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spc="120"/>
                        <a:t>女性</a:t>
                      </a:r>
                      <a:r>
                        <a:rPr lang="zh-CN" altLang="en-US" sz="1200" spc="120"/>
                        <a:t>保费</a:t>
                      </a:r>
                      <a:endParaRPr lang="zh-CN" altLang="en-US" sz="1200" spc="12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60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0.22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0.205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165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153.75</a:t>
                      </a:r>
                      <a:endParaRPr 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0.228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0.213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171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159.75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62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0.236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0.221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177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165.75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637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0.244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0.229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183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171.75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1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64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0.252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0.237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189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177.75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0.26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0.245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195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183.75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66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0.268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0.253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201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189.75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0.276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0.261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207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195.75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68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0.284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0.269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213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201.75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69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0.292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0.277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219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207.75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70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0.285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225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213.75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0.308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0.293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231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219.75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1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72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0.316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0.301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237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225.75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701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0.324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0.309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243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231.75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74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0.332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0.317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249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237.75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1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0.34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0.325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255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243.75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637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76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0.348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0.333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261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249.75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7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0.356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0.341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267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255.75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051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78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0.364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0.349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273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261.75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  <a:tr h="2273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79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0.372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0.357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279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spc="60"/>
                        <a:t>267.75</a:t>
                      </a:r>
                      <a:endParaRPr lang="en-US" altLang="en-US" sz="1000" spc="60"/>
                    </a:p>
                  </a:txBody>
                  <a:tcPr marL="25400" marR="25400" marT="6350" marB="6350" vert="horz" anchor="ctr" anchorCtr="0"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 flipV="1">
            <a:off x="6245225" y="1482725"/>
            <a:ext cx="1049020" cy="38544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8595" y="1482725"/>
            <a:ext cx="1137285" cy="44069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20"/>
            </p:custDataLst>
          </p:nvPr>
        </p:nvGraphicFramePr>
        <p:xfrm>
          <a:off x="188595" y="2030095"/>
          <a:ext cx="4612005" cy="42271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49375"/>
                <a:gridCol w="1913255"/>
                <a:gridCol w="1349375"/>
              </a:tblGrid>
              <a:tr h="201295">
                <a:tc>
                  <a:txBody>
                    <a:bodyPr/>
                    <a:p>
                      <a:pPr algn="ctr" fontAlgn="ctr"/>
                      <a:r>
                        <a:rPr lang="zh-CN" altLang="en-US" sz="1100"/>
                        <a:t>年龄</a:t>
                      </a:r>
                      <a:endParaRPr lang="zh-CN" altLang="en-US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/>
                        <a:t>男性保费</a:t>
                      </a:r>
                      <a:endParaRPr lang="zh-CN" altLang="en-US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/>
                        <a:t>女性保费</a:t>
                      </a:r>
                      <a:endParaRPr lang="zh-CN" altLang="en-US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60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101.7451445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76.305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61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111.9196589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86.479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62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122.0941734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96.653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63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132.2686878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106.827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64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142.4432023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117.001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65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152.6177167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127.175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66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162.79232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137.349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67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172.96684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147.523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68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183.14136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157.697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69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193.31588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167.871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70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203.4904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178.045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71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213.66492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188.219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72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223.83944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198.393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73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234.01396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208.567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74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244.18848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218.741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75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254.363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228.915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76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264.53752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239.089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77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274.71204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249.263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78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284.88656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259.437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  <a:tr h="201295"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79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295.06108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/>
                        <a:t>269.611</a:t>
                      </a:r>
                      <a:endParaRPr lang="en-US" altLang="zh-CN" sz="1100"/>
                    </a:p>
                  </a:txBody>
                  <a:tcPr marL="5080" marR="5080" marT="5080" marB="0" anchor="ctr" anchorCtr="0"/>
                </a:tc>
              </a:tr>
            </a:tbl>
          </a:graphicData>
        </a:graphic>
      </p:graphicFrame>
    </p:spTree>
    <p:custDataLst>
      <p:tags r:id="rId21"/>
    </p:custDataLst>
  </p:cSld>
  <p:clrMapOvr>
    <a:masterClrMapping/>
  </p:clrMapOvr>
  <p:timing>
    <p:tnLst>
      <p:par>
        <p:cTn id="1" dur="indefinite" restart="never" nodeType="tmRoot"/>
      </p:par>
    </p:tnLst>
    <p:bldLst>
      <p:bldP spid="6" grpId="0" bldLvl="0" animBg="1"/>
      <p:bldP spid="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7781" y="-105409"/>
            <a:ext cx="13439754" cy="8833413"/>
            <a:chOff x="1" y="1"/>
            <a:chExt cx="13439754" cy="883341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2588845" y="358699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790" y="4630723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59794" y="4630450"/>
            <a:ext cx="9936302" cy="225604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-886536" y="-6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PA-文本框 24"/>
            <p:cNvSpPr txBox="1"/>
            <p:nvPr>
              <p:custDataLst>
                <p:tags r:id="rId6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产品设计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7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23" name="PA-任意多边形 899"/>
            <p:cNvSpPr/>
            <p:nvPr>
              <p:custDataLst>
                <p:tags r:id="rId8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24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71125" y="315226"/>
              <a:ext cx="114808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33280" y="34353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PA-直接连接符 23"/>
          <p:cNvCxnSpPr/>
          <p:nvPr>
            <p:custDataLst>
              <p:tags r:id="rId15"/>
            </p:custDataLst>
          </p:nvPr>
        </p:nvCxnSpPr>
        <p:spPr>
          <a:xfrm flipH="1">
            <a:off x="10864345" y="36757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9" name="PA-文本框 26"/>
          <p:cNvSpPr txBox="1"/>
          <p:nvPr>
            <p:custDataLst>
              <p:tags r:id="rId16"/>
            </p:custDataLst>
          </p:nvPr>
        </p:nvSpPr>
        <p:spPr>
          <a:xfrm>
            <a:off x="4094750" y="29236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070590" y="34353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PA-文本框 26"/>
          <p:cNvSpPr txBox="1"/>
          <p:nvPr>
            <p:custDataLst>
              <p:tags r:id="rId17"/>
            </p:custDataLst>
          </p:nvPr>
        </p:nvSpPr>
        <p:spPr>
          <a:xfrm>
            <a:off x="8392430" y="333641"/>
            <a:ext cx="120396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4000">
                      <a:srgbClr val="30937B"/>
                    </a:gs>
                    <a:gs pos="32000">
                      <a:srgbClr val="206252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38100" dist="38100" dir="2700000" algn="tl">
                    <a:srgbClr val="F7942E">
                      <a:alpha val="2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94000">
                    <a:srgbClr val="30937B"/>
                  </a:gs>
                  <a:gs pos="32000">
                    <a:srgbClr val="206252"/>
                  </a:gs>
                </a:gsLst>
                <a:path path="circle">
                  <a:fillToRect r="100000" b="100000"/>
                </a:path>
              </a:gradFill>
              <a:effectLst>
                <a:outerShdw blurRad="38100" dist="38100" dir="2700000" algn="tl">
                  <a:srgbClr val="F7942E">
                    <a:alpha val="20000"/>
                  </a:srgbClr>
                </a:outerShdw>
              </a:effectLst>
              <a:uLnTx/>
              <a:uFillTx/>
              <a:latin typeface="阿里妈妈数黑体" pitchFamily="2" charset="-122"/>
              <a:ea typeface="阿里妈妈数黑体" pitchFamily="2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9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9584820" y="39487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18" name="组合 117"/>
          <p:cNvGrpSpPr/>
          <p:nvPr/>
        </p:nvGrpSpPr>
        <p:grpSpPr>
          <a:xfrm>
            <a:off x="93345" y="969645"/>
            <a:ext cx="8005445" cy="589280"/>
            <a:chOff x="749" y="1352"/>
            <a:chExt cx="12607" cy="928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11691" cy="9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+mj-ea"/>
                </a:rPr>
                <a:t>退役军人医疗保险设计与定价：</a:t>
              </a:r>
              <a:r>
                <a:rPr lang="zh-CN" sz="3600" b="1" dirty="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</a:rPr>
                <a:t>保费</a:t>
              </a:r>
              <a:r>
                <a:rPr lang="zh-CN" sz="3600" b="1" dirty="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</a:rPr>
                <a:t>展示</a:t>
              </a:r>
              <a:endParaRPr lang="zh-CN" sz="36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432435" y="1482725"/>
            <a:ext cx="761873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400" b="1" dirty="0" smtClean="0">
                <a:latin typeface="+mj-lt"/>
                <a:ea typeface="+mj-ea"/>
              </a:rPr>
              <a:t>专属层</a:t>
            </a:r>
            <a:r>
              <a:rPr lang="en-US" altLang="zh-CN" sz="2400" b="1" dirty="0" smtClean="0">
                <a:latin typeface="+mj-lt"/>
                <a:ea typeface="+mj-ea"/>
              </a:rPr>
              <a:t>                                 </a:t>
            </a:r>
            <a:endParaRPr lang="zh-CN" altLang="en-US" sz="2400" b="1" dirty="0" smtClean="0">
              <a:latin typeface="+mj-lt"/>
              <a:ea typeface="+mj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 smtClean="0">
                <a:latin typeface="+mn-ea"/>
                <a:cs typeface="+mn-ea"/>
              </a:rPr>
              <a:t>         </a:t>
            </a:r>
            <a:endParaRPr lang="zh-CN" altLang="en-US" sz="2400" b="1" dirty="0" smtClean="0"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2435" y="1482725"/>
            <a:ext cx="1137285" cy="44069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19"/>
            </p:custDataLst>
          </p:nvPr>
        </p:nvGraphicFramePr>
        <p:xfrm>
          <a:off x="432435" y="2030095"/>
          <a:ext cx="5949950" cy="42005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0535"/>
                <a:gridCol w="2468880"/>
                <a:gridCol w="1740535"/>
              </a:tblGrid>
              <a:tr h="200025">
                <a:tc>
                  <a:txBody>
                    <a:bodyPr/>
                    <a:p>
                      <a:pPr algn="ctr" fontAlgn="ctr"/>
                      <a:r>
                        <a:rPr lang="zh-CN" altLang="en-US" sz="1100"/>
                        <a:t>年龄</a:t>
                      </a:r>
                      <a:endParaRPr lang="zh-CN" altLang="en-US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/>
                        <a:t>男性</a:t>
                      </a:r>
                      <a:r>
                        <a:rPr lang="zh-CN" altLang="en-US" sz="1100"/>
                        <a:t>保费</a:t>
                      </a:r>
                      <a:endParaRPr lang="zh-CN" altLang="en-US" sz="1100"/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/>
                        <a:t>女性</a:t>
                      </a:r>
                      <a:r>
                        <a:rPr lang="zh-CN" altLang="en-US" sz="1100"/>
                        <a:t>保费</a:t>
                      </a:r>
                      <a:endParaRPr lang="zh-CN" altLang="en-US" sz="1100"/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239.9210893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203.017458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255.3896111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212.644124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270.8581329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228.11262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287.4919511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243.581116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304.1257694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259.049612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320.7595876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275.683398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338.5587023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292.317184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361.034357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308.95097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384.6753082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331.426586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408.3162593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353.902202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433.1225069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377.543108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457.9287546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401.184014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488.5768386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425.99021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519.2249227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455.472946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551.0383032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486.120972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582.8516837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516.768998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620.5069006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548.582314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658.1621176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585.07217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696.982631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622.727316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735.8031444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660.382462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381750" y="1771015"/>
            <a:ext cx="5742305" cy="32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/>
              <a:t>专属层（精准覆盖退役军人常见病，如骨科、</a:t>
            </a:r>
            <a:r>
              <a:rPr lang="zh-CN" altLang="en-US" sz="2400" b="1"/>
              <a:t>心理疾病）</a:t>
            </a:r>
            <a:endParaRPr lang="zh-CN" altLang="en-US" sz="2400" b="1"/>
          </a:p>
          <a:p>
            <a:r>
              <a:rPr lang="en-US" altLang="zh-CN" sz="2400" b="1"/>
              <a:t>60</a:t>
            </a:r>
            <a:r>
              <a:rPr lang="zh-CN" altLang="en-US" sz="2400" b="1"/>
              <a:t>岁男性保费：</a:t>
            </a:r>
            <a:r>
              <a:rPr lang="en-US" altLang="zh-CN" sz="2400" b="1">
                <a:solidFill>
                  <a:schemeClr val="tx2">
                    <a:lumMod val="25000"/>
                  </a:schemeClr>
                </a:solidFill>
              </a:rPr>
              <a:t>240</a:t>
            </a:r>
            <a:r>
              <a:rPr lang="zh-CN" altLang="en-US" sz="2400" b="1">
                <a:solidFill>
                  <a:schemeClr val="tx2">
                    <a:lumMod val="25000"/>
                  </a:schemeClr>
                </a:solidFill>
              </a:rPr>
              <a:t>元</a:t>
            </a:r>
            <a:r>
              <a:rPr lang="en-US" altLang="zh-CN" sz="2400" b="1">
                <a:solidFill>
                  <a:schemeClr val="tx2">
                    <a:lumMod val="25000"/>
                  </a:schemeClr>
                </a:solidFill>
              </a:rPr>
              <a:t>/</a:t>
            </a:r>
            <a:r>
              <a:rPr lang="zh-CN" altLang="en-US" sz="2400" b="1">
                <a:solidFill>
                  <a:schemeClr val="tx2">
                    <a:lumMod val="25000"/>
                  </a:schemeClr>
                </a:solidFill>
              </a:rPr>
              <a:t>年</a:t>
            </a:r>
            <a:endParaRPr lang="zh-CN" altLang="en-US" sz="2400" b="1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US" altLang="zh-CN" sz="2400" b="1">
                <a:gradFill>
                  <a:gsLst>
                    <a:gs pos="51300">
                      <a:srgbClr val="FE5F4A"/>
                    </a:gs>
                    <a:gs pos="0">
                      <a:srgbClr val="DF0303"/>
                    </a:gs>
                    <a:gs pos="100000">
                      <a:srgbClr val="FEA06E"/>
                    </a:gs>
                  </a:gsLst>
                  <a:lin ang="5400000" scaled="1"/>
                </a:gradFill>
              </a:rPr>
              <a:t>            </a:t>
            </a:r>
            <a:r>
              <a:rPr lang="en-US" altLang="zh-CN" sz="3600" b="1">
                <a:gradFill>
                  <a:gsLst>
                    <a:gs pos="51300">
                      <a:srgbClr val="FE5F4A"/>
                    </a:gs>
                    <a:gs pos="0">
                      <a:srgbClr val="DF0303"/>
                    </a:gs>
                    <a:gs pos="100000">
                      <a:srgbClr val="FEA06E"/>
                    </a:gs>
                  </a:gsLst>
                  <a:lin ang="5400000" scaled="1"/>
                </a:gradFill>
              </a:rPr>
              <a:t>VS</a:t>
            </a:r>
            <a:endParaRPr lang="zh-CN" altLang="en-US" sz="2400" b="1">
              <a:gradFill>
                <a:gsLst>
                  <a:gs pos="51300">
                    <a:srgbClr val="FE5F4A"/>
                  </a:gs>
                  <a:gs pos="0">
                    <a:srgbClr val="DF0303"/>
                  </a:gs>
                  <a:gs pos="100000">
                    <a:srgbClr val="FEA06E"/>
                  </a:gs>
                </a:gsLst>
                <a:lin ang="5400000" scaled="1"/>
              </a:gradFill>
            </a:endParaRPr>
          </a:p>
          <a:p>
            <a:endParaRPr lang="zh-CN" altLang="en-US" sz="2400" b="1"/>
          </a:p>
          <a:p>
            <a:r>
              <a:rPr lang="zh-CN" altLang="en-US" sz="2400" b="1"/>
              <a:t>老年人商业</a:t>
            </a:r>
            <a:r>
              <a:rPr lang="zh-CN" altLang="en-US" sz="2400" b="1"/>
              <a:t>医疗保险如平安</a:t>
            </a:r>
            <a:r>
              <a:rPr lang="en-US" altLang="zh-CN" sz="2400" b="1"/>
              <a:t>e</a:t>
            </a:r>
            <a:r>
              <a:rPr lang="zh-CN" altLang="en-US" sz="2400" b="1"/>
              <a:t>生保（百万医疗险）</a:t>
            </a:r>
            <a:endParaRPr lang="zh-CN" altLang="en-US" sz="2400" b="1"/>
          </a:p>
          <a:p>
            <a:r>
              <a:rPr lang="en-US" altLang="zh-CN" sz="2400" b="1"/>
              <a:t>60</a:t>
            </a:r>
            <a:r>
              <a:rPr lang="zh-CN" altLang="en-US" sz="2400" b="1"/>
              <a:t>岁的男性保费约：</a:t>
            </a:r>
            <a:r>
              <a:rPr lang="en-US" altLang="zh-CN" sz="2400" b="1"/>
              <a:t> </a:t>
            </a:r>
            <a:r>
              <a:rPr lang="en-US" altLang="zh-CN" sz="2400" b="1">
                <a:solidFill>
                  <a:schemeClr val="tx2">
                    <a:lumMod val="25000"/>
                  </a:schemeClr>
                </a:solidFill>
              </a:rPr>
              <a:t>2800 /</a:t>
            </a:r>
            <a:r>
              <a:rPr lang="zh-CN" altLang="en-US" sz="2400" b="1">
                <a:solidFill>
                  <a:schemeClr val="tx2">
                    <a:lumMod val="25000"/>
                  </a:schemeClr>
                </a:solidFill>
              </a:rPr>
              <a:t>年</a:t>
            </a:r>
            <a:endParaRPr lang="zh-CN" altLang="en-US" sz="2400" b="1">
              <a:solidFill>
                <a:schemeClr val="tx2">
                  <a:lumMod val="25000"/>
                </a:schemeClr>
              </a:solidFill>
            </a:endParaRPr>
          </a:p>
        </p:txBody>
      </p:sp>
    </p:spTree>
    <p:custDataLst>
      <p:tags r:id="rId20"/>
    </p:custDataLst>
  </p:cSld>
  <p:clrMapOvr>
    <a:masterClrMapping/>
  </p:clrMapOvr>
  <p:timing>
    <p:tnLst>
      <p:par>
        <p:cTn id="1" dur="indefinite" restart="never" nodeType="tmRoot"/>
      </p:par>
    </p:tnLst>
    <p:bldLst>
      <p:bldP spid="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任意多边形: 形状 12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FAD77E">
                  <a:lumMod val="20000"/>
                  <a:lumOff val="80000"/>
                </a:srgbClr>
              </a:gs>
              <a:gs pos="54000">
                <a:schemeClr val="accent3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pic>
        <p:nvPicPr>
          <p:cNvPr id="122" name="Picture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9038" y="-423714"/>
            <a:ext cx="5608320" cy="6858000"/>
          </a:xfrm>
          <a:prstGeom prst="rect">
            <a:avLst/>
          </a:prstGeom>
        </p:spPr>
      </p:pic>
      <p:pic>
        <p:nvPicPr>
          <p:cNvPr id="135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602" y="0"/>
            <a:ext cx="7782155" cy="6235700"/>
          </a:xfrm>
          <a:prstGeom prst="rect">
            <a:avLst/>
          </a:prstGeom>
        </p:spPr>
      </p:pic>
      <p:grpSp>
        <p:nvGrpSpPr>
          <p:cNvPr id="141" name="组合 140"/>
          <p:cNvGrpSpPr/>
          <p:nvPr/>
        </p:nvGrpSpPr>
        <p:grpSpPr>
          <a:xfrm>
            <a:off x="-1111817" y="1605742"/>
            <a:ext cx="8802672" cy="3152834"/>
            <a:chOff x="-1198766" y="1399948"/>
            <a:chExt cx="8802672" cy="3152834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3691259">
              <a:off x="396584" y="3635238"/>
              <a:ext cx="1007909" cy="827179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sp>
          <p:nvSpPr>
            <p:cNvPr id="116" name="文本框 115"/>
            <p:cNvSpPr txBox="1"/>
            <p:nvPr/>
          </p:nvSpPr>
          <p:spPr>
            <a:xfrm>
              <a:off x="442901" y="2688929"/>
              <a:ext cx="5059680" cy="1568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未来</a:t>
              </a:r>
              <a:r>
                <a:rPr kumimoji="0" lang="zh-CN" altLang="en-US" sz="96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100000">
                        <a:prstClr val="white"/>
                      </a:gs>
                      <a:gs pos="7000">
                        <a:prstClr val="white"/>
                      </a:gs>
                      <a:gs pos="43000">
                        <a:srgbClr val="206252">
                          <a:lumMod val="20000"/>
                          <a:lumOff val="80000"/>
                        </a:srgbClr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rgbClr val="206252">
                        <a:lumMod val="60000"/>
                        <a:lumOff val="40000"/>
                      </a:srgb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计划</a:t>
              </a:r>
              <a:endParaRPr kumimoji="0" lang="zh-CN" altLang="en-US" sz="96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100000">
                      <a:prstClr val="white"/>
                    </a:gs>
                    <a:gs pos="7000">
                      <a:prstClr val="white"/>
                    </a:gs>
                    <a:gs pos="43000">
                      <a:srgbClr val="206252">
                        <a:lumMod val="20000"/>
                        <a:lumOff val="80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srgbClr val="206252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1348908" y="1399948"/>
              <a:ext cx="4564380" cy="1861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8000">
                  <a:gradFill flip="none" rotWithShape="1">
                    <a:gsLst>
                      <a:gs pos="97279">
                        <a:schemeClr val="accent2">
                          <a:lumMod val="20000"/>
                          <a:lumOff val="80000"/>
                        </a:schemeClr>
                      </a:gs>
                      <a:gs pos="57000">
                        <a:schemeClr val="accent2">
                          <a:lumMod val="20000"/>
                          <a:lumOff val="80000"/>
                        </a:schemeClr>
                      </a:gs>
                      <a:gs pos="7000">
                        <a:schemeClr val="accent2">
                          <a:lumMod val="20000"/>
                          <a:lumOff val="80000"/>
                        </a:schemeClr>
                      </a:gs>
                      <a:gs pos="80000">
                        <a:schemeClr val="accent2"/>
                      </a:gs>
                      <a:gs pos="37000">
                        <a:schemeClr val="accent2"/>
                      </a:gs>
                    </a:gsLst>
                    <a:lin ang="0" scaled="1"/>
                    <a:tileRect/>
                  </a:gradFill>
                  <a:effectLst>
                    <a:outerShdw blurRad="50800" dist="38100" dir="5400000" algn="t" rotWithShape="0">
                      <a:schemeClr val="accent1">
                        <a:lumMod val="75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500" b="0" i="1" u="none" strike="noStrike" kern="0" cap="none" spc="0" normalizeH="0" baseline="0" noProof="0" dirty="0">
                  <a:ln w="22225">
                    <a:gradFill flip="none" rotWithShape="1">
                      <a:gsLst>
                        <a:gs pos="24000">
                          <a:srgbClr val="FAD77E">
                            <a:lumMod val="20000"/>
                            <a:lumOff val="80000"/>
                          </a:srgbClr>
                        </a:gs>
                        <a:gs pos="76000">
                          <a:srgbClr val="FAD77E">
                            <a:lumMod val="20000"/>
                            <a:lumOff val="80000"/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</a:ln>
                  <a:gradFill flip="none" rotWithShape="1">
                    <a:gsLst>
                      <a:gs pos="15000">
                        <a:srgbClr val="FAD77E">
                          <a:lumMod val="20000"/>
                          <a:lumOff val="80000"/>
                          <a:alpha val="22000"/>
                        </a:srgbClr>
                      </a:gs>
                      <a:gs pos="68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思源宋体 CN Heavy"/>
                  <a:ea typeface="思源宋体 CN Heavy"/>
                  <a:cs typeface="+mn-cs"/>
                </a:rPr>
                <a:t>PART 5</a:t>
              </a:r>
              <a:endParaRPr kumimoji="0" lang="zh-CN" altLang="en-US" sz="11500" b="0" i="1" u="none" strike="noStrike" kern="0" cap="none" spc="0" normalizeH="0" baseline="0" noProof="0" dirty="0">
                <a:ln w="22225">
                  <a:gradFill flip="none" rotWithShape="1">
                    <a:gsLst>
                      <a:gs pos="24000">
                        <a:srgbClr val="FAD77E">
                          <a:lumMod val="20000"/>
                          <a:lumOff val="80000"/>
                        </a:srgbClr>
                      </a:gs>
                      <a:gs pos="76000">
                        <a:srgbClr val="FAD77E">
                          <a:lumMod val="20000"/>
                          <a:lumOff val="80000"/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</a:ln>
                <a:gradFill flip="none" rotWithShape="1">
                  <a:gsLst>
                    <a:gs pos="15000">
                      <a:srgbClr val="FAD77E">
                        <a:lumMod val="20000"/>
                        <a:lumOff val="80000"/>
                        <a:alpha val="22000"/>
                      </a:srgbClr>
                    </a:gs>
                    <a:gs pos="68000">
                      <a:srgbClr val="FAD77E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思源宋体 CN Heavy"/>
                <a:ea typeface="思源宋体 CN Heavy"/>
                <a:cs typeface="+mn-cs"/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>
            <a:xfrm flipV="1">
              <a:off x="580355" y="1399948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bg1"/>
                  </a:gs>
                  <a:gs pos="8200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grpSp>
          <p:nvGrpSpPr>
            <p:cNvPr id="137" name="组合 136"/>
            <p:cNvGrpSpPr/>
            <p:nvPr/>
          </p:nvGrpSpPr>
          <p:grpSpPr>
            <a:xfrm>
              <a:off x="4092130" y="4111884"/>
              <a:ext cx="2501787" cy="228031"/>
              <a:chOff x="4178932" y="1978005"/>
              <a:chExt cx="616525" cy="142461"/>
            </a:xfrm>
          </p:grpSpPr>
          <p:sp>
            <p:nvSpPr>
              <p:cNvPr id="138" name="平行四边形 137"/>
              <p:cNvSpPr/>
              <p:nvPr/>
            </p:nvSpPr>
            <p:spPr>
              <a:xfrm flipH="1" flipV="1">
                <a:off x="4281389" y="1978005"/>
                <a:ext cx="514068" cy="111045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39" name="平行四边形 138"/>
              <p:cNvSpPr/>
              <p:nvPr/>
            </p:nvSpPr>
            <p:spPr>
              <a:xfrm flipH="1" flipV="1">
                <a:off x="4178932" y="2048105"/>
                <a:ext cx="501708" cy="72361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59000">
                    <a:schemeClr val="bg1">
                      <a:alpha val="0"/>
                    </a:schemeClr>
                  </a:gs>
                </a:gsLst>
                <a:lin ang="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cxnSp>
          <p:nvCxnSpPr>
            <p:cNvPr id="140" name="直接连接符 139"/>
            <p:cNvCxnSpPr/>
            <p:nvPr/>
          </p:nvCxnSpPr>
          <p:spPr>
            <a:xfrm flipH="1" flipV="1">
              <a:off x="-1198766" y="4424486"/>
              <a:ext cx="7023551" cy="0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82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</p:grpSp>
      <p:pic>
        <p:nvPicPr>
          <p:cNvPr id="2" name="Picture 10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" y="4021183"/>
            <a:ext cx="12185106" cy="286959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6986" y="-14604"/>
            <a:ext cx="12451059" cy="6762043"/>
            <a:chOff x="1" y="1"/>
            <a:chExt cx="12451059" cy="676204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1600150" y="151562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975" y="4630723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67414" y="4660295"/>
            <a:ext cx="9936302" cy="225604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-886536" y="-6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PA-文本框 24"/>
            <p:cNvSpPr txBox="1"/>
            <p:nvPr>
              <p:custDataLst>
                <p:tags r:id="rId6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问卷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调查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7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23" name="PA-任意多边形 899"/>
            <p:cNvSpPr/>
            <p:nvPr>
              <p:custDataLst>
                <p:tags r:id="rId8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24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7012693" y="31375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71125" y="315226"/>
              <a:ext cx="1148080" cy="39878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33280" y="34353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PA-直接连接符 23"/>
          <p:cNvCxnSpPr/>
          <p:nvPr>
            <p:custDataLst>
              <p:tags r:id="rId15"/>
            </p:custDataLst>
          </p:nvPr>
        </p:nvCxnSpPr>
        <p:spPr>
          <a:xfrm flipH="1">
            <a:off x="10864345" y="36757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9" name="PA-文本框 26"/>
          <p:cNvSpPr txBox="1"/>
          <p:nvPr>
            <p:custDataLst>
              <p:tags r:id="rId16"/>
            </p:custDataLst>
          </p:nvPr>
        </p:nvSpPr>
        <p:spPr>
          <a:xfrm>
            <a:off x="4094750" y="29236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070590" y="34353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PA-文本框 26"/>
          <p:cNvSpPr txBox="1"/>
          <p:nvPr>
            <p:custDataLst>
              <p:tags r:id="rId17"/>
            </p:custDataLst>
          </p:nvPr>
        </p:nvSpPr>
        <p:spPr>
          <a:xfrm>
            <a:off x="8394970" y="333641"/>
            <a:ext cx="1198880" cy="398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9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9584820" y="39487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18" name="组合 117"/>
          <p:cNvGrpSpPr/>
          <p:nvPr/>
        </p:nvGrpSpPr>
        <p:grpSpPr>
          <a:xfrm>
            <a:off x="22860" y="993775"/>
            <a:ext cx="8005445" cy="1216025"/>
            <a:chOff x="749" y="1352"/>
            <a:chExt cx="12607" cy="1915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11691" cy="191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sz="36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j-lt"/>
                  <a:ea typeface="+mj-ea"/>
                </a:rPr>
                <a:t>未来计划</a:t>
              </a:r>
              <a:r>
                <a:rPr lang="en-US" altLang="zh-CN" sz="36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j-lt"/>
                  <a:ea typeface="+mj-ea"/>
                </a:rPr>
                <a:t>——</a:t>
              </a:r>
              <a:endParaRPr lang="zh-CN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j-lt"/>
                  <a:ea typeface="+mj-ea"/>
                </a:rPr>
                <a:t>问卷</a:t>
              </a:r>
              <a:r>
                <a:rPr lang="zh-CN" altLang="en-US" sz="36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j-lt"/>
                  <a:ea typeface="+mj-ea"/>
                </a:rPr>
                <a:t>调查</a:t>
              </a:r>
              <a:endParaRPr lang="zh-CN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95250" y="2722245"/>
            <a:ext cx="325056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sz="2400" b="1" dirty="0" smtClean="0">
                <a:latin typeface="+mn-ea"/>
                <a:cs typeface="+mn-ea"/>
                <a:sym typeface="+mn-ea"/>
              </a:rPr>
              <a:t>为了验证我们设计的新产品的大众接受度、供需匹配度，我们计划接下来在上海市大规模发放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调查问卷</a:t>
            </a:r>
            <a:r>
              <a:rPr lang="en-US" altLang="zh-CN" sz="2400" b="1" dirty="0" smtClean="0">
                <a:latin typeface="+mn-ea"/>
                <a:cs typeface="+mn-ea"/>
                <a:sym typeface="+mn-ea"/>
              </a:rPr>
              <a:t>→→→</a:t>
            </a:r>
            <a:endParaRPr lang="en-US" altLang="zh-CN" sz="2400" b="1" dirty="0" smtClean="0">
              <a:latin typeface="+mn-ea"/>
              <a:cs typeface="+mn-ea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1750" y="1019175"/>
            <a:ext cx="2466975" cy="53689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36640" y="1019175"/>
            <a:ext cx="3596640" cy="53422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50095" y="1039495"/>
            <a:ext cx="2660650" cy="5410835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6986" y="-14604"/>
            <a:ext cx="12451059" cy="6762043"/>
            <a:chOff x="1" y="1"/>
            <a:chExt cx="12451059" cy="676204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1600150" y="151562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975" y="4630723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67414" y="4660295"/>
            <a:ext cx="9936302" cy="2256048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-886536" y="-635"/>
            <a:ext cx="14402435" cy="902312"/>
            <a:chOff x="-801446" y="0"/>
            <a:chExt cx="14402435" cy="902312"/>
          </a:xfrm>
        </p:grpSpPr>
        <p:sp>
          <p:nvSpPr>
            <p:cNvPr id="32" name="PA-任意多边形 900"/>
            <p:cNvSpPr/>
            <p:nvPr>
              <p:custDataLst>
                <p:tags r:id="rId4"/>
              </p:custDataLst>
            </p:nvPr>
          </p:nvSpPr>
          <p:spPr>
            <a:xfrm flipV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91000">
                  <a:schemeClr val="accent2">
                    <a:lumMod val="75000"/>
                  </a:schemeClr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33" name="PA-任意多边形 46"/>
            <p:cNvSpPr/>
            <p:nvPr>
              <p:custDataLst>
                <p:tags r:id="rId5"/>
              </p:custDataLst>
            </p:nvPr>
          </p:nvSpPr>
          <p:spPr>
            <a:xfrm>
              <a:off x="17704" y="140970"/>
              <a:ext cx="13583285" cy="713740"/>
            </a:xfrm>
            <a:custGeom>
              <a:avLst/>
              <a:gdLst>
                <a:gd name="connsiteX0" fmla="*/ 0 w 10477775"/>
                <a:gd name="connsiteY0" fmla="*/ 0 h 713837"/>
                <a:gd name="connsiteX1" fmla="*/ 9872819 w 10477775"/>
                <a:gd name="connsiteY1" fmla="*/ 0 h 713837"/>
                <a:gd name="connsiteX2" fmla="*/ 10477775 w 10477775"/>
                <a:gd name="connsiteY2" fmla="*/ 713837 h 713837"/>
                <a:gd name="connsiteX3" fmla="*/ 0 w 10477775"/>
                <a:gd name="connsiteY3" fmla="*/ 713837 h 713837"/>
                <a:gd name="connsiteX4" fmla="*/ 0 w 10477775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775" h="713837">
                  <a:moveTo>
                    <a:pt x="0" y="0"/>
                  </a:moveTo>
                  <a:lnTo>
                    <a:pt x="9872819" y="0"/>
                  </a:lnTo>
                  <a:lnTo>
                    <a:pt x="10477775" y="713837"/>
                  </a:lnTo>
                  <a:lnTo>
                    <a:pt x="0" y="71383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94000">
                  <a:schemeClr val="accent1">
                    <a:lumMod val="8000"/>
                    <a:lumOff val="92000"/>
                  </a:schemeClr>
                </a:gs>
                <a:gs pos="25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  <a:effectLst>
              <a:outerShdw blurRad="190500" dist="139700" dir="5400000" sx="96000" sy="96000" algn="t" rotWithShape="0">
                <a:schemeClr val="accent1">
                  <a:lumMod val="20000"/>
                  <a:lumOff val="80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/>
                <a:cs typeface="+mn-cs"/>
              </a:endParaRPr>
            </a:p>
          </p:txBody>
        </p:sp>
        <p:sp>
          <p:nvSpPr>
            <p:cNvPr id="21" name="PA-文本框 24"/>
            <p:cNvSpPr txBox="1"/>
            <p:nvPr>
              <p:custDataLst>
                <p:tags r:id="rId6"/>
              </p:custDataLst>
            </p:nvPr>
          </p:nvSpPr>
          <p:spPr>
            <a:xfrm>
              <a:off x="1600150" y="236296"/>
              <a:ext cx="1612900" cy="521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400" b="1">
                  <a:gradFill>
                    <a:gsLst>
                      <a:gs pos="100000">
                        <a:schemeClr val="accent1">
                          <a:lumMod val="50000"/>
                        </a:schemeClr>
                      </a:gs>
                      <a:gs pos="17000">
                        <a:schemeClr val="accent1">
                          <a:lumMod val="50000"/>
                        </a:schemeClr>
                      </a:gs>
                    </a:gsLst>
                    <a:path path="circle">
                      <a:fillToRect r="100000" b="100000"/>
                    </a:path>
                  </a:gra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rgbClr val="206252">
                          <a:lumMod val="50000"/>
                        </a:srgbClr>
                      </a:gs>
                      <a:gs pos="17000">
                        <a:srgbClr val="206252">
                          <a:lumMod val="75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动态定价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206252">
                        <a:lumMod val="50000"/>
                      </a:srgbClr>
                    </a:gs>
                    <a:gs pos="17000">
                      <a:srgbClr val="206252">
                        <a:lumMod val="75000"/>
                      </a:srgb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36" name="PA-任意多边形 6"/>
            <p:cNvSpPr/>
            <p:nvPr>
              <p:custDataLst>
                <p:tags r:id="rId7"/>
              </p:custDataLst>
            </p:nvPr>
          </p:nvSpPr>
          <p:spPr>
            <a:xfrm>
              <a:off x="-52754" y="850261"/>
              <a:ext cx="12262339" cy="52051"/>
            </a:xfrm>
            <a:custGeom>
              <a:avLst/>
              <a:gdLst>
                <a:gd name="connsiteX0" fmla="*/ 0 w 4366736"/>
                <a:gd name="connsiteY0" fmla="*/ 0 h 64293"/>
                <a:gd name="connsiteX1" fmla="*/ 4366737 w 4366736"/>
                <a:gd name="connsiteY1" fmla="*/ 0 h 64293"/>
                <a:gd name="connsiteX2" fmla="*/ 4366737 w 4366736"/>
                <a:gd name="connsiteY2" fmla="*/ 64294 h 64293"/>
                <a:gd name="connsiteX3" fmla="*/ 0 w 4366736"/>
                <a:gd name="connsiteY3" fmla="*/ 64294 h 6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6736" h="64293">
                  <a:moveTo>
                    <a:pt x="0" y="0"/>
                  </a:moveTo>
                  <a:lnTo>
                    <a:pt x="4366737" y="0"/>
                  </a:lnTo>
                  <a:lnTo>
                    <a:pt x="4366737" y="64294"/>
                  </a:lnTo>
                  <a:lnTo>
                    <a:pt x="0" y="64294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12000">
                  <a:schemeClr val="accent1">
                    <a:lumMod val="20000"/>
                    <a:lumOff val="80000"/>
                  </a:schemeClr>
                </a:gs>
              </a:gsLst>
              <a:lin ang="0" scaled="0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  <p:sp>
          <p:nvSpPr>
            <p:cNvPr id="23" name="PA-任意多边形 899"/>
            <p:cNvSpPr/>
            <p:nvPr>
              <p:custDataLst>
                <p:tags r:id="rId8"/>
              </p:custDataLst>
            </p:nvPr>
          </p:nvSpPr>
          <p:spPr>
            <a:xfrm flipH="1">
              <a:off x="-801446" y="0"/>
              <a:ext cx="2319181" cy="713837"/>
            </a:xfrm>
            <a:custGeom>
              <a:avLst/>
              <a:gdLst>
                <a:gd name="connsiteX0" fmla="*/ 0 w 2319181"/>
                <a:gd name="connsiteY0" fmla="*/ 0 h 713837"/>
                <a:gd name="connsiteX1" fmla="*/ 2319181 w 2319181"/>
                <a:gd name="connsiteY1" fmla="*/ 0 h 713837"/>
                <a:gd name="connsiteX2" fmla="*/ 2319181 w 2319181"/>
                <a:gd name="connsiteY2" fmla="*/ 713837 h 713837"/>
                <a:gd name="connsiteX3" fmla="*/ 604956 w 2319181"/>
                <a:gd name="connsiteY3" fmla="*/ 713837 h 713837"/>
                <a:gd name="connsiteX4" fmla="*/ 0 w 2319181"/>
                <a:gd name="connsiteY4" fmla="*/ 0 h 71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9181" h="713837">
                  <a:moveTo>
                    <a:pt x="0" y="0"/>
                  </a:moveTo>
                  <a:lnTo>
                    <a:pt x="2319181" y="0"/>
                  </a:lnTo>
                  <a:lnTo>
                    <a:pt x="2319181" y="713837"/>
                  </a:lnTo>
                  <a:lnTo>
                    <a:pt x="604956" y="713837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55000">
                  <a:schemeClr val="accent1"/>
                </a:gs>
                <a:gs pos="28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思源宋体 CN"/>
                <a:cs typeface="+mn-cs"/>
              </a:endParaRPr>
            </a:p>
          </p:txBody>
        </p:sp>
        <p:sp>
          <p:nvSpPr>
            <p:cNvPr id="24" name="PA-文本框 26"/>
            <p:cNvSpPr txBox="1"/>
            <p:nvPr>
              <p:custDataLst>
                <p:tags r:id="rId9"/>
              </p:custDataLst>
            </p:nvPr>
          </p:nvSpPr>
          <p:spPr>
            <a:xfrm>
              <a:off x="7012693" y="315661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实地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6252">
                      <a:lumMod val="50000"/>
                    </a:srgbClr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+mn-cs"/>
                  <a:sym typeface="OPPOSans M" panose="00020600040101010101" pitchFamily="18" charset="-122"/>
                </a:rPr>
                <a:t>调研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06252">
                    <a:lumMod val="50000"/>
                  </a:srgbClr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+mn-cs"/>
                <a:sym typeface="OPPOSans M" panose="00020600040101010101" pitchFamily="18" charset="-122"/>
              </a:endParaRPr>
            </a:p>
          </p:txBody>
        </p:sp>
        <p:cxnSp>
          <p:nvCxnSpPr>
            <p:cNvPr id="40" name="PA-直接连接符 18"/>
            <p:cNvCxnSpPr/>
            <p:nvPr>
              <p:custDataLst>
                <p:tags r:id="rId10"/>
              </p:custDataLst>
            </p:nvPr>
          </p:nvCxnSpPr>
          <p:spPr>
            <a:xfrm flipH="1">
              <a:off x="5253886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1" name="PA-直接连接符 22"/>
            <p:cNvCxnSpPr/>
            <p:nvPr>
              <p:custDataLst>
                <p:tags r:id="rId11"/>
              </p:custDataLst>
            </p:nvPr>
          </p:nvCxnSpPr>
          <p:spPr>
            <a:xfrm flipH="1">
              <a:off x="6718948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cxnSp>
          <p:nvCxnSpPr>
            <p:cNvPr id="42" name="PA-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8184010" y="365034"/>
              <a:ext cx="219707" cy="265744"/>
            </a:xfrm>
            <a:prstGeom prst="line">
              <a:avLst/>
            </a:prstGeom>
            <a:gradFill flip="none" rotWithShape="1">
              <a:gsLst>
                <a:gs pos="27000">
                  <a:schemeClr val="accent1">
                    <a:lumMod val="10000"/>
                    <a:lumOff val="90000"/>
                  </a:schemeClr>
                </a:gs>
                <a:gs pos="100000">
                  <a:schemeClr val="accent2">
                    <a:lumMod val="17000"/>
                    <a:lumOff val="83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gradFill>
                <a:gsLst>
                  <a:gs pos="100000">
                    <a:schemeClr val="accent1">
                      <a:lumMod val="40000"/>
                      <a:lumOff val="60000"/>
                    </a:schemeClr>
                  </a:gs>
                  <a:gs pos="0">
                    <a:schemeClr val="accent1">
                      <a:lumMod val="40000"/>
                      <a:lumOff val="60000"/>
                    </a:schemeClr>
                  </a:gs>
                  <a:gs pos="49000">
                    <a:schemeClr val="accent2">
                      <a:lumMod val="40000"/>
                      <a:lumOff val="60000"/>
                    </a:scheme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</p:cxnSp>
        <p:sp>
          <p:nvSpPr>
            <p:cNvPr id="43" name="PA-文本框 26"/>
            <p:cNvSpPr txBox="1"/>
            <p:nvPr>
              <p:custDataLst>
                <p:tags r:id="rId13"/>
              </p:custDataLst>
            </p:nvPr>
          </p:nvSpPr>
          <p:spPr>
            <a:xfrm>
              <a:off x="5596525" y="330466"/>
              <a:ext cx="1097280" cy="3683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1600">
                  <a:solidFill>
                    <a:schemeClr val="accent1">
                      <a:lumMod val="50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缺口</a:t>
              </a:r>
              <a:r>
                <a: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阿里妈妈数黑体" pitchFamily="2" charset="-122"/>
                </a:rPr>
                <a:t>分析</a:t>
              </a:r>
              <a:endPara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endParaRPr>
            </a:p>
          </p:txBody>
        </p:sp>
        <p:sp>
          <p:nvSpPr>
            <p:cNvPr id="44" name="PA-图形 7"/>
            <p:cNvSpPr/>
            <p:nvPr>
              <p:custDataLst>
                <p:tags r:id="rId14"/>
              </p:custDataLst>
            </p:nvPr>
          </p:nvSpPr>
          <p:spPr>
            <a:xfrm>
              <a:off x="273980" y="148474"/>
              <a:ext cx="555983" cy="416889"/>
            </a:xfrm>
            <a:custGeom>
              <a:avLst/>
              <a:gdLst>
                <a:gd name="connsiteX0" fmla="*/ 315377 w 593790"/>
                <a:gd name="connsiteY0" fmla="*/ 0 h 445238"/>
                <a:gd name="connsiteX1" fmla="*/ 497368 w 593790"/>
                <a:gd name="connsiteY1" fmla="*/ 149415 h 445238"/>
                <a:gd name="connsiteX2" fmla="*/ 592775 w 593790"/>
                <a:gd name="connsiteY2" fmla="*/ 274622 h 445238"/>
                <a:gd name="connsiteX3" fmla="*/ 482341 w 593790"/>
                <a:gd name="connsiteY3" fmla="*/ 371032 h 445238"/>
                <a:gd name="connsiteX4" fmla="*/ 129861 w 593790"/>
                <a:gd name="connsiteY4" fmla="*/ 371032 h 445238"/>
                <a:gd name="connsiteX5" fmla="*/ 1299 w 593790"/>
                <a:gd name="connsiteY5" fmla="*/ 259722 h 445238"/>
                <a:gd name="connsiteX6" fmla="*/ 204068 w 593790"/>
                <a:gd name="connsiteY6" fmla="*/ 259722 h 445238"/>
                <a:gd name="connsiteX7" fmla="*/ 222619 w 593790"/>
                <a:gd name="connsiteY7" fmla="*/ 241171 h 445238"/>
                <a:gd name="connsiteX8" fmla="*/ 204068 w 593790"/>
                <a:gd name="connsiteY8" fmla="*/ 222619 h 445238"/>
                <a:gd name="connsiteX9" fmla="*/ 1299 w 593790"/>
                <a:gd name="connsiteY9" fmla="*/ 222619 h 445238"/>
                <a:gd name="connsiteX10" fmla="*/ 144925 w 593790"/>
                <a:gd name="connsiteY10" fmla="*/ 112163 h 445238"/>
                <a:gd name="connsiteX11" fmla="*/ 315377 w 593790"/>
                <a:gd name="connsiteY11" fmla="*/ 0 h 445238"/>
                <a:gd name="connsiteX12" fmla="*/ 92758 w 593790"/>
                <a:gd name="connsiteY12" fmla="*/ 296826 h 445238"/>
                <a:gd name="connsiteX13" fmla="*/ 74206 w 593790"/>
                <a:gd name="connsiteY13" fmla="*/ 315377 h 445238"/>
                <a:gd name="connsiteX14" fmla="*/ 92758 w 593790"/>
                <a:gd name="connsiteY14" fmla="*/ 333929 h 445238"/>
                <a:gd name="connsiteX15" fmla="*/ 426687 w 593790"/>
                <a:gd name="connsiteY15" fmla="*/ 333929 h 445238"/>
                <a:gd name="connsiteX16" fmla="*/ 445238 w 593790"/>
                <a:gd name="connsiteY16" fmla="*/ 315377 h 445238"/>
                <a:gd name="connsiteX17" fmla="*/ 426687 w 593790"/>
                <a:gd name="connsiteY17" fmla="*/ 296826 h 445238"/>
                <a:gd name="connsiteX18" fmla="*/ 92758 w 593790"/>
                <a:gd name="connsiteY18" fmla="*/ 296826 h 445238"/>
                <a:gd name="connsiteX19" fmla="*/ 0 w 593790"/>
                <a:gd name="connsiteY19" fmla="*/ 426687 h 445238"/>
                <a:gd name="connsiteX20" fmla="*/ 18552 w 593790"/>
                <a:gd name="connsiteY20" fmla="*/ 408135 h 445238"/>
                <a:gd name="connsiteX21" fmla="*/ 352480 w 593790"/>
                <a:gd name="connsiteY21" fmla="*/ 408135 h 445238"/>
                <a:gd name="connsiteX22" fmla="*/ 371032 w 593790"/>
                <a:gd name="connsiteY22" fmla="*/ 426687 h 445238"/>
                <a:gd name="connsiteX23" fmla="*/ 352480 w 593790"/>
                <a:gd name="connsiteY23" fmla="*/ 445238 h 445238"/>
                <a:gd name="connsiteX24" fmla="*/ 18552 w 593790"/>
                <a:gd name="connsiteY24" fmla="*/ 445238 h 445238"/>
                <a:gd name="connsiteX25" fmla="*/ 0 w 593790"/>
                <a:gd name="connsiteY25" fmla="*/ 426687 h 44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3790" h="445238">
                  <a:moveTo>
                    <a:pt x="315377" y="0"/>
                  </a:moveTo>
                  <a:cubicBezTo>
                    <a:pt x="403920" y="4"/>
                    <a:pt x="480123" y="62567"/>
                    <a:pt x="497368" y="149415"/>
                  </a:cubicBezTo>
                  <a:cubicBezTo>
                    <a:pt x="558288" y="157643"/>
                    <a:pt x="601005" y="213701"/>
                    <a:pt x="592775" y="274622"/>
                  </a:cubicBezTo>
                  <a:cubicBezTo>
                    <a:pt x="585310" y="329884"/>
                    <a:pt x="538108" y="371095"/>
                    <a:pt x="482341" y="371032"/>
                  </a:cubicBezTo>
                  <a:lnTo>
                    <a:pt x="129861" y="371032"/>
                  </a:lnTo>
                  <a:cubicBezTo>
                    <a:pt x="65295" y="371047"/>
                    <a:pt x="10522" y="323625"/>
                    <a:pt x="1299" y="259722"/>
                  </a:cubicBezTo>
                  <a:lnTo>
                    <a:pt x="204068" y="259722"/>
                  </a:lnTo>
                  <a:cubicBezTo>
                    <a:pt x="214313" y="259722"/>
                    <a:pt x="222619" y="251416"/>
                    <a:pt x="222619" y="241171"/>
                  </a:cubicBezTo>
                  <a:cubicBezTo>
                    <a:pt x="222619" y="230925"/>
                    <a:pt x="214313" y="222619"/>
                    <a:pt x="204068" y="222619"/>
                  </a:cubicBezTo>
                  <a:lnTo>
                    <a:pt x="1299" y="222619"/>
                  </a:lnTo>
                  <a:cubicBezTo>
                    <a:pt x="11337" y="152966"/>
                    <a:pt x="75029" y="103984"/>
                    <a:pt x="144925" y="112163"/>
                  </a:cubicBezTo>
                  <a:cubicBezTo>
                    <a:pt x="174241" y="44087"/>
                    <a:pt x="241258" y="-12"/>
                    <a:pt x="315377" y="0"/>
                  </a:cubicBezTo>
                  <a:close/>
                  <a:moveTo>
                    <a:pt x="92758" y="296826"/>
                  </a:moveTo>
                  <a:cubicBezTo>
                    <a:pt x="82512" y="296826"/>
                    <a:pt x="74206" y="305133"/>
                    <a:pt x="74206" y="315377"/>
                  </a:cubicBezTo>
                  <a:cubicBezTo>
                    <a:pt x="74206" y="325621"/>
                    <a:pt x="82512" y="333929"/>
                    <a:pt x="92758" y="333929"/>
                  </a:cubicBezTo>
                  <a:lnTo>
                    <a:pt x="426687" y="333929"/>
                  </a:lnTo>
                  <a:cubicBezTo>
                    <a:pt x="436931" y="333929"/>
                    <a:pt x="445238" y="325621"/>
                    <a:pt x="445238" y="315377"/>
                  </a:cubicBezTo>
                  <a:cubicBezTo>
                    <a:pt x="445238" y="305133"/>
                    <a:pt x="436931" y="296826"/>
                    <a:pt x="426687" y="296826"/>
                  </a:cubicBezTo>
                  <a:lnTo>
                    <a:pt x="92758" y="296826"/>
                  </a:lnTo>
                  <a:close/>
                  <a:moveTo>
                    <a:pt x="0" y="426687"/>
                  </a:moveTo>
                  <a:cubicBezTo>
                    <a:pt x="0" y="416442"/>
                    <a:pt x="8306" y="408135"/>
                    <a:pt x="18552" y="408135"/>
                  </a:cubicBezTo>
                  <a:lnTo>
                    <a:pt x="352480" y="408135"/>
                  </a:lnTo>
                  <a:cubicBezTo>
                    <a:pt x="362726" y="408135"/>
                    <a:pt x="371032" y="416442"/>
                    <a:pt x="371032" y="426687"/>
                  </a:cubicBezTo>
                  <a:cubicBezTo>
                    <a:pt x="371032" y="436931"/>
                    <a:pt x="362726" y="445238"/>
                    <a:pt x="352480" y="445238"/>
                  </a:cubicBezTo>
                  <a:lnTo>
                    <a:pt x="18552" y="445238"/>
                  </a:lnTo>
                  <a:cubicBezTo>
                    <a:pt x="8306" y="445238"/>
                    <a:pt x="0" y="436931"/>
                    <a:pt x="0" y="426687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87000">
                  <a:schemeClr val="accent1">
                    <a:lumMod val="20000"/>
                    <a:lumOff val="80000"/>
                  </a:schemeClr>
                </a:gs>
              </a:gsLst>
              <a:lin ang="2700000" scaled="0"/>
            </a:gradFill>
            <a:ln w="36909" cap="flat">
              <a:noFill/>
              <a:prstDash val="solid"/>
              <a:miter/>
            </a:ln>
            <a:effectLst>
              <a:outerShdw blurRad="50800" dist="38100" dir="5400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/>
                <a:ea typeface="思源宋体 CN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33280" y="34353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问卷调查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PA-直接连接符 23"/>
          <p:cNvCxnSpPr/>
          <p:nvPr>
            <p:custDataLst>
              <p:tags r:id="rId15"/>
            </p:custDataLst>
          </p:nvPr>
        </p:nvCxnSpPr>
        <p:spPr>
          <a:xfrm flipH="1">
            <a:off x="10864345" y="367574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sp>
        <p:nvSpPr>
          <p:cNvPr id="109" name="PA-文本框 26"/>
          <p:cNvSpPr txBox="1"/>
          <p:nvPr>
            <p:custDataLst>
              <p:tags r:id="rId16"/>
            </p:custDataLst>
          </p:nvPr>
        </p:nvSpPr>
        <p:spPr>
          <a:xfrm>
            <a:off x="4122690" y="31522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文献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阿里妈妈数黑体" pitchFamily="2" charset="-122"/>
              </a:rPr>
              <a:t>研究</a:t>
            </a:r>
            <a:endParaRPr kumimoji="0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阿里妈妈数黑体" pitchFamily="2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070590" y="34353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动态定价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PA-文本框 26"/>
          <p:cNvSpPr txBox="1"/>
          <p:nvPr>
            <p:custDataLst>
              <p:tags r:id="rId17"/>
            </p:custDataLst>
          </p:nvPr>
        </p:nvSpPr>
        <p:spPr>
          <a:xfrm>
            <a:off x="8477520" y="315226"/>
            <a:ext cx="10972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solidFill>
                  <a:schemeClr val="tx1"/>
                </a:solidFill>
                <a:effectLst/>
                <a:uLnTx/>
                <a:uFillTx/>
                <a:latin typeface="仿宋" panose="02010609060101010101" charset="-122"/>
                <a:ea typeface="仿宋" panose="02010609060101010101" charset="-122"/>
                <a:cs typeface="+mn-cs"/>
                <a:sym typeface="阿里妈妈数黑体" pitchFamily="2" charset="-122"/>
              </a:rPr>
              <a:t>产品设计</a:t>
            </a:r>
            <a:endParaRPr kumimoji="0" lang="zh-CN" altLang="en-US" sz="1800" i="0" u="none" strike="noStrike" kern="1200" cap="none" spc="0" normalizeH="0" baseline="0" noProof="0" dirty="0">
              <a:solidFill>
                <a:schemeClr val="tx1"/>
              </a:solidFill>
              <a:effectLst/>
              <a:uLnTx/>
              <a:uFillTx/>
              <a:latin typeface="仿宋" panose="02010609060101010101" charset="-122"/>
              <a:ea typeface="仿宋" panose="02010609060101010101" charset="-122"/>
              <a:cs typeface="+mn-cs"/>
              <a:sym typeface="阿里妈妈数黑体" pitchFamily="2" charset="-122"/>
            </a:endParaRPr>
          </a:p>
        </p:txBody>
      </p:sp>
      <p:cxnSp>
        <p:nvCxnSpPr>
          <p:cNvPr id="29" name="PA-直接连接符 23"/>
          <p:cNvCxnSpPr/>
          <p:nvPr>
            <p:custDataLst>
              <p:tags r:id="rId18"/>
            </p:custDataLst>
          </p:nvPr>
        </p:nvCxnSpPr>
        <p:spPr>
          <a:xfrm flipH="1">
            <a:off x="9584820" y="394879"/>
            <a:ext cx="219707" cy="265744"/>
          </a:xfrm>
          <a:prstGeom prst="line">
            <a:avLst/>
          </a:prstGeom>
          <a:gradFill flip="none" rotWithShape="1">
            <a:gsLst>
              <a:gs pos="27000">
                <a:schemeClr val="accent1">
                  <a:lumMod val="10000"/>
                  <a:lumOff val="90000"/>
                </a:schemeClr>
              </a:gs>
              <a:gs pos="100000">
                <a:schemeClr val="accent2">
                  <a:lumMod val="17000"/>
                  <a:lumOff val="8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18" name="组合 117"/>
          <p:cNvGrpSpPr/>
          <p:nvPr/>
        </p:nvGrpSpPr>
        <p:grpSpPr>
          <a:xfrm>
            <a:off x="22860" y="993775"/>
            <a:ext cx="8005445" cy="1216025"/>
            <a:chOff x="749" y="1352"/>
            <a:chExt cx="12607" cy="1915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11691" cy="191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sz="36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j-lt"/>
                  <a:ea typeface="+mj-ea"/>
                </a:rPr>
                <a:t>未来计划</a:t>
              </a:r>
              <a:r>
                <a:rPr lang="en-US" altLang="zh-CN" sz="36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j-lt"/>
                  <a:ea typeface="+mj-ea"/>
                </a:rPr>
                <a:t>——</a:t>
              </a:r>
              <a:endParaRPr lang="zh-CN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j-lt"/>
                  <a:ea typeface="+mj-ea"/>
                </a:rPr>
                <a:t>基于机器学习的动态定价</a:t>
              </a:r>
              <a:endParaRPr lang="zh-CN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lt1">
                      <a:alpha val="50000"/>
                    </a:schemeClr>
                  </a:solidFill>
                </a:endParaRPr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lt1">
                      <a:alpha val="50000"/>
                    </a:schemeClr>
                  </a:solidFill>
                </a:endParaRPr>
              </a:p>
            </p:txBody>
          </p:sp>
        </p:grpSp>
      </p:grpSp>
      <p:sp>
        <p:nvSpPr>
          <p:cNvPr id="45" name="设计师康帅作品禁止倒卖14-2"/>
          <p:cNvSpPr/>
          <p:nvPr/>
        </p:nvSpPr>
        <p:spPr>
          <a:xfrm rot="19092022" flipV="1">
            <a:off x="-463928" y="-864156"/>
            <a:ext cx="14585455" cy="10654950"/>
          </a:xfrm>
          <a:prstGeom prst="swooshArrow">
            <a:avLst>
              <a:gd name="adj1" fmla="val 26748"/>
              <a:gd name="adj2" fmla="val 37948"/>
            </a:avLst>
          </a:prstGeom>
          <a:gradFill>
            <a:gsLst>
              <a:gs pos="45000">
                <a:schemeClr val="accent2"/>
              </a:gs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469900" dist="228600" dir="5400000" algn="t" rotWithShape="0">
              <a:schemeClr val="accent4">
                <a:alpha val="40000"/>
              </a:schemeClr>
            </a:outerShdw>
          </a:effectLst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HarmonyOS Sans SC"/>
              <a:cs typeface="+mn-cs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437515" y="2432050"/>
            <a:ext cx="2623820" cy="4379595"/>
            <a:chOff x="628471" y="2719343"/>
            <a:chExt cx="2706472" cy="3725003"/>
          </a:xfrm>
        </p:grpSpPr>
        <p:sp>
          <p:nvSpPr>
            <p:cNvPr id="82" name="矩形 81"/>
            <p:cNvSpPr/>
            <p:nvPr/>
          </p:nvSpPr>
          <p:spPr>
            <a:xfrm>
              <a:off x="635676" y="2922482"/>
              <a:ext cx="2415401" cy="3521864"/>
            </a:xfrm>
            <a:prstGeom prst="rect">
              <a:avLst/>
            </a:prstGeom>
            <a:solidFill>
              <a:srgbClr val="F6F8F8"/>
            </a:solidFill>
            <a:ln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  <p:sp>
          <p:nvSpPr>
            <p:cNvPr id="83" name="平行四边形 82"/>
            <p:cNvSpPr/>
            <p:nvPr/>
          </p:nvSpPr>
          <p:spPr>
            <a:xfrm>
              <a:off x="628471" y="2719343"/>
              <a:ext cx="2699267" cy="211682"/>
            </a:xfrm>
            <a:prstGeom prst="parallelogram">
              <a:avLst>
                <a:gd name="adj" fmla="val 126694"/>
              </a:avLst>
            </a:prstGeom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0"/>
            </a:gradFill>
            <a:ln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  <p:sp>
          <p:nvSpPr>
            <p:cNvPr id="84" name="平行四边形 83"/>
            <p:cNvSpPr/>
            <p:nvPr/>
          </p:nvSpPr>
          <p:spPr>
            <a:xfrm rot="16200000" flipH="1">
              <a:off x="1329406" y="4438809"/>
              <a:ext cx="3724900" cy="286173"/>
            </a:xfrm>
            <a:prstGeom prst="parallelogram">
              <a:avLst>
                <a:gd name="adj" fmla="val 72200"/>
              </a:avLst>
            </a:prstGeom>
            <a:gradFill>
              <a:gsLst>
                <a:gs pos="4587">
                  <a:schemeClr val="bg1"/>
                </a:gs>
                <a:gs pos="77000">
                  <a:schemeClr val="bg1"/>
                </a:gs>
                <a:gs pos="100000">
                  <a:schemeClr val="bg1">
                    <a:alpha val="50000"/>
                  </a:schemeClr>
                </a:gs>
              </a:gsLst>
              <a:lin ang="3000000" scaled="0"/>
            </a:gradFill>
            <a:ln>
              <a:gradFill>
                <a:gsLst>
                  <a:gs pos="0">
                    <a:schemeClr val="bg1">
                      <a:lumMod val="85000"/>
                    </a:schemeClr>
                  </a:gs>
                  <a:gs pos="90000">
                    <a:schemeClr val="bg1">
                      <a:lumMod val="85000"/>
                    </a:schemeClr>
                  </a:gs>
                </a:gsLst>
                <a:lin ang="0" scaled="0"/>
              </a:gradFill>
            </a:ln>
            <a:effectLst>
              <a:outerShdw blurRad="254000" dist="38100" sx="102000" sy="102000" algn="ctr" rotWithShape="0">
                <a:schemeClr val="bg1">
                  <a:lumMod val="65000"/>
                  <a:alpha val="39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  <p:sp>
          <p:nvSpPr>
            <p:cNvPr id="85" name="矩形: 圆角 23"/>
            <p:cNvSpPr/>
            <p:nvPr/>
          </p:nvSpPr>
          <p:spPr>
            <a:xfrm>
              <a:off x="833505" y="3192868"/>
              <a:ext cx="2090306" cy="53875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9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52400" dist="38100" dir="5400000" algn="t" rotWithShape="0">
                <a:srgbClr val="5F6B7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  ​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3459480" y="2008505"/>
            <a:ext cx="3025775" cy="4890770"/>
            <a:chOff x="5939098" y="1900418"/>
            <a:chExt cx="2793260" cy="4346425"/>
          </a:xfrm>
        </p:grpSpPr>
        <p:grpSp>
          <p:nvGrpSpPr>
            <p:cNvPr id="88" name="组合 87"/>
            <p:cNvGrpSpPr/>
            <p:nvPr/>
          </p:nvGrpSpPr>
          <p:grpSpPr>
            <a:xfrm>
              <a:off x="5939098" y="1900418"/>
              <a:ext cx="2793260" cy="4346425"/>
              <a:chOff x="5570437" y="1900418"/>
              <a:chExt cx="2793260" cy="4346425"/>
            </a:xfrm>
          </p:grpSpPr>
          <p:grpSp>
            <p:nvGrpSpPr>
              <p:cNvPr id="89" name="组合 88"/>
              <p:cNvGrpSpPr/>
              <p:nvPr/>
            </p:nvGrpSpPr>
            <p:grpSpPr>
              <a:xfrm>
                <a:off x="5747102" y="2160184"/>
                <a:ext cx="2616595" cy="4086659"/>
                <a:chOff x="635676" y="2708109"/>
                <a:chExt cx="2699267" cy="3736237"/>
              </a:xfrm>
            </p:grpSpPr>
            <p:sp>
              <p:nvSpPr>
                <p:cNvPr id="90" name="矩形 89"/>
                <p:cNvSpPr/>
                <p:nvPr/>
              </p:nvSpPr>
              <p:spPr>
                <a:xfrm>
                  <a:off x="635676" y="2922482"/>
                  <a:ext cx="2415401" cy="3521864"/>
                </a:xfrm>
                <a:prstGeom prst="rect">
                  <a:avLst/>
                </a:prstGeom>
                <a:solidFill>
                  <a:srgbClr val="F6F8F8"/>
                </a:solidFill>
                <a:ln>
                  <a:gradFill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/>
                    <a:ea typeface="思源黑体 CN Normal"/>
                    <a:cs typeface="+mn-cs"/>
                  </a:endParaRPr>
                </a:p>
              </p:txBody>
            </p:sp>
            <p:sp>
              <p:nvSpPr>
                <p:cNvPr id="91" name="平行四边形 90"/>
                <p:cNvSpPr/>
                <p:nvPr/>
              </p:nvSpPr>
              <p:spPr>
                <a:xfrm>
                  <a:off x="635676" y="2708109"/>
                  <a:ext cx="2699267" cy="211682"/>
                </a:xfrm>
                <a:prstGeom prst="parallelogram">
                  <a:avLst>
                    <a:gd name="adj" fmla="val 126694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n>
                  <a:gradFill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/>
                    <a:ea typeface="思源黑体 CN Normal"/>
                    <a:cs typeface="+mn-cs"/>
                  </a:endParaRPr>
                </a:p>
              </p:txBody>
            </p:sp>
            <p:sp>
              <p:nvSpPr>
                <p:cNvPr id="92" name="平行四边形 91"/>
                <p:cNvSpPr/>
                <p:nvPr/>
              </p:nvSpPr>
              <p:spPr>
                <a:xfrm rot="16200000" flipH="1">
                  <a:off x="1329406" y="4438809"/>
                  <a:ext cx="3724900" cy="286173"/>
                </a:xfrm>
                <a:prstGeom prst="parallelogram">
                  <a:avLst>
                    <a:gd name="adj" fmla="val 72200"/>
                  </a:avLst>
                </a:prstGeom>
                <a:gradFill>
                  <a:gsLst>
                    <a:gs pos="4587">
                      <a:schemeClr val="bg1"/>
                    </a:gs>
                    <a:gs pos="77000">
                      <a:schemeClr val="bg1"/>
                    </a:gs>
                    <a:gs pos="100000">
                      <a:schemeClr val="bg1">
                        <a:alpha val="50000"/>
                      </a:schemeClr>
                    </a:gs>
                  </a:gsLst>
                  <a:lin ang="3000000" scaled="0"/>
                </a:gradFill>
                <a:ln>
                  <a:gradFill>
                    <a:gsLst>
                      <a:gs pos="0">
                        <a:schemeClr val="bg1">
                          <a:lumMod val="85000"/>
                        </a:schemeClr>
                      </a:gs>
                      <a:gs pos="90000">
                        <a:schemeClr val="bg1">
                          <a:lumMod val="85000"/>
                        </a:schemeClr>
                      </a:gs>
                    </a:gsLst>
                    <a:lin ang="0" scaled="0"/>
                  </a:gradFill>
                </a:ln>
                <a:effectLst>
                  <a:outerShdw blurRad="254000" dist="38100" sx="102000" sy="102000" algn="ctr" rotWithShape="0">
                    <a:schemeClr val="bg1">
                      <a:lumMod val="65000"/>
                      <a:alpha val="3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/>
                    <a:ea typeface="思源黑体 CN Normal"/>
                    <a:cs typeface="+mn-cs"/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716849" y="3730809"/>
                  <a:ext cx="2152291" cy="3193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252095" indent="-215900" algn="just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400">
                      <a:latin typeface="+mn-ea"/>
                    </a:defRPr>
                  </a:lvl1pPr>
                </a:lstStyle>
                <a:p>
                  <a:pPr marL="252095" marR="0" lvl="0" indent="-21590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endPara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B1B1B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+mn-cs"/>
                    <a:sym typeface="OPPOSans M" panose="00020600040101010101" pitchFamily="18" charset="-122"/>
                  </a:endParaRPr>
                </a:p>
              </p:txBody>
            </p:sp>
          </p:grpSp>
          <p:sp>
            <p:nvSpPr>
              <p:cNvPr id="94" name="任意多边形: 形状 129"/>
              <p:cNvSpPr/>
              <p:nvPr/>
            </p:nvSpPr>
            <p:spPr>
              <a:xfrm rot="1115971" flipV="1">
                <a:off x="5570437" y="1900418"/>
                <a:ext cx="613733" cy="517207"/>
              </a:xfrm>
              <a:custGeom>
                <a:avLst/>
                <a:gdLst/>
                <a:ahLst/>
                <a:cxnLst/>
                <a:rect l="0" t="0" r="0" b="0"/>
                <a:pathLst>
                  <a:path w="6118911" h="5864040">
                    <a:moveTo>
                      <a:pt x="798466" y="44629"/>
                    </a:moveTo>
                    <a:cubicBezTo>
                      <a:pt x="620287" y="191328"/>
                      <a:pt x="491376" y="339313"/>
                      <a:pt x="395263" y="507489"/>
                    </a:cubicBezTo>
                    <a:cubicBezTo>
                      <a:pt x="246297" y="768147"/>
                      <a:pt x="179805" y="919475"/>
                      <a:pt x="88578" y="1205470"/>
                    </a:cubicBezTo>
                    <a:cubicBezTo>
                      <a:pt x="3633" y="1471767"/>
                      <a:pt x="0" y="2071727"/>
                      <a:pt x="81464" y="2380192"/>
                    </a:cubicBezTo>
                    <a:cubicBezTo>
                      <a:pt x="173764" y="2729692"/>
                      <a:pt x="229720" y="2879335"/>
                      <a:pt x="361625" y="3129431"/>
                    </a:cubicBezTo>
                    <a:cubicBezTo>
                      <a:pt x="733268" y="3834073"/>
                      <a:pt x="1342974" y="4392915"/>
                      <a:pt x="2189116" y="4804464"/>
                    </a:cubicBezTo>
                    <a:cubicBezTo>
                      <a:pt x="2535735" y="4973053"/>
                      <a:pt x="2925779" y="5116749"/>
                      <a:pt x="3218504" y="5183698"/>
                    </a:cubicBezTo>
                    <a:cubicBezTo>
                      <a:pt x="3450200" y="5236690"/>
                      <a:pt x="3739810" y="5286345"/>
                      <a:pt x="3935366" y="5306608"/>
                    </a:cubicBezTo>
                    <a:cubicBezTo>
                      <a:pt x="4015694" y="5314931"/>
                      <a:pt x="4086034" y="5326079"/>
                      <a:pt x="4091678" y="5331380"/>
                    </a:cubicBezTo>
                    <a:cubicBezTo>
                      <a:pt x="4097322" y="5336682"/>
                      <a:pt x="4030171" y="5451017"/>
                      <a:pt x="3942453" y="5585457"/>
                    </a:cubicBezTo>
                    <a:cubicBezTo>
                      <a:pt x="3797522" y="5807587"/>
                      <a:pt x="3764942" y="5864039"/>
                      <a:pt x="3792491" y="5845300"/>
                    </a:cubicBezTo>
                    <a:cubicBezTo>
                      <a:pt x="3797730" y="5841737"/>
                      <a:pt x="3924888" y="5785475"/>
                      <a:pt x="4075066" y="5720274"/>
                    </a:cubicBezTo>
                    <a:cubicBezTo>
                      <a:pt x="4513641" y="5529863"/>
                      <a:pt x="5864505" y="4937632"/>
                      <a:pt x="5954666" y="4896240"/>
                    </a:cubicBezTo>
                    <a:cubicBezTo>
                      <a:pt x="6000069" y="4875397"/>
                      <a:pt x="6052932" y="4856265"/>
                      <a:pt x="6072141" y="4853726"/>
                    </a:cubicBezTo>
                    <a:cubicBezTo>
                      <a:pt x="6113520" y="4848254"/>
                      <a:pt x="6118910" y="4815850"/>
                      <a:pt x="6080470" y="4803650"/>
                    </a:cubicBezTo>
                    <a:cubicBezTo>
                      <a:pt x="6065843" y="4799007"/>
                      <a:pt x="5992976" y="4765085"/>
                      <a:pt x="5918545" y="4728267"/>
                    </a:cubicBezTo>
                    <a:cubicBezTo>
                      <a:pt x="5844114" y="4691450"/>
                      <a:pt x="5754641" y="4648417"/>
                      <a:pt x="5719716" y="4632638"/>
                    </a:cubicBezTo>
                    <a:cubicBezTo>
                      <a:pt x="5684791" y="4616859"/>
                      <a:pt x="5570491" y="4563977"/>
                      <a:pt x="5465716" y="4515122"/>
                    </a:cubicBezTo>
                    <a:cubicBezTo>
                      <a:pt x="5360941" y="4466267"/>
                      <a:pt x="5092336" y="4341876"/>
                      <a:pt x="4868816" y="4238697"/>
                    </a:cubicBezTo>
                    <a:cubicBezTo>
                      <a:pt x="4645296" y="4135518"/>
                      <a:pt x="4405266" y="4024016"/>
                      <a:pt x="4335416" y="3990914"/>
                    </a:cubicBezTo>
                    <a:cubicBezTo>
                      <a:pt x="4210112" y="3931534"/>
                      <a:pt x="3925707" y="3807079"/>
                      <a:pt x="3915314" y="3807079"/>
                    </a:cubicBezTo>
                    <a:cubicBezTo>
                      <a:pt x="3894906" y="3807079"/>
                      <a:pt x="3926042" y="3870449"/>
                      <a:pt x="4037117" y="4054979"/>
                    </a:cubicBezTo>
                    <a:cubicBezTo>
                      <a:pt x="4107049" y="4171160"/>
                      <a:pt x="4160465" y="4272368"/>
                      <a:pt x="4155819" y="4279887"/>
                    </a:cubicBezTo>
                    <a:cubicBezTo>
                      <a:pt x="4144392" y="4298376"/>
                      <a:pt x="3721353" y="4283381"/>
                      <a:pt x="3528631" y="4257656"/>
                    </a:cubicBezTo>
                    <a:cubicBezTo>
                      <a:pt x="3021222" y="4189924"/>
                      <a:pt x="2714948" y="4119508"/>
                      <a:pt x="2360566" y="3989103"/>
                    </a:cubicBezTo>
                    <a:cubicBezTo>
                      <a:pt x="1630082" y="3720301"/>
                      <a:pt x="1048999" y="3281829"/>
                      <a:pt x="710968" y="2744354"/>
                    </a:cubicBezTo>
                    <a:cubicBezTo>
                      <a:pt x="436156" y="2307397"/>
                      <a:pt x="313363" y="1910647"/>
                      <a:pt x="312716" y="1457579"/>
                    </a:cubicBezTo>
                    <a:cubicBezTo>
                      <a:pt x="312455" y="1274861"/>
                      <a:pt x="316714" y="1229748"/>
                      <a:pt x="345979" y="1105260"/>
                    </a:cubicBezTo>
                    <a:cubicBezTo>
                      <a:pt x="444980" y="684128"/>
                      <a:pt x="591044" y="378811"/>
                      <a:pt x="818016" y="118565"/>
                    </a:cubicBezTo>
                    <a:cubicBezTo>
                      <a:pt x="863144" y="66823"/>
                      <a:pt x="900066" y="21178"/>
                      <a:pt x="900066" y="17133"/>
                    </a:cubicBezTo>
                    <a:cubicBezTo>
                      <a:pt x="900066" y="13088"/>
                      <a:pt x="890065" y="7033"/>
                      <a:pt x="877841" y="3678"/>
                    </a:cubicBezTo>
                    <a:cubicBezTo>
                      <a:pt x="864445" y="0"/>
                      <a:pt x="832913" y="16268"/>
                      <a:pt x="798466" y="446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6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OPPOSans R"/>
                  <a:cs typeface="+mn-cs"/>
                </a:endParaRPr>
              </a:p>
            </p:txBody>
          </p:sp>
          <p:sp>
            <p:nvSpPr>
              <p:cNvPr id="95" name="AutoShape 2" descr="PNG党政军警内的花瓣采集图片-灰色_风"/>
              <p:cNvSpPr>
                <a:spLocks noChangeAspect="1" noChangeArrowheads="1"/>
              </p:cNvSpPr>
              <p:nvPr/>
            </p:nvSpPr>
            <p:spPr bwMode="auto">
              <a:xfrm>
                <a:off x="5943600" y="3276600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/>
                  <a:ea typeface="思源黑体 CN Regular"/>
                  <a:cs typeface="+mn-cs"/>
                </a:endParaRPr>
              </a:p>
            </p:txBody>
          </p:sp>
        </p:grpSp>
        <p:sp>
          <p:nvSpPr>
            <p:cNvPr id="97" name="矩形: 圆角 27"/>
            <p:cNvSpPr/>
            <p:nvPr/>
          </p:nvSpPr>
          <p:spPr>
            <a:xfrm>
              <a:off x="6280728" y="2681468"/>
              <a:ext cx="2000250" cy="66167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9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52400" dist="38100" dir="5400000" algn="t" rotWithShape="0">
                <a:srgbClr val="5F6B7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5000">
                        <a:srgbClr val="FFAE41"/>
                      </a:gs>
                      <a:gs pos="75000">
                        <a:srgbClr val="FFDC7A"/>
                      </a:gs>
                      <a:gs pos="0">
                        <a:srgbClr val="FF6B2E"/>
                      </a:gs>
                      <a:gs pos="100000">
                        <a:srgbClr val="FFF6B6"/>
                      </a:gs>
                    </a:gsLst>
                    <a:lin ang="18900000" scaled="1"/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贝叶斯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5000">
                        <a:srgbClr val="FFAE41"/>
                      </a:gs>
                      <a:gs pos="75000">
                        <a:srgbClr val="FFDC7A"/>
                      </a:gs>
                      <a:gs pos="0">
                        <a:srgbClr val="FF6B2E"/>
                      </a:gs>
                      <a:gs pos="100000">
                        <a:srgbClr val="FFF6B6"/>
                      </a:gs>
                    </a:gsLst>
                    <a:lin ang="18900000" scaled="1"/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超参数优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5000">
                        <a:srgbClr val="FFAE41"/>
                      </a:gs>
                      <a:gs pos="75000">
                        <a:srgbClr val="FFDC7A"/>
                      </a:gs>
                      <a:gs pos="0">
                        <a:srgbClr val="FF6B2E"/>
                      </a:gs>
                      <a:gs pos="100000">
                        <a:srgbClr val="FFF6B6"/>
                      </a:gs>
                    </a:gsLst>
                    <a:lin ang="18900000" scaled="1"/>
                  </a:gra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化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631940" y="1975485"/>
            <a:ext cx="2747645" cy="4633595"/>
            <a:chOff x="8913881" y="1656638"/>
            <a:chExt cx="2747746" cy="4276419"/>
          </a:xfrm>
        </p:grpSpPr>
        <p:grpSp>
          <p:nvGrpSpPr>
            <p:cNvPr id="99" name="组合 98"/>
            <p:cNvGrpSpPr/>
            <p:nvPr/>
          </p:nvGrpSpPr>
          <p:grpSpPr>
            <a:xfrm>
              <a:off x="8913881" y="1656638"/>
              <a:ext cx="2747746" cy="4276419"/>
              <a:chOff x="8278445" y="1656638"/>
              <a:chExt cx="2747746" cy="4276419"/>
            </a:xfrm>
          </p:grpSpPr>
          <p:grpSp>
            <p:nvGrpSpPr>
              <p:cNvPr id="100" name="组合 99"/>
              <p:cNvGrpSpPr/>
              <p:nvPr/>
            </p:nvGrpSpPr>
            <p:grpSpPr>
              <a:xfrm>
                <a:off x="8409596" y="1846398"/>
                <a:ext cx="2616595" cy="4086659"/>
                <a:chOff x="635676" y="2708109"/>
                <a:chExt cx="2699267" cy="3736237"/>
              </a:xfrm>
            </p:grpSpPr>
            <p:sp>
              <p:nvSpPr>
                <p:cNvPr id="101" name="矩形 100"/>
                <p:cNvSpPr/>
                <p:nvPr/>
              </p:nvSpPr>
              <p:spPr>
                <a:xfrm>
                  <a:off x="635676" y="2922482"/>
                  <a:ext cx="2415401" cy="3521864"/>
                </a:xfrm>
                <a:prstGeom prst="rect">
                  <a:avLst/>
                </a:prstGeom>
                <a:solidFill>
                  <a:srgbClr val="F6F8F8"/>
                </a:solidFill>
                <a:ln>
                  <a:gradFill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/>
                    <a:ea typeface="思源黑体 CN Normal"/>
                    <a:cs typeface="+mn-cs"/>
                  </a:endParaRPr>
                </a:p>
              </p:txBody>
            </p:sp>
            <p:sp>
              <p:nvSpPr>
                <p:cNvPr id="102" name="平行四边形 101"/>
                <p:cNvSpPr/>
                <p:nvPr/>
              </p:nvSpPr>
              <p:spPr>
                <a:xfrm>
                  <a:off x="635676" y="2708109"/>
                  <a:ext cx="2699267" cy="211682"/>
                </a:xfrm>
                <a:prstGeom prst="parallelogram">
                  <a:avLst>
                    <a:gd name="adj" fmla="val 126694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n>
                  <a:gradFill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/>
                    <a:ea typeface="思源黑体 CN Normal"/>
                    <a:cs typeface="+mn-cs"/>
                  </a:endParaRPr>
                </a:p>
              </p:txBody>
            </p:sp>
            <p:sp>
              <p:nvSpPr>
                <p:cNvPr id="103" name="平行四边形 102"/>
                <p:cNvSpPr/>
                <p:nvPr/>
              </p:nvSpPr>
              <p:spPr>
                <a:xfrm rot="16200000" flipH="1">
                  <a:off x="1329406" y="4438809"/>
                  <a:ext cx="3724900" cy="286173"/>
                </a:xfrm>
                <a:prstGeom prst="parallelogram">
                  <a:avLst>
                    <a:gd name="adj" fmla="val 72200"/>
                  </a:avLst>
                </a:prstGeom>
                <a:gradFill>
                  <a:gsLst>
                    <a:gs pos="4587">
                      <a:schemeClr val="bg1"/>
                    </a:gs>
                    <a:gs pos="77000">
                      <a:schemeClr val="bg1"/>
                    </a:gs>
                    <a:gs pos="100000">
                      <a:schemeClr val="bg1">
                        <a:alpha val="50000"/>
                      </a:schemeClr>
                    </a:gs>
                  </a:gsLst>
                  <a:lin ang="3000000" scaled="0"/>
                </a:gradFill>
                <a:ln>
                  <a:gradFill>
                    <a:gsLst>
                      <a:gs pos="0">
                        <a:schemeClr val="bg1">
                          <a:lumMod val="85000"/>
                        </a:schemeClr>
                      </a:gs>
                      <a:gs pos="90000">
                        <a:schemeClr val="bg1">
                          <a:lumMod val="85000"/>
                        </a:schemeClr>
                      </a:gs>
                    </a:gsLst>
                    <a:lin ang="0" scaled="0"/>
                  </a:gradFill>
                </a:ln>
                <a:effectLst>
                  <a:outerShdw blurRad="254000" dist="38100" sx="102000" sy="102000" algn="ctr" rotWithShape="0">
                    <a:schemeClr val="bg1">
                      <a:lumMod val="65000"/>
                      <a:alpha val="3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/>
                    <a:ea typeface="思源黑体 CN Normal"/>
                    <a:cs typeface="+mn-cs"/>
                  </a:endParaRPr>
                </a:p>
              </p:txBody>
            </p:sp>
            <p:sp>
              <p:nvSpPr>
                <p:cNvPr id="104" name="文本框 103"/>
                <p:cNvSpPr txBox="1"/>
                <p:nvPr/>
              </p:nvSpPr>
              <p:spPr>
                <a:xfrm>
                  <a:off x="716849" y="3730809"/>
                  <a:ext cx="2152291" cy="3193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252095" indent="-215900" algn="just">
                    <a:lnSpc>
                      <a:spcPct val="12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400">
                      <a:latin typeface="+mn-ea"/>
                    </a:defRPr>
                  </a:lvl1pPr>
                </a:lstStyle>
                <a:p>
                  <a:pPr marL="252095" marR="0" lvl="0" indent="-21590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 typeface="Arial" panose="020B0604020202020204" pitchFamily="34" charset="0"/>
                    <a:buChar char="•"/>
                    <a:defRPr/>
                  </a:pPr>
                  <a:endPara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B1B1B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+mn-cs"/>
                    <a:sym typeface="OPPOSans M" panose="00020600040101010101" pitchFamily="18" charset="-122"/>
                  </a:endParaRPr>
                </a:p>
              </p:txBody>
            </p:sp>
          </p:grpSp>
          <p:sp>
            <p:nvSpPr>
              <p:cNvPr id="105" name="任意多边形: 形状 130"/>
              <p:cNvSpPr/>
              <p:nvPr/>
            </p:nvSpPr>
            <p:spPr>
              <a:xfrm rot="1115971" flipV="1">
                <a:off x="8278445" y="1656638"/>
                <a:ext cx="613733" cy="517207"/>
              </a:xfrm>
              <a:custGeom>
                <a:avLst/>
                <a:gdLst/>
                <a:ahLst/>
                <a:cxnLst/>
                <a:rect l="0" t="0" r="0" b="0"/>
                <a:pathLst>
                  <a:path w="6118911" h="5864040">
                    <a:moveTo>
                      <a:pt x="798466" y="44629"/>
                    </a:moveTo>
                    <a:cubicBezTo>
                      <a:pt x="620287" y="191328"/>
                      <a:pt x="491376" y="339313"/>
                      <a:pt x="395263" y="507489"/>
                    </a:cubicBezTo>
                    <a:cubicBezTo>
                      <a:pt x="246297" y="768147"/>
                      <a:pt x="179805" y="919475"/>
                      <a:pt x="88578" y="1205470"/>
                    </a:cubicBezTo>
                    <a:cubicBezTo>
                      <a:pt x="3633" y="1471767"/>
                      <a:pt x="0" y="2071727"/>
                      <a:pt x="81464" y="2380192"/>
                    </a:cubicBezTo>
                    <a:cubicBezTo>
                      <a:pt x="173764" y="2729692"/>
                      <a:pt x="229720" y="2879335"/>
                      <a:pt x="361625" y="3129431"/>
                    </a:cubicBezTo>
                    <a:cubicBezTo>
                      <a:pt x="733268" y="3834073"/>
                      <a:pt x="1342974" y="4392915"/>
                      <a:pt x="2189116" y="4804464"/>
                    </a:cubicBezTo>
                    <a:cubicBezTo>
                      <a:pt x="2535735" y="4973053"/>
                      <a:pt x="2925779" y="5116749"/>
                      <a:pt x="3218504" y="5183698"/>
                    </a:cubicBezTo>
                    <a:cubicBezTo>
                      <a:pt x="3450200" y="5236690"/>
                      <a:pt x="3739810" y="5286345"/>
                      <a:pt x="3935366" y="5306608"/>
                    </a:cubicBezTo>
                    <a:cubicBezTo>
                      <a:pt x="4015694" y="5314931"/>
                      <a:pt x="4086034" y="5326079"/>
                      <a:pt x="4091678" y="5331380"/>
                    </a:cubicBezTo>
                    <a:cubicBezTo>
                      <a:pt x="4097322" y="5336682"/>
                      <a:pt x="4030171" y="5451017"/>
                      <a:pt x="3942453" y="5585457"/>
                    </a:cubicBezTo>
                    <a:cubicBezTo>
                      <a:pt x="3797522" y="5807587"/>
                      <a:pt x="3764942" y="5864039"/>
                      <a:pt x="3792491" y="5845300"/>
                    </a:cubicBezTo>
                    <a:cubicBezTo>
                      <a:pt x="3797730" y="5841737"/>
                      <a:pt x="3924888" y="5785475"/>
                      <a:pt x="4075066" y="5720274"/>
                    </a:cubicBezTo>
                    <a:cubicBezTo>
                      <a:pt x="4513641" y="5529863"/>
                      <a:pt x="5864505" y="4937632"/>
                      <a:pt x="5954666" y="4896240"/>
                    </a:cubicBezTo>
                    <a:cubicBezTo>
                      <a:pt x="6000069" y="4875397"/>
                      <a:pt x="6052932" y="4856265"/>
                      <a:pt x="6072141" y="4853726"/>
                    </a:cubicBezTo>
                    <a:cubicBezTo>
                      <a:pt x="6113520" y="4848254"/>
                      <a:pt x="6118910" y="4815850"/>
                      <a:pt x="6080470" y="4803650"/>
                    </a:cubicBezTo>
                    <a:cubicBezTo>
                      <a:pt x="6065843" y="4799007"/>
                      <a:pt x="5992976" y="4765085"/>
                      <a:pt x="5918545" y="4728267"/>
                    </a:cubicBezTo>
                    <a:cubicBezTo>
                      <a:pt x="5844114" y="4691450"/>
                      <a:pt x="5754641" y="4648417"/>
                      <a:pt x="5719716" y="4632638"/>
                    </a:cubicBezTo>
                    <a:cubicBezTo>
                      <a:pt x="5684791" y="4616859"/>
                      <a:pt x="5570491" y="4563977"/>
                      <a:pt x="5465716" y="4515122"/>
                    </a:cubicBezTo>
                    <a:cubicBezTo>
                      <a:pt x="5360941" y="4466267"/>
                      <a:pt x="5092336" y="4341876"/>
                      <a:pt x="4868816" y="4238697"/>
                    </a:cubicBezTo>
                    <a:cubicBezTo>
                      <a:pt x="4645296" y="4135518"/>
                      <a:pt x="4405266" y="4024016"/>
                      <a:pt x="4335416" y="3990914"/>
                    </a:cubicBezTo>
                    <a:cubicBezTo>
                      <a:pt x="4210112" y="3931534"/>
                      <a:pt x="3925707" y="3807079"/>
                      <a:pt x="3915314" y="3807079"/>
                    </a:cubicBezTo>
                    <a:cubicBezTo>
                      <a:pt x="3894906" y="3807079"/>
                      <a:pt x="3926042" y="3870449"/>
                      <a:pt x="4037117" y="4054979"/>
                    </a:cubicBezTo>
                    <a:cubicBezTo>
                      <a:pt x="4107049" y="4171160"/>
                      <a:pt x="4160465" y="4272368"/>
                      <a:pt x="4155819" y="4279887"/>
                    </a:cubicBezTo>
                    <a:cubicBezTo>
                      <a:pt x="4144392" y="4298376"/>
                      <a:pt x="3721353" y="4283381"/>
                      <a:pt x="3528631" y="4257656"/>
                    </a:cubicBezTo>
                    <a:cubicBezTo>
                      <a:pt x="3021222" y="4189924"/>
                      <a:pt x="2714948" y="4119508"/>
                      <a:pt x="2360566" y="3989103"/>
                    </a:cubicBezTo>
                    <a:cubicBezTo>
                      <a:pt x="1630082" y="3720301"/>
                      <a:pt x="1048999" y="3281829"/>
                      <a:pt x="710968" y="2744354"/>
                    </a:cubicBezTo>
                    <a:cubicBezTo>
                      <a:pt x="436156" y="2307397"/>
                      <a:pt x="313363" y="1910647"/>
                      <a:pt x="312716" y="1457579"/>
                    </a:cubicBezTo>
                    <a:cubicBezTo>
                      <a:pt x="312455" y="1274861"/>
                      <a:pt x="316714" y="1229748"/>
                      <a:pt x="345979" y="1105260"/>
                    </a:cubicBezTo>
                    <a:cubicBezTo>
                      <a:pt x="444980" y="684128"/>
                      <a:pt x="591044" y="378811"/>
                      <a:pt x="818016" y="118565"/>
                    </a:cubicBezTo>
                    <a:cubicBezTo>
                      <a:pt x="863144" y="66823"/>
                      <a:pt x="900066" y="21178"/>
                      <a:pt x="900066" y="17133"/>
                    </a:cubicBezTo>
                    <a:cubicBezTo>
                      <a:pt x="900066" y="13088"/>
                      <a:pt x="890065" y="7033"/>
                      <a:pt x="877841" y="3678"/>
                    </a:cubicBezTo>
                    <a:cubicBezTo>
                      <a:pt x="864445" y="0"/>
                      <a:pt x="832913" y="16268"/>
                      <a:pt x="798466" y="446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6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OPPOSans R"/>
                  <a:cs typeface="+mn-cs"/>
                </a:endParaRPr>
              </a:p>
            </p:txBody>
          </p:sp>
        </p:grpSp>
        <p:sp>
          <p:nvSpPr>
            <p:cNvPr id="107" name="矩形: 圆角 29"/>
            <p:cNvSpPr/>
            <p:nvPr/>
          </p:nvSpPr>
          <p:spPr>
            <a:xfrm>
              <a:off x="9281546" y="2375458"/>
              <a:ext cx="2026285" cy="63309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</a:gradFill>
            <a:ln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9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52400" dist="38100" dir="5400000" algn="t" rotWithShape="0">
                <a:srgbClr val="5F6B7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rPr>
                <a:t>  ​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妈妈数黑体" pitchFamily="2" charset="-122"/>
                <a:ea typeface="阿里妈妈数黑体" pitchFamily="2" charset="-122"/>
                <a:cs typeface="+mn-cs"/>
                <a:sym typeface="阿里妈妈数黑体" pitchFamily="2" charset="-122"/>
              </a:endParaRPr>
            </a:p>
          </p:txBody>
        </p:sp>
      </p:grpSp>
      <p:sp>
        <p:nvSpPr>
          <p:cNvPr id="111" name="文本框 110"/>
          <p:cNvSpPr txBox="1"/>
          <p:nvPr/>
        </p:nvSpPr>
        <p:spPr>
          <a:xfrm>
            <a:off x="674370" y="3038475"/>
            <a:ext cx="2084705" cy="5835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1600" b="1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改进梯度提升树（</a:t>
            </a:r>
            <a:r>
              <a:rPr lang="en-US" altLang="zh-CN" sz="1600" b="1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GBDT</a:t>
            </a:r>
            <a:r>
              <a:rPr lang="zh-CN" altLang="en-US" sz="1600" b="1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）模型</a:t>
            </a:r>
            <a:endParaRPr lang="zh-CN" altLang="en-US" sz="1600" b="1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7139940" y="2897505"/>
            <a:ext cx="2961640" cy="3371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1600" b="1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单调性约束机制</a:t>
            </a:r>
            <a:endParaRPr lang="zh-CN" altLang="en-US" sz="1600" b="1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3714750" y="3833495"/>
            <a:ext cx="2290445" cy="18935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600">
                <a:solidFill>
                  <a:schemeClr val="accent3">
                    <a:lumMod val="75000"/>
                  </a:schemeClr>
                </a:solidFill>
              </a:rPr>
              <a:t>在连续空间内构建概率模型，自动、高效地搜索</a:t>
            </a:r>
            <a:r>
              <a:rPr lang="en-US" altLang="zh-CN" sz="1600">
                <a:solidFill>
                  <a:schemeClr val="accent3">
                    <a:lumMod val="75000"/>
                  </a:schemeClr>
                </a:solidFill>
              </a:rPr>
              <a:t>GBDT</a:t>
            </a:r>
            <a:r>
              <a:rPr lang="zh-CN" altLang="en-US" sz="1600">
                <a:solidFill>
                  <a:schemeClr val="accent3">
                    <a:lumMod val="75000"/>
                  </a:schemeClr>
                </a:solidFill>
              </a:rPr>
              <a:t>模型的最优超参数组合，显著提升模型性能与泛化能力</a:t>
            </a:r>
            <a:endParaRPr lang="zh-CN" altLang="en-US" sz="16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841490" y="3884930"/>
            <a:ext cx="2144395" cy="147383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600">
                <a:solidFill>
                  <a:schemeClr val="accent3">
                    <a:lumMod val="75000"/>
                  </a:schemeClr>
                </a:solidFill>
              </a:rPr>
              <a:t>对年龄、服役年限等关键变量施加单调性约束，确保模型预测符合“风险随年龄增长而增加”的医学先验知识，保证结果的业务合理性。</a:t>
            </a:r>
            <a:endParaRPr lang="zh-CN" altLang="en-US" sz="160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19"/>
          <a:srcRect l="9674" r="37812" b="46960"/>
          <a:stretch>
            <a:fillRect/>
          </a:stretch>
        </p:blipFill>
        <p:spPr>
          <a:xfrm>
            <a:off x="447040" y="4885055"/>
            <a:ext cx="2339340" cy="1926590"/>
          </a:xfrm>
          <a:prstGeom prst="rect">
            <a:avLst/>
          </a:prstGeom>
          <a:effectLst/>
        </p:spPr>
      </p:pic>
      <p:sp>
        <p:nvSpPr>
          <p:cNvPr id="122" name="文本框 121"/>
          <p:cNvSpPr txBox="1"/>
          <p:nvPr/>
        </p:nvSpPr>
        <p:spPr>
          <a:xfrm>
            <a:off x="704850" y="3771900"/>
            <a:ext cx="20542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Normal"/>
                <a:ea typeface="思源黑体 CN Normal"/>
                <a:sym typeface="+mn-ea"/>
              </a:rPr>
              <a:t>以年龄、兵种、服役年限等特征作为输入变量，模型通过多轮迭代优化，直接预测个体在未来年度内的疾病发生概率。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Normal"/>
              <a:ea typeface="思源黑体 CN Normal"/>
              <a:cs typeface="+mn-cs"/>
            </a:endParaRPr>
          </a:p>
          <a:p>
            <a:endParaRPr lang="zh-CN" altLang="en-US" sz="1400"/>
          </a:p>
        </p:txBody>
      </p:sp>
      <p:sp>
        <p:nvSpPr>
          <p:cNvPr id="123" name="文本框 122"/>
          <p:cNvSpPr txBox="1"/>
          <p:nvPr/>
        </p:nvSpPr>
        <p:spPr>
          <a:xfrm>
            <a:off x="9733280" y="1901190"/>
            <a:ext cx="2246630" cy="153924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以</a:t>
            </a:r>
            <a:r>
              <a:rPr lang="en-US" altLang="zh-CN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GBDT</a:t>
            </a:r>
            <a:r>
              <a:rPr lang="zh-CN" altLang="en-US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模型的超参数搜索范围作为输入空间，以模型在</a:t>
            </a:r>
            <a:r>
              <a:rPr lang="en-US" altLang="zh-CN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2024</a:t>
            </a:r>
            <a:r>
              <a:rPr lang="zh-CN" altLang="en-US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年退役军人</a:t>
            </a:r>
            <a:r>
              <a:rPr lang="zh-CN" altLang="en-US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数据测试集上的预测性能作为优化目标。迭代过程持续进行，直至找到使</a:t>
            </a:r>
            <a:r>
              <a:rPr lang="en-US" altLang="zh-CN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GBDT</a:t>
            </a:r>
            <a:r>
              <a:rPr lang="zh-CN" altLang="en-US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模型在</a:t>
            </a:r>
            <a:r>
              <a:rPr lang="en-US" altLang="zh-CN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2024</a:t>
            </a:r>
            <a:r>
              <a:rPr lang="zh-CN" altLang="en-US" sz="1600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年测试集上性能最优的超参数组合，最终输出最优超参数配置</a:t>
            </a:r>
            <a:endParaRPr lang="zh-CN" altLang="en-US" sz="1600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</a:endParaRPr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50615" y="5561330"/>
            <a:ext cx="2564765" cy="977265"/>
          </a:xfrm>
          <a:prstGeom prst="rect">
            <a:avLst/>
          </a:prstGeom>
          <a:ln w="12700" cmpd="sng">
            <a:noFill/>
            <a:prstDash val="sysDot"/>
          </a:ln>
          <a:effectLst/>
        </p:spPr>
      </p:pic>
    </p:spTree>
    <p:custDataLst>
      <p:tags r:id="rId2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6120000" y="5053965"/>
            <a:ext cx="5733415" cy="1238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lt1">
                <a:alpha val="70000"/>
              </a:schemeClr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7780" y="-105410"/>
            <a:ext cx="13439775" cy="6619240"/>
            <a:chOff x="1" y="1"/>
            <a:chExt cx="13439754" cy="8833413"/>
          </a:xfrm>
        </p:grpSpPr>
        <p:pic>
          <p:nvPicPr>
            <p:cNvPr id="160" name="图片 159"/>
            <p:cNvPicPr>
              <a:picLocks noChangeAspect="1"/>
            </p:cNvPicPr>
            <p:nvPr/>
          </p:nvPicPr>
          <p:blipFill>
            <a:blip r:embed="rId1"/>
            <a:srcRect l="1166" t="25263"/>
            <a:stretch>
              <a:fillRect/>
            </a:stretch>
          </p:blipFill>
          <p:spPr>
            <a:xfrm>
              <a:off x="1" y="1"/>
              <a:ext cx="12174415" cy="5125479"/>
            </a:xfrm>
            <a:custGeom>
              <a:avLst/>
              <a:gdLst>
                <a:gd name="connsiteX0" fmla="*/ 0 w 12174415"/>
                <a:gd name="connsiteY0" fmla="*/ 0 h 5125479"/>
                <a:gd name="connsiteX1" fmla="*/ 12174415 w 12174415"/>
                <a:gd name="connsiteY1" fmla="*/ 0 h 5125479"/>
                <a:gd name="connsiteX2" fmla="*/ 12174415 w 12174415"/>
                <a:gd name="connsiteY2" fmla="*/ 5125479 h 5125479"/>
                <a:gd name="connsiteX3" fmla="*/ 0 w 12174415"/>
                <a:gd name="connsiteY3" fmla="*/ 5125479 h 512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4415" h="5125479">
                  <a:moveTo>
                    <a:pt x="0" y="0"/>
                  </a:moveTo>
                  <a:lnTo>
                    <a:pt x="12174415" y="0"/>
                  </a:lnTo>
                  <a:lnTo>
                    <a:pt x="12174415" y="5125479"/>
                  </a:lnTo>
                  <a:lnTo>
                    <a:pt x="0" y="5125479"/>
                  </a:lnTo>
                  <a:close/>
                </a:path>
              </a:pathLst>
            </a:custGeom>
          </p:spPr>
        </p:pic>
        <p:pic>
          <p:nvPicPr>
            <p:cNvPr id="62" name="Picture 59"/>
            <p:cNvPicPr>
              <a:picLocks noChangeAspect="1"/>
            </p:cNvPicPr>
            <p:nvPr/>
          </p:nvPicPr>
          <p:blipFill>
            <a:blip r:embed="rId2">
              <a:alphaModFix amt="63000"/>
            </a:blip>
            <a:stretch>
              <a:fillRect/>
            </a:stretch>
          </p:blipFill>
          <p:spPr>
            <a:xfrm>
              <a:off x="2588845" y="3586999"/>
              <a:ext cx="10850910" cy="5246415"/>
            </a:xfrm>
            <a:prstGeom prst="rect">
              <a:avLst/>
            </a:prstGeom>
          </p:spPr>
        </p:pic>
      </p:grpSp>
      <p:pic>
        <p:nvPicPr>
          <p:cNvPr id="2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400" y="4602148"/>
            <a:ext cx="9936302" cy="2256048"/>
          </a:xfrm>
          <a:prstGeom prst="rect">
            <a:avLst/>
          </a:prstGeom>
        </p:spPr>
      </p:pic>
      <p:pic>
        <p:nvPicPr>
          <p:cNvPr id="10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67414" y="4558695"/>
            <a:ext cx="9936302" cy="2256048"/>
          </a:xfrm>
          <a:prstGeom prst="rect">
            <a:avLst/>
          </a:prstGeom>
        </p:spPr>
      </p:pic>
      <p:grpSp>
        <p:nvGrpSpPr>
          <p:cNvPr id="118" name="组合 117"/>
          <p:cNvGrpSpPr/>
          <p:nvPr/>
        </p:nvGrpSpPr>
        <p:grpSpPr>
          <a:xfrm>
            <a:off x="93345" y="201930"/>
            <a:ext cx="8005445" cy="589280"/>
            <a:chOff x="749" y="1352"/>
            <a:chExt cx="12607" cy="928"/>
          </a:xfrm>
        </p:grpSpPr>
        <p:sp>
          <p:nvSpPr>
            <p:cNvPr id="2099" name="文本占位符 1"/>
            <p:cNvSpPr txBox="1"/>
            <p:nvPr/>
          </p:nvSpPr>
          <p:spPr>
            <a:xfrm>
              <a:off x="1665" y="1352"/>
              <a:ext cx="11691" cy="9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sz="3600" b="1" dirty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+mj-lt"/>
                  <a:ea typeface="+mj-ea"/>
                </a:rPr>
                <a:t>研究心得</a:t>
              </a:r>
              <a:endParaRPr lang="zh-CN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</a:endParaRPr>
            </a:p>
          </p:txBody>
        </p:sp>
        <p:grpSp>
          <p:nvGrpSpPr>
            <p:cNvPr id="2100" name="组合 2099"/>
            <p:cNvGrpSpPr/>
            <p:nvPr/>
          </p:nvGrpSpPr>
          <p:grpSpPr>
            <a:xfrm>
              <a:off x="749" y="1413"/>
              <a:ext cx="869" cy="635"/>
              <a:chOff x="-1" y="853866"/>
              <a:chExt cx="878601" cy="642167"/>
            </a:xfrm>
          </p:grpSpPr>
          <p:sp>
            <p:nvSpPr>
              <p:cNvPr id="2101" name="流程图: 手动输入 2100"/>
              <p:cNvSpPr/>
              <p:nvPr userDrawn="1"/>
            </p:nvSpPr>
            <p:spPr>
              <a:xfrm rot="16200000" flipV="1">
                <a:off x="146692" y="764124"/>
                <a:ext cx="585216" cy="878601"/>
              </a:xfrm>
              <a:prstGeom prst="flowChartManualInpu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2" name="流程图: 手动输入 2101"/>
              <p:cNvSpPr/>
              <p:nvPr userDrawn="1"/>
            </p:nvSpPr>
            <p:spPr>
              <a:xfrm rot="16200000" flipV="1">
                <a:off x="114300" y="739566"/>
                <a:ext cx="585216" cy="813816"/>
              </a:xfrm>
              <a:prstGeom prst="flowChartManualInpu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11" name="下箭头 10"/>
          <p:cNvSpPr/>
          <p:nvPr/>
        </p:nvSpPr>
        <p:spPr>
          <a:xfrm>
            <a:off x="604520" y="1101090"/>
            <a:ext cx="7252970" cy="5203190"/>
          </a:xfrm>
          <a:prstGeom prst="downArrow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63500" dist="50800" dir="18900000">
              <a:prstClr val="black">
                <a:alpha val="50000"/>
              </a:prstClr>
            </a:innerShdw>
            <a:reflection blurRad="6350" stA="50000" endA="300" endPos="5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0070D6">
                        <a:lumMod val="40000"/>
                        <a:lumOff val="60000"/>
                      </a:srgbClr>
                    </a:gs>
                    <a:gs pos="100000">
                      <a:srgbClr val="0070D6">
                        <a:lumMod val="75000"/>
                      </a:srgbClr>
                    </a:gs>
                  </a:gsLst>
                  <a:lin ang="0" scaled="0"/>
                </a:gradFill>
              </a14:hiddenFill>
            </a:ext>
          </a:extLst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13305" y="1699260"/>
            <a:ext cx="3868420" cy="3887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文献</a:t>
            </a: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+</a:t>
            </a: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数据库</a:t>
            </a: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+</a:t>
            </a: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实地调研</a:t>
            </a:r>
            <a:endParaRPr lang="zh-CN" altLang="en-US" sz="2800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↓</a:t>
            </a:r>
            <a:endParaRPr lang="en-US" altLang="zh-CN" sz="2800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供需矛盾、费用缺口</a:t>
            </a:r>
            <a:endParaRPr lang="zh-CN" altLang="en-US" sz="2800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↓</a:t>
            </a:r>
            <a:endParaRPr lang="en-US" altLang="zh-CN" sz="2800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创新产品设计、费率测算</a:t>
            </a:r>
            <a:endParaRPr lang="zh-CN" altLang="en-US" sz="2800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sym typeface="+mn-ea"/>
              </a:rPr>
              <a:t>↓</a:t>
            </a:r>
            <a:endParaRPr lang="en-US" altLang="zh-CN" sz="2800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</a:rPr>
              <a:t>优化</a:t>
            </a:r>
            <a:r>
              <a:rPr lang="zh-CN" altLang="en-US" sz="28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</a:rPr>
              <a:t>完善</a:t>
            </a:r>
            <a:endParaRPr lang="zh-CN" altLang="en-US" sz="2800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</a:endParaRPr>
          </a:p>
          <a:p>
            <a:endParaRPr lang="zh-CN" altLang="en-US" sz="2800" b="1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88530" y="454025"/>
            <a:ext cx="4944745" cy="3151505"/>
          </a:xfrm>
          <a:prstGeom prst="rect">
            <a:avLst/>
          </a:prstGeom>
        </p:spPr>
        <p:txBody>
          <a:bodyPr wrap="square">
            <a:no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800">
                <a:ln w="15875"/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</a:rPr>
              <a:t>构建公平可持续的保障体系</a:t>
            </a:r>
            <a:endParaRPr lang="zh-CN" altLang="en-US" sz="2800">
              <a:ln w="15875"/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  <a:effectLst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zh-CN" altLang="en-US" sz="2800">
              <a:ln w="15875"/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  <a:effectLst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800">
                <a:ln w="15875"/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</a:rPr>
              <a:t>增强退役军人归属感与荣誉感</a:t>
            </a:r>
            <a:endParaRPr lang="zh-CN" altLang="en-US" sz="2800">
              <a:ln w="15875"/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  <a:effectLst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zh-CN" altLang="en-US" sz="2800">
              <a:ln w="15875"/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  <a:effectLst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800">
                <a:ln w="15875"/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</a:rPr>
              <a:t>探索社商融合创新路径</a:t>
            </a:r>
            <a:endParaRPr lang="zh-CN" altLang="en-US" sz="2800">
              <a:ln w="15875"/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  <a:effectLst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26125" y="4980940"/>
            <a:ext cx="6366510" cy="131064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/>
            <a:r>
              <a:rPr lang="zh-CN" altLang="en-US" sz="28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真正创新来源于对实际问题的深刻</a:t>
            </a:r>
            <a:r>
              <a:rPr lang="zh-CN" altLang="en-US" sz="28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endParaRPr lang="zh-CN" altLang="en-US" sz="2800" b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266700"/>
            <a:endParaRPr lang="zh-CN" altLang="en-US" sz="2800" b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266700"/>
            <a:r>
              <a:rPr lang="zh-CN" altLang="en-US" sz="2800" b="1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以学促行：用专业知识回应社会需求</a:t>
            </a:r>
            <a:endParaRPr lang="zh-CN" altLang="en-US" sz="2800" b="1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五角星 2"/>
          <p:cNvSpPr/>
          <p:nvPr/>
        </p:nvSpPr>
        <p:spPr>
          <a:xfrm>
            <a:off x="11716385" y="5878830"/>
            <a:ext cx="475615" cy="412750"/>
          </a:xfrm>
          <a:prstGeom prst="star5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</p:spPr>
        <p:txBody>
          <a:bodyPr wrap="square" rtlCol="0" anchor="ctr">
            <a:noAutofit/>
          </a:bodyPr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-19532" y="0"/>
            <a:ext cx="6139097" cy="6906484"/>
          </a:xfrm>
          <a:prstGeom prst="rect">
            <a:avLst/>
          </a:prstGeom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5245" y="0"/>
            <a:ext cx="6139097" cy="6906484"/>
          </a:xfrm>
          <a:prstGeom prst="rect">
            <a:avLst/>
          </a:prstGeom>
        </p:spPr>
      </p:pic>
      <p:pic>
        <p:nvPicPr>
          <p:cNvPr id="142" name="PA-图片 1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" t="8724" r="9739" b="11882"/>
          <a:stretch>
            <a:fillRect/>
          </a:stretch>
        </p:blipFill>
        <p:spPr bwMode="auto">
          <a:xfrm flipH="1">
            <a:off x="-19532" y="-21740"/>
            <a:ext cx="12192000" cy="6725558"/>
          </a:xfrm>
          <a:custGeom>
            <a:avLst/>
            <a:gdLst>
              <a:gd name="connsiteX0" fmla="*/ 12192000 w 12192000"/>
              <a:gd name="connsiteY0" fmla="*/ 0 h 6725558"/>
              <a:gd name="connsiteX1" fmla="*/ 0 w 12192000"/>
              <a:gd name="connsiteY1" fmla="*/ 0 h 6725558"/>
              <a:gd name="connsiteX2" fmla="*/ 0 w 12192000"/>
              <a:gd name="connsiteY2" fmla="*/ 6725558 h 6725558"/>
              <a:gd name="connsiteX3" fmla="*/ 12192000 w 12192000"/>
              <a:gd name="connsiteY3" fmla="*/ 6725558 h 6725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25558">
                <a:moveTo>
                  <a:pt x="12192000" y="0"/>
                </a:moveTo>
                <a:lnTo>
                  <a:pt x="0" y="0"/>
                </a:lnTo>
                <a:lnTo>
                  <a:pt x="0" y="6725558"/>
                </a:lnTo>
                <a:lnTo>
                  <a:pt x="12192000" y="672555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A-图片 13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" t="8724" r="9739" b="11882"/>
          <a:stretch>
            <a:fillRect/>
          </a:stretch>
        </p:blipFill>
        <p:spPr bwMode="auto">
          <a:xfrm>
            <a:off x="40570" y="0"/>
            <a:ext cx="12192000" cy="6725558"/>
          </a:xfrm>
          <a:custGeom>
            <a:avLst/>
            <a:gdLst>
              <a:gd name="connsiteX0" fmla="*/ 12192000 w 12192000"/>
              <a:gd name="connsiteY0" fmla="*/ 0 h 6725558"/>
              <a:gd name="connsiteX1" fmla="*/ 0 w 12192000"/>
              <a:gd name="connsiteY1" fmla="*/ 0 h 6725558"/>
              <a:gd name="connsiteX2" fmla="*/ 0 w 12192000"/>
              <a:gd name="connsiteY2" fmla="*/ 6725558 h 6725558"/>
              <a:gd name="connsiteX3" fmla="*/ 12192000 w 12192000"/>
              <a:gd name="connsiteY3" fmla="*/ 6725558 h 6725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25558">
                <a:moveTo>
                  <a:pt x="12192000" y="0"/>
                </a:moveTo>
                <a:lnTo>
                  <a:pt x="0" y="0"/>
                </a:lnTo>
                <a:lnTo>
                  <a:pt x="0" y="6725558"/>
                </a:lnTo>
                <a:lnTo>
                  <a:pt x="12192000" y="672555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5"/>
          <a:srcRect b="14109"/>
          <a:stretch>
            <a:fillRect/>
          </a:stretch>
        </p:blipFill>
        <p:spPr>
          <a:xfrm>
            <a:off x="1625463" y="1923655"/>
            <a:ext cx="8680420" cy="4963106"/>
          </a:xfrm>
          <a:custGeom>
            <a:avLst/>
            <a:gdLst>
              <a:gd name="connsiteX0" fmla="*/ 0 w 9400723"/>
              <a:gd name="connsiteY0" fmla="*/ 0 h 5374945"/>
              <a:gd name="connsiteX1" fmla="*/ 9400723 w 9400723"/>
              <a:gd name="connsiteY1" fmla="*/ 0 h 5374945"/>
              <a:gd name="connsiteX2" fmla="*/ 9400723 w 9400723"/>
              <a:gd name="connsiteY2" fmla="*/ 5374945 h 5374945"/>
              <a:gd name="connsiteX3" fmla="*/ 0 w 9400723"/>
              <a:gd name="connsiteY3" fmla="*/ 5374945 h 537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00723" h="5374945">
                <a:moveTo>
                  <a:pt x="0" y="0"/>
                </a:moveTo>
                <a:lnTo>
                  <a:pt x="9400723" y="0"/>
                </a:lnTo>
                <a:lnTo>
                  <a:pt x="9400723" y="5374945"/>
                </a:lnTo>
                <a:lnTo>
                  <a:pt x="0" y="5374945"/>
                </a:lnTo>
                <a:close/>
              </a:path>
            </a:pathLst>
          </a:custGeom>
        </p:spPr>
      </p:pic>
      <p:pic>
        <p:nvPicPr>
          <p:cNvPr id="85" name="Picture 1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3975" y="3563079"/>
            <a:ext cx="9936302" cy="3323692"/>
          </a:xfrm>
          <a:prstGeom prst="rect">
            <a:avLst/>
          </a:prstGeom>
        </p:spPr>
      </p:pic>
      <p:pic>
        <p:nvPicPr>
          <p:cNvPr id="86" name="Picture 1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-67414" y="3578681"/>
            <a:ext cx="9936302" cy="3323692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24933" flipH="1" flipV="1">
            <a:off x="-2533934" y="598960"/>
            <a:ext cx="6606451" cy="1811074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75067" flipV="1">
            <a:off x="8012721" y="626284"/>
            <a:ext cx="6606451" cy="1811074"/>
          </a:xfrm>
          <a:prstGeom prst="rect">
            <a:avLst/>
          </a:prstGeom>
        </p:spPr>
      </p:pic>
      <p:pic>
        <p:nvPicPr>
          <p:cNvPr id="2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04" y="38979"/>
            <a:ext cx="9870443" cy="2442935"/>
          </a:xfrm>
          <a:prstGeom prst="rect">
            <a:avLst/>
          </a:prstGeom>
        </p:spPr>
      </p:pic>
      <p:grpSp>
        <p:nvGrpSpPr>
          <p:cNvPr id="92" name="组合 91"/>
          <p:cNvGrpSpPr/>
          <p:nvPr/>
        </p:nvGrpSpPr>
        <p:grpSpPr>
          <a:xfrm>
            <a:off x="1977000" y="416341"/>
            <a:ext cx="9195217" cy="4932640"/>
            <a:chOff x="1819916" y="51376"/>
            <a:chExt cx="9195217" cy="4932640"/>
          </a:xfrm>
        </p:grpSpPr>
        <p:grpSp>
          <p:nvGrpSpPr>
            <p:cNvPr id="8" name="组合 7"/>
            <p:cNvGrpSpPr/>
            <p:nvPr/>
          </p:nvGrpSpPr>
          <p:grpSpPr>
            <a:xfrm>
              <a:off x="2265616" y="51376"/>
              <a:ext cx="8734369" cy="3802350"/>
              <a:chOff x="2705034" y="519568"/>
              <a:chExt cx="8040675" cy="3802350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3053969" y="519568"/>
                <a:ext cx="7691740" cy="3068955"/>
                <a:chOff x="-6134294" y="8824695"/>
                <a:chExt cx="10427062" cy="3068955"/>
              </a:xfrm>
            </p:grpSpPr>
            <p:sp>
              <p:nvSpPr>
                <p:cNvPr id="80" name="文本框 79"/>
                <p:cNvSpPr txBox="1"/>
                <p:nvPr/>
              </p:nvSpPr>
              <p:spPr>
                <a:xfrm>
                  <a:off x="-6134294" y="9694010"/>
                  <a:ext cx="10427062" cy="219964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3700" b="0" i="0" u="none" strike="noStrike" kern="1200" cap="none" spc="300" normalizeH="0" baseline="0" noProof="0" dirty="0">
                      <a:ln w="41275">
                        <a:noFill/>
                      </a:ln>
                      <a:gradFill>
                        <a:gsLst>
                          <a:gs pos="85000">
                            <a:srgbClr val="44C1A3">
                              <a:lumMod val="60000"/>
                              <a:lumOff val="40000"/>
                            </a:srgbClr>
                          </a:gs>
                          <a:gs pos="23000">
                            <a:prstClr val="white"/>
                          </a:gs>
                        </a:gsLst>
                        <a:lin ang="5400000" scaled="1"/>
                      </a:gradFill>
                      <a:effectLst/>
                      <a:uLnTx/>
                      <a:uFillTx/>
                      <a:latin typeface="演示新手书" panose="00000500000000000000" pitchFamily="2" charset="-122"/>
                      <a:ea typeface="演示新手书" panose="00000500000000000000" pitchFamily="2" charset="-122"/>
                      <a:cs typeface="OPPOSans B" panose="00020600040101010101" pitchFamily="18" charset="-122"/>
                    </a:rPr>
                    <a:t>Thank you</a:t>
                  </a:r>
                  <a:endParaRPr kumimoji="0" lang="en-US" altLang="zh-CN" sz="13700" b="0" i="0" u="none" strike="noStrike" kern="1200" cap="none" spc="300" normalizeH="0" baseline="0" noProof="0" dirty="0">
                    <a:ln w="41275">
                      <a:noFill/>
                    </a:ln>
                    <a:gradFill>
                      <a:gsLst>
                        <a:gs pos="85000">
                          <a:srgbClr val="44C1A3">
                            <a:lumMod val="60000"/>
                            <a:lumOff val="40000"/>
                          </a:srgbClr>
                        </a:gs>
                        <a:gs pos="23000">
                          <a:prstClr val="whit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演示新手书" panose="00000500000000000000" pitchFamily="2" charset="-122"/>
                    <a:ea typeface="演示新手书" panose="00000500000000000000" pitchFamily="2" charset="-122"/>
                    <a:cs typeface="OPPOSans B" panose="00020600040101010101" pitchFamily="18" charset="-122"/>
                  </a:endParaRPr>
                </a:p>
              </p:txBody>
            </p:sp>
            <p:sp>
              <p:nvSpPr>
                <p:cNvPr id="82" name="文本框 81"/>
                <p:cNvSpPr txBox="1"/>
                <p:nvPr/>
              </p:nvSpPr>
              <p:spPr>
                <a:xfrm>
                  <a:off x="-2322127" y="8824695"/>
                  <a:ext cx="386716" cy="219964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700" b="0" i="0" u="none" strike="noStrike" kern="1200" cap="none" spc="300" normalizeH="0" baseline="0" noProof="0" dirty="0">
                    <a:ln w="41275">
                      <a:noFill/>
                    </a:ln>
                    <a:gradFill>
                      <a:gsLst>
                        <a:gs pos="85000">
                          <a:srgbClr val="44C1A3">
                            <a:lumMod val="60000"/>
                            <a:lumOff val="40000"/>
                          </a:srgbClr>
                        </a:gs>
                        <a:gs pos="23000">
                          <a:prstClr val="whit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演示新手书" panose="00000500000000000000" pitchFamily="2" charset="-122"/>
                    <a:ea typeface="演示新手书" panose="00000500000000000000" pitchFamily="2" charset="-122"/>
                    <a:cs typeface="OPPOSans B" panose="00020600040101010101" pitchFamily="18" charset="-122"/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-703676" y="8824695"/>
                  <a:ext cx="386716" cy="219964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700" b="0" i="0" u="none" strike="noStrike" kern="1200" cap="none" spc="300" normalizeH="0" baseline="0" noProof="0" dirty="0">
                    <a:ln w="41275">
                      <a:noFill/>
                    </a:ln>
                    <a:gradFill>
                      <a:gsLst>
                        <a:gs pos="85000">
                          <a:srgbClr val="44C1A3">
                            <a:lumMod val="60000"/>
                            <a:lumOff val="40000"/>
                          </a:srgbClr>
                        </a:gs>
                        <a:gs pos="23000">
                          <a:prstClr val="whit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演示新手书" panose="00000500000000000000" pitchFamily="2" charset="-122"/>
                    <a:ea typeface="演示新手书" panose="00000500000000000000" pitchFamily="2" charset="-122"/>
                    <a:cs typeface="OPPOSans B" panose="00020600040101010101" pitchFamily="18" charset="-122"/>
                  </a:endParaRPr>
                </a:p>
              </p:txBody>
            </p:sp>
            <p:sp>
              <p:nvSpPr>
                <p:cNvPr id="84" name="文本框 83"/>
                <p:cNvSpPr txBox="1"/>
                <p:nvPr/>
              </p:nvSpPr>
              <p:spPr>
                <a:xfrm>
                  <a:off x="494901" y="8900966"/>
                  <a:ext cx="386716" cy="219964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700" b="0" i="0" u="none" strike="noStrike" kern="1200" cap="none" spc="300" normalizeH="0" baseline="0" noProof="0" dirty="0">
                    <a:ln w="41275">
                      <a:noFill/>
                    </a:ln>
                    <a:gradFill>
                      <a:gsLst>
                        <a:gs pos="85000">
                          <a:srgbClr val="44C1A3">
                            <a:lumMod val="60000"/>
                            <a:lumOff val="40000"/>
                          </a:srgbClr>
                        </a:gs>
                        <a:gs pos="23000">
                          <a:prstClr val="whit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演示新手书" panose="00000500000000000000" pitchFamily="2" charset="-122"/>
                    <a:ea typeface="演示新手书" panose="00000500000000000000" pitchFamily="2" charset="-122"/>
                    <a:cs typeface="OPPOSans B" panose="00020600040101010101" pitchFamily="18" charset="-122"/>
                  </a:endParaRPr>
                </a:p>
              </p:txBody>
            </p:sp>
          </p:grpSp>
          <p:sp>
            <p:nvSpPr>
              <p:cNvPr id="73" name="文本框 72"/>
              <p:cNvSpPr txBox="1"/>
              <p:nvPr/>
            </p:nvSpPr>
            <p:spPr>
              <a:xfrm>
                <a:off x="2705034" y="1883261"/>
                <a:ext cx="285269" cy="219964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700" b="0" i="0" u="none" strike="noStrike" kern="1200" cap="none" spc="300" normalizeH="0" baseline="0" noProof="0" dirty="0">
                  <a:ln w="41275">
                    <a:noFill/>
                  </a:ln>
                  <a:gradFill>
                    <a:gsLst>
                      <a:gs pos="85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OPPOSans B" panose="00020600040101010101" pitchFamily="18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3818844" y="1929901"/>
                <a:ext cx="285269" cy="219964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700" b="0" i="0" u="none" strike="noStrike" kern="1200" cap="none" spc="300" normalizeH="0" baseline="0" noProof="0" dirty="0">
                  <a:ln w="41275">
                    <a:noFill/>
                  </a:ln>
                  <a:gradFill>
                    <a:gsLst>
                      <a:gs pos="85000">
                        <a:srgbClr val="44C1A3">
                          <a:lumMod val="60000"/>
                          <a:lumOff val="40000"/>
                        </a:srgbClr>
                      </a:gs>
                      <a:gs pos="23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演示新手书" panose="00000500000000000000" pitchFamily="2" charset="-122"/>
                  <a:ea typeface="演示新手书" panose="00000500000000000000" pitchFamily="2" charset="-122"/>
                  <a:cs typeface="OPPOSans B" panose="00020600040101010101" pitchFamily="18" charset="-122"/>
                </a:endParaRPr>
              </a:p>
            </p:txBody>
          </p:sp>
          <p:grpSp>
            <p:nvGrpSpPr>
              <p:cNvPr id="75" name="组合 74"/>
              <p:cNvGrpSpPr/>
              <p:nvPr/>
            </p:nvGrpSpPr>
            <p:grpSpPr>
              <a:xfrm>
                <a:off x="5038002" y="1966529"/>
                <a:ext cx="3900378" cy="2355389"/>
                <a:chOff x="5124765" y="1941795"/>
                <a:chExt cx="4536070" cy="2355389"/>
              </a:xfrm>
            </p:grpSpPr>
            <p:sp>
              <p:nvSpPr>
                <p:cNvPr id="76" name="文本框 75"/>
                <p:cNvSpPr txBox="1"/>
                <p:nvPr/>
              </p:nvSpPr>
              <p:spPr>
                <a:xfrm>
                  <a:off x="5124765" y="2011676"/>
                  <a:ext cx="331763" cy="219964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700" b="0" i="0" u="none" strike="noStrike" kern="1200" cap="none" spc="300" normalizeH="0" baseline="0" noProof="0" dirty="0">
                    <a:ln w="41275">
                      <a:noFill/>
                    </a:ln>
                    <a:gradFill>
                      <a:gsLst>
                        <a:gs pos="85000">
                          <a:srgbClr val="44C1A3">
                            <a:lumMod val="60000"/>
                            <a:lumOff val="40000"/>
                          </a:srgbClr>
                        </a:gs>
                        <a:gs pos="23000">
                          <a:prstClr val="whit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演示新手书" panose="00000500000000000000" pitchFamily="2" charset="-122"/>
                    <a:ea typeface="演示新手书" panose="00000500000000000000" pitchFamily="2" charset="-122"/>
                    <a:cs typeface="OPPOSans B" panose="00020600040101010101" pitchFamily="18" charset="-122"/>
                  </a:endParaRPr>
                </a:p>
              </p:txBody>
            </p:sp>
            <p:sp>
              <p:nvSpPr>
                <p:cNvPr id="77" name="文本框 76"/>
                <p:cNvSpPr txBox="1"/>
                <p:nvPr/>
              </p:nvSpPr>
              <p:spPr>
                <a:xfrm>
                  <a:off x="6494834" y="1941795"/>
                  <a:ext cx="331763" cy="232283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500" b="0" i="0" u="none" strike="noStrike" kern="1200" cap="none" spc="300" normalizeH="0" baseline="0" noProof="0" dirty="0">
                    <a:ln w="41275">
                      <a:noFill/>
                    </a:ln>
                    <a:gradFill>
                      <a:gsLst>
                        <a:gs pos="85000">
                          <a:srgbClr val="44C1A3">
                            <a:lumMod val="60000"/>
                            <a:lumOff val="40000"/>
                          </a:srgbClr>
                        </a:gs>
                        <a:gs pos="23000">
                          <a:prstClr val="whit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演示新手书" panose="00000500000000000000" pitchFamily="2" charset="-122"/>
                    <a:ea typeface="演示新手书" panose="00000500000000000000" pitchFamily="2" charset="-122"/>
                    <a:cs typeface="OPPOSans B" panose="00020600040101010101" pitchFamily="18" charset="-122"/>
                  </a:endParaRPr>
                </a:p>
              </p:txBody>
            </p:sp>
            <p:sp>
              <p:nvSpPr>
                <p:cNvPr id="78" name="文本框 77"/>
                <p:cNvSpPr txBox="1"/>
                <p:nvPr/>
              </p:nvSpPr>
              <p:spPr>
                <a:xfrm>
                  <a:off x="7877547" y="2097544"/>
                  <a:ext cx="331763" cy="219964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700" b="0" i="0" u="none" strike="noStrike" kern="1200" cap="none" spc="300" normalizeH="0" baseline="0" noProof="0" dirty="0">
                    <a:ln w="41275">
                      <a:noFill/>
                    </a:ln>
                    <a:gradFill>
                      <a:gsLst>
                        <a:gs pos="85000">
                          <a:srgbClr val="44C1A3">
                            <a:lumMod val="60000"/>
                            <a:lumOff val="40000"/>
                          </a:srgbClr>
                        </a:gs>
                        <a:gs pos="23000">
                          <a:prstClr val="whit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演示新手书" panose="00000500000000000000" pitchFamily="2" charset="-122"/>
                    <a:ea typeface="演示新手书" panose="00000500000000000000" pitchFamily="2" charset="-122"/>
                    <a:cs typeface="OPPOSans B" panose="00020600040101010101" pitchFamily="18" charset="-122"/>
                  </a:endParaRPr>
                </a:p>
              </p:txBody>
            </p:sp>
            <p:sp>
              <p:nvSpPr>
                <p:cNvPr id="79" name="文本框 78"/>
                <p:cNvSpPr txBox="1"/>
                <p:nvPr/>
              </p:nvSpPr>
              <p:spPr>
                <a:xfrm>
                  <a:off x="9329072" y="2201466"/>
                  <a:ext cx="331763" cy="184531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400" b="0" i="0" u="none" strike="noStrike" kern="1200" cap="none" spc="300" normalizeH="0" baseline="0" noProof="0" dirty="0">
                    <a:ln w="41275">
                      <a:noFill/>
                    </a:ln>
                    <a:gradFill>
                      <a:gsLst>
                        <a:gs pos="85000">
                          <a:srgbClr val="44C1A3">
                            <a:lumMod val="60000"/>
                            <a:lumOff val="40000"/>
                          </a:srgbClr>
                        </a:gs>
                        <a:gs pos="23000">
                          <a:prstClr val="white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演示新手书" panose="00000500000000000000" pitchFamily="2" charset="-122"/>
                    <a:ea typeface="演示新手书" panose="00000500000000000000" pitchFamily="2" charset="-122"/>
                    <a:cs typeface="OPPOSans B" panose="00020600040101010101" pitchFamily="18" charset="-122"/>
                  </a:endParaRPr>
                </a:p>
              </p:txBody>
            </p:sp>
          </p:grpSp>
        </p:grp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3104241" y="-263884"/>
              <a:ext cx="1007909" cy="2256000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5110649" y="249549"/>
              <a:ext cx="643231" cy="1439742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8508120" y="256366"/>
              <a:ext cx="728096" cy="1629695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3095517" y="1259147"/>
              <a:ext cx="728096" cy="1629695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4221334" y="1489480"/>
              <a:ext cx="728096" cy="1629695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8003761" y="1711719"/>
              <a:ext cx="728096" cy="1629695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9373754" y="1884497"/>
              <a:ext cx="728096" cy="1629695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t="24405" b="17763"/>
            <a:stretch>
              <a:fillRect/>
            </a:stretch>
          </p:blipFill>
          <p:spPr>
            <a:xfrm rot="5400000">
              <a:off x="6736821" y="2076182"/>
              <a:ext cx="463485" cy="1037418"/>
            </a:xfrm>
            <a:custGeom>
              <a:avLst/>
              <a:gdLst>
                <a:gd name="connsiteX0" fmla="*/ 0 w 5444200"/>
                <a:gd name="connsiteY0" fmla="*/ 0 h 3152023"/>
                <a:gd name="connsiteX1" fmla="*/ 5444200 w 5444200"/>
                <a:gd name="connsiteY1" fmla="*/ 0 h 3152023"/>
                <a:gd name="connsiteX2" fmla="*/ 5444200 w 5444200"/>
                <a:gd name="connsiteY2" fmla="*/ 3152023 h 3152023"/>
                <a:gd name="connsiteX3" fmla="*/ 0 w 5444200"/>
                <a:gd name="connsiteY3" fmla="*/ 3152023 h 315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4200" h="3152023">
                  <a:moveTo>
                    <a:pt x="0" y="0"/>
                  </a:moveTo>
                  <a:lnTo>
                    <a:pt x="5444200" y="0"/>
                  </a:lnTo>
                  <a:lnTo>
                    <a:pt x="5444200" y="3152023"/>
                  </a:lnTo>
                  <a:lnTo>
                    <a:pt x="0" y="3152023"/>
                  </a:lnTo>
                  <a:close/>
                </a:path>
              </a:pathLst>
            </a:custGeom>
            <a:effectLst/>
          </p:spPr>
        </p:pic>
        <p:grpSp>
          <p:nvGrpSpPr>
            <p:cNvPr id="90" name="组合 89"/>
            <p:cNvGrpSpPr/>
            <p:nvPr/>
          </p:nvGrpSpPr>
          <p:grpSpPr>
            <a:xfrm>
              <a:off x="1819916" y="3597707"/>
              <a:ext cx="9195217" cy="1386309"/>
              <a:chOff x="1819916" y="4017056"/>
              <a:chExt cx="9195217" cy="1386309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3615199" y="5038725"/>
                <a:ext cx="1742817" cy="364640"/>
                <a:chOff x="3615199" y="5038725"/>
                <a:chExt cx="1742817" cy="364640"/>
              </a:xfrm>
            </p:grpSpPr>
            <p:sp>
              <p:nvSpPr>
                <p:cNvPr id="70" name="文本框 69"/>
                <p:cNvSpPr txBox="1"/>
                <p:nvPr/>
              </p:nvSpPr>
              <p:spPr>
                <a:xfrm>
                  <a:off x="3615199" y="5057290"/>
                  <a:ext cx="327660" cy="346075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100584" tIns="50292" rIns="100584" bIns="50292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16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+mn-cs"/>
                    <a:sym typeface="OPPOSans M" panose="00020600040101010101" pitchFamily="18" charset="-122"/>
                  </a:endParaRPr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4685276" y="5038725"/>
                  <a:ext cx="672740" cy="346075"/>
                </a:xfrm>
                <a:prstGeom prst="rect">
                  <a:avLst/>
                </a:prstGeom>
                <a:noFill/>
                <a:effectLst/>
              </p:spPr>
              <p:txBody>
                <a:bodyPr wrap="square" lIns="100584" tIns="50292" rIns="100584" bIns="50292" rtlCol="0">
                  <a:spAutoFit/>
                </a:bodyPr>
                <a:lstStyle/>
                <a:p>
                  <a:pPr marL="0" marR="0" lvl="0" indent="0" algn="dist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B" panose="00020600040101010101" pitchFamily="18" charset="-122"/>
                    <a:sym typeface="OPPOSans M" panose="00020600040101010101" pitchFamily="18" charset="-122"/>
                  </a:endParaRPr>
                </a:p>
              </p:txBody>
            </p:sp>
          </p:grpSp>
          <p:sp>
            <p:nvSpPr>
              <p:cNvPr id="47" name="矩形 46"/>
              <p:cNvSpPr/>
              <p:nvPr/>
            </p:nvSpPr>
            <p:spPr>
              <a:xfrm>
                <a:off x="2424631" y="4017056"/>
                <a:ext cx="7377518" cy="665748"/>
              </a:xfrm>
              <a:prstGeom prst="rect">
                <a:avLst/>
              </a:prstGeom>
              <a:gradFill flip="none" rotWithShape="1">
                <a:gsLst>
                  <a:gs pos="86782">
                    <a:schemeClr val="accent5">
                      <a:lumMod val="40000"/>
                      <a:lumOff val="60000"/>
                      <a:alpha val="0"/>
                    </a:schemeClr>
                  </a:gs>
                  <a:gs pos="0">
                    <a:schemeClr val="accent5">
                      <a:lumMod val="40000"/>
                      <a:lumOff val="60000"/>
                      <a:alpha val="0"/>
                    </a:schemeClr>
                  </a:gs>
                  <a:gs pos="51000">
                    <a:schemeClr val="accent1">
                      <a:lumMod val="75000"/>
                      <a:alpha val="42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8" name="文本框 4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370586" y="4062141"/>
                <a:ext cx="6777990" cy="5321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102445" tIns="51223" rIns="102445" bIns="51223" rtlCol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3000">
                          <a:prstClr val="white"/>
                        </a:gs>
                        <a:gs pos="92000">
                          <a:srgbClr val="99CB38">
                            <a:lumMod val="20000"/>
                            <a:lumOff val="80000"/>
                          </a:srgbClr>
                        </a:gs>
                      </a:gsLst>
                      <a:lin ang="5400000" scaled="0"/>
                    </a:gradFill>
                    <a:effectLst>
                      <a:outerShdw blurRad="213128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阿里妈妈数黑体" pitchFamily="2" charset="-122"/>
                    <a:ea typeface="阿里妈妈数黑体" pitchFamily="2" charset="-122"/>
                    <a:cs typeface="+mn-cs"/>
                    <a:sym typeface="阿里妈妈数黑体" pitchFamily="2" charset="-122"/>
                  </a:rPr>
                  <a:t>努力为退役军人构建社商融合的医保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3000">
                          <a:prstClr val="white"/>
                        </a:gs>
                        <a:gs pos="92000">
                          <a:srgbClr val="99CB38">
                            <a:lumMod val="20000"/>
                            <a:lumOff val="80000"/>
                          </a:srgbClr>
                        </a:gs>
                      </a:gsLst>
                      <a:lin ang="5400000" scaled="0"/>
                    </a:gradFill>
                    <a:effectLst>
                      <a:outerShdw blurRad="213128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阿里妈妈数黑体" pitchFamily="2" charset="-122"/>
                    <a:ea typeface="阿里妈妈数黑体" pitchFamily="2" charset="-122"/>
                    <a:cs typeface="+mn-cs"/>
                    <a:sym typeface="阿里妈妈数黑体" pitchFamily="2" charset="-122"/>
                  </a:rPr>
                  <a:t>体系！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3000">
                        <a:prstClr val="white"/>
                      </a:gs>
                      <a:gs pos="92000">
                        <a:srgbClr val="99CB38">
                          <a:lumMod val="20000"/>
                          <a:lumOff val="80000"/>
                        </a:srgbClr>
                      </a:gs>
                    </a:gsLst>
                    <a:lin ang="5400000" scaled="0"/>
                  </a:gradFill>
                  <a:effectLst>
                    <a:outerShdw blurRad="213128" sx="102000" sy="102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阿里妈妈数黑体" pitchFamily="2" charset="-122"/>
                  <a:ea typeface="阿里妈妈数黑体" pitchFamily="2" charset="-122"/>
                  <a:cs typeface="+mn-cs"/>
                  <a:sym typeface="阿里妈妈数黑体" pitchFamily="2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1819916" y="4036728"/>
                <a:ext cx="9195217" cy="0"/>
              </a:xfrm>
              <a:prstGeom prst="line">
                <a:avLst/>
              </a:prstGeom>
              <a:ln w="22225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47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1819916" y="4682804"/>
                <a:ext cx="9195217" cy="0"/>
              </a:xfrm>
              <a:prstGeom prst="line">
                <a:avLst/>
              </a:prstGeom>
              <a:ln w="2540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47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组合 50"/>
              <p:cNvGrpSpPr/>
              <p:nvPr/>
            </p:nvGrpSpPr>
            <p:grpSpPr>
              <a:xfrm rot="16200000">
                <a:off x="3468661" y="4157683"/>
                <a:ext cx="450349" cy="333930"/>
                <a:chOff x="2492304" y="2822879"/>
                <a:chExt cx="649193" cy="301383"/>
              </a:xfrm>
            </p:grpSpPr>
            <p:sp>
              <p:nvSpPr>
                <p:cNvPr id="55" name="任意形状 268"/>
                <p:cNvSpPr/>
                <p:nvPr/>
              </p:nvSpPr>
              <p:spPr>
                <a:xfrm rot="10800000" flipH="1">
                  <a:off x="2492304" y="2822879"/>
                  <a:ext cx="649193" cy="237017"/>
                </a:xfrm>
                <a:custGeom>
                  <a:avLst/>
                  <a:gdLst>
                    <a:gd name="connsiteX0" fmla="*/ 732665 w 1457604"/>
                    <a:gd name="connsiteY0" fmla="*/ 0 h 715059"/>
                    <a:gd name="connsiteX1" fmla="*/ 728802 w 1457604"/>
                    <a:gd name="connsiteY1" fmla="*/ 3771 h 715059"/>
                    <a:gd name="connsiteX2" fmla="*/ 724939 w 1457604"/>
                    <a:gd name="connsiteY2" fmla="*/ 0 h 715059"/>
                    <a:gd name="connsiteX3" fmla="*/ 724921 w 1457604"/>
                    <a:gd name="connsiteY3" fmla="*/ 7558 h 715059"/>
                    <a:gd name="connsiteX4" fmla="*/ 0 w 1457604"/>
                    <a:gd name="connsiteY4" fmla="*/ 715059 h 715059"/>
                    <a:gd name="connsiteX5" fmla="*/ 728802 w 1457604"/>
                    <a:gd name="connsiteY5" fmla="*/ 483764 h 715059"/>
                    <a:gd name="connsiteX6" fmla="*/ 1457604 w 1457604"/>
                    <a:gd name="connsiteY6" fmla="*/ 715059 h 715059"/>
                    <a:gd name="connsiteX7" fmla="*/ 732683 w 1457604"/>
                    <a:gd name="connsiteY7" fmla="*/ 7558 h 715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57604" h="715059">
                      <a:moveTo>
                        <a:pt x="732665" y="0"/>
                      </a:moveTo>
                      <a:lnTo>
                        <a:pt x="728802" y="3771"/>
                      </a:lnTo>
                      <a:lnTo>
                        <a:pt x="724939" y="0"/>
                      </a:lnTo>
                      <a:lnTo>
                        <a:pt x="724921" y="7558"/>
                      </a:lnTo>
                      <a:lnTo>
                        <a:pt x="0" y="715059"/>
                      </a:lnTo>
                      <a:lnTo>
                        <a:pt x="728802" y="483764"/>
                      </a:lnTo>
                      <a:lnTo>
                        <a:pt x="1457604" y="715059"/>
                      </a:lnTo>
                      <a:lnTo>
                        <a:pt x="732683" y="7558"/>
                      </a:lnTo>
                      <a:close/>
                    </a:path>
                  </a:pathLst>
                </a:custGeom>
                <a:gradFill flip="none" rotWithShape="1">
                  <a:gsLst>
                    <a:gs pos="89000">
                      <a:schemeClr val="accent4">
                        <a:lumMod val="60000"/>
                        <a:lumOff val="40000"/>
                      </a:schemeClr>
                    </a:gs>
                    <a:gs pos="0">
                      <a:schemeClr val="accent4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56" name="任意形状 291"/>
                <p:cNvSpPr/>
                <p:nvPr/>
              </p:nvSpPr>
              <p:spPr>
                <a:xfrm rot="10800000" flipH="1">
                  <a:off x="2631185" y="2988654"/>
                  <a:ext cx="371432" cy="135608"/>
                </a:xfrm>
                <a:custGeom>
                  <a:avLst/>
                  <a:gdLst>
                    <a:gd name="connsiteX0" fmla="*/ 732665 w 1457604"/>
                    <a:gd name="connsiteY0" fmla="*/ 0 h 715059"/>
                    <a:gd name="connsiteX1" fmla="*/ 728802 w 1457604"/>
                    <a:gd name="connsiteY1" fmla="*/ 3771 h 715059"/>
                    <a:gd name="connsiteX2" fmla="*/ 724939 w 1457604"/>
                    <a:gd name="connsiteY2" fmla="*/ 0 h 715059"/>
                    <a:gd name="connsiteX3" fmla="*/ 724921 w 1457604"/>
                    <a:gd name="connsiteY3" fmla="*/ 7558 h 715059"/>
                    <a:gd name="connsiteX4" fmla="*/ 0 w 1457604"/>
                    <a:gd name="connsiteY4" fmla="*/ 715059 h 715059"/>
                    <a:gd name="connsiteX5" fmla="*/ 728802 w 1457604"/>
                    <a:gd name="connsiteY5" fmla="*/ 483764 h 715059"/>
                    <a:gd name="connsiteX6" fmla="*/ 1457604 w 1457604"/>
                    <a:gd name="connsiteY6" fmla="*/ 715059 h 715059"/>
                    <a:gd name="connsiteX7" fmla="*/ 732683 w 1457604"/>
                    <a:gd name="connsiteY7" fmla="*/ 7558 h 715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57604" h="715059">
                      <a:moveTo>
                        <a:pt x="732665" y="0"/>
                      </a:moveTo>
                      <a:lnTo>
                        <a:pt x="728802" y="3771"/>
                      </a:lnTo>
                      <a:lnTo>
                        <a:pt x="724939" y="0"/>
                      </a:lnTo>
                      <a:lnTo>
                        <a:pt x="724921" y="7558"/>
                      </a:lnTo>
                      <a:lnTo>
                        <a:pt x="0" y="715059"/>
                      </a:lnTo>
                      <a:lnTo>
                        <a:pt x="728802" y="483764"/>
                      </a:lnTo>
                      <a:lnTo>
                        <a:pt x="1457604" y="715059"/>
                      </a:lnTo>
                      <a:lnTo>
                        <a:pt x="732683" y="7558"/>
                      </a:lnTo>
                      <a:close/>
                    </a:path>
                  </a:pathLst>
                </a:custGeom>
                <a:gradFill flip="none" rotWithShape="1">
                  <a:gsLst>
                    <a:gs pos="89000">
                      <a:schemeClr val="accent4">
                        <a:lumMod val="60000"/>
                        <a:lumOff val="40000"/>
                      </a:schemeClr>
                    </a:gs>
                    <a:gs pos="0">
                      <a:schemeClr val="accent4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 rot="5400000" flipH="1">
                <a:off x="7859851" y="4157684"/>
                <a:ext cx="450349" cy="333930"/>
                <a:chOff x="2492304" y="2822879"/>
                <a:chExt cx="649193" cy="301383"/>
              </a:xfrm>
            </p:grpSpPr>
            <p:sp>
              <p:nvSpPr>
                <p:cNvPr id="53" name="任意形状 268"/>
                <p:cNvSpPr/>
                <p:nvPr/>
              </p:nvSpPr>
              <p:spPr>
                <a:xfrm rot="10800000" flipH="1">
                  <a:off x="2492304" y="2822879"/>
                  <a:ext cx="649193" cy="237017"/>
                </a:xfrm>
                <a:custGeom>
                  <a:avLst/>
                  <a:gdLst>
                    <a:gd name="connsiteX0" fmla="*/ 732665 w 1457604"/>
                    <a:gd name="connsiteY0" fmla="*/ 0 h 715059"/>
                    <a:gd name="connsiteX1" fmla="*/ 728802 w 1457604"/>
                    <a:gd name="connsiteY1" fmla="*/ 3771 h 715059"/>
                    <a:gd name="connsiteX2" fmla="*/ 724939 w 1457604"/>
                    <a:gd name="connsiteY2" fmla="*/ 0 h 715059"/>
                    <a:gd name="connsiteX3" fmla="*/ 724921 w 1457604"/>
                    <a:gd name="connsiteY3" fmla="*/ 7558 h 715059"/>
                    <a:gd name="connsiteX4" fmla="*/ 0 w 1457604"/>
                    <a:gd name="connsiteY4" fmla="*/ 715059 h 715059"/>
                    <a:gd name="connsiteX5" fmla="*/ 728802 w 1457604"/>
                    <a:gd name="connsiteY5" fmla="*/ 483764 h 715059"/>
                    <a:gd name="connsiteX6" fmla="*/ 1457604 w 1457604"/>
                    <a:gd name="connsiteY6" fmla="*/ 715059 h 715059"/>
                    <a:gd name="connsiteX7" fmla="*/ 732683 w 1457604"/>
                    <a:gd name="connsiteY7" fmla="*/ 7558 h 715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57604" h="715059">
                      <a:moveTo>
                        <a:pt x="732665" y="0"/>
                      </a:moveTo>
                      <a:lnTo>
                        <a:pt x="728802" y="3771"/>
                      </a:lnTo>
                      <a:lnTo>
                        <a:pt x="724939" y="0"/>
                      </a:lnTo>
                      <a:lnTo>
                        <a:pt x="724921" y="7558"/>
                      </a:lnTo>
                      <a:lnTo>
                        <a:pt x="0" y="715059"/>
                      </a:lnTo>
                      <a:lnTo>
                        <a:pt x="728802" y="483764"/>
                      </a:lnTo>
                      <a:lnTo>
                        <a:pt x="1457604" y="715059"/>
                      </a:lnTo>
                      <a:lnTo>
                        <a:pt x="732683" y="7558"/>
                      </a:lnTo>
                      <a:close/>
                    </a:path>
                  </a:pathLst>
                </a:custGeom>
                <a:gradFill flip="none" rotWithShape="1">
                  <a:gsLst>
                    <a:gs pos="89000">
                      <a:schemeClr val="accent4">
                        <a:lumMod val="60000"/>
                        <a:lumOff val="40000"/>
                      </a:schemeClr>
                    </a:gs>
                    <a:gs pos="0">
                      <a:schemeClr val="accent4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  <p:sp>
              <p:nvSpPr>
                <p:cNvPr id="54" name="任意形状 291"/>
                <p:cNvSpPr/>
                <p:nvPr/>
              </p:nvSpPr>
              <p:spPr>
                <a:xfrm rot="10800000" flipH="1">
                  <a:off x="2631185" y="2988654"/>
                  <a:ext cx="371432" cy="135608"/>
                </a:xfrm>
                <a:custGeom>
                  <a:avLst/>
                  <a:gdLst>
                    <a:gd name="connsiteX0" fmla="*/ 732665 w 1457604"/>
                    <a:gd name="connsiteY0" fmla="*/ 0 h 715059"/>
                    <a:gd name="connsiteX1" fmla="*/ 728802 w 1457604"/>
                    <a:gd name="connsiteY1" fmla="*/ 3771 h 715059"/>
                    <a:gd name="connsiteX2" fmla="*/ 724939 w 1457604"/>
                    <a:gd name="connsiteY2" fmla="*/ 0 h 715059"/>
                    <a:gd name="connsiteX3" fmla="*/ 724921 w 1457604"/>
                    <a:gd name="connsiteY3" fmla="*/ 7558 h 715059"/>
                    <a:gd name="connsiteX4" fmla="*/ 0 w 1457604"/>
                    <a:gd name="connsiteY4" fmla="*/ 715059 h 715059"/>
                    <a:gd name="connsiteX5" fmla="*/ 728802 w 1457604"/>
                    <a:gd name="connsiteY5" fmla="*/ 483764 h 715059"/>
                    <a:gd name="connsiteX6" fmla="*/ 1457604 w 1457604"/>
                    <a:gd name="connsiteY6" fmla="*/ 715059 h 715059"/>
                    <a:gd name="connsiteX7" fmla="*/ 732683 w 1457604"/>
                    <a:gd name="connsiteY7" fmla="*/ 7558 h 715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57604" h="715059">
                      <a:moveTo>
                        <a:pt x="732665" y="0"/>
                      </a:moveTo>
                      <a:lnTo>
                        <a:pt x="728802" y="3771"/>
                      </a:lnTo>
                      <a:lnTo>
                        <a:pt x="724939" y="0"/>
                      </a:lnTo>
                      <a:lnTo>
                        <a:pt x="724921" y="7558"/>
                      </a:lnTo>
                      <a:lnTo>
                        <a:pt x="0" y="715059"/>
                      </a:lnTo>
                      <a:lnTo>
                        <a:pt x="728802" y="483764"/>
                      </a:lnTo>
                      <a:lnTo>
                        <a:pt x="1457604" y="715059"/>
                      </a:lnTo>
                      <a:lnTo>
                        <a:pt x="732683" y="7558"/>
                      </a:lnTo>
                      <a:close/>
                    </a:path>
                  </a:pathLst>
                </a:custGeom>
                <a:gradFill flip="none" rotWithShape="1">
                  <a:gsLst>
                    <a:gs pos="89000">
                      <a:schemeClr val="accent4">
                        <a:lumMod val="60000"/>
                        <a:lumOff val="40000"/>
                      </a:schemeClr>
                    </a:gs>
                    <a:gs pos="0">
                      <a:schemeClr val="accent4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TEXTZ '" val="0"/>
  <p:tag name="TEXTSHADOWSIZE" val="102"/>
</p:tagLst>
</file>

<file path=ppt/tags/tag4.xml><?xml version="1.0" encoding="utf-8"?>
<p:tagLst xmlns:p="http://schemas.openxmlformats.org/presentationml/2006/main">
  <p:tag name="ISLIDE.ICON" val="#90858;#90858;#380063;"/>
</p:tagLst>
</file>

<file path=ppt/tags/tag5.xml><?xml version="1.0" encoding="utf-8"?>
<p:tagLst xmlns:p="http://schemas.openxmlformats.org/presentationml/2006/main">
  <p:tag name="PA" val="v5.2.11"/>
</p:tagLst>
</file>

<file path=ppt/tags/tag6.xml><?xml version="1.0" encoding="utf-8"?>
<p:tagLst xmlns:p="http://schemas.openxmlformats.org/presentationml/2006/main">
  <p:tag name="PA" val="v5.2.11"/>
</p:tagLst>
</file>

<file path=ppt/tags/tag7.xml><?xml version="1.0" encoding="utf-8"?>
<p:tagLst xmlns:p="http://schemas.openxmlformats.org/presentationml/2006/main">
  <p:tag name="PA" val="v5.2.11"/>
</p:tagLst>
</file>

<file path=ppt/tags/tag8.xml><?xml version="1.0" encoding="utf-8"?>
<p:tagLst xmlns:p="http://schemas.openxmlformats.org/presentationml/2006/main">
  <p:tag name="PA" val="v5.2.11"/>
</p:tagLst>
</file>

<file path=ppt/tags/tag9.xml><?xml version="1.0" encoding="utf-8"?>
<p:tagLst xmlns:p="http://schemas.openxmlformats.org/presentationml/2006/main">
  <p:tag name="PA" val="v5.2.11"/>
</p:tagLst>
</file>

<file path=ppt/tags/tag10.xml><?xml version="1.0" encoding="utf-8"?>
<p:tagLst xmlns:p="http://schemas.openxmlformats.org/presentationml/2006/main">
  <p:tag name="PA" val="v5.2.11"/>
</p:tagLst>
</file>

<file path=ppt/tags/tag11.xml><?xml version="1.0" encoding="utf-8"?>
<p:tagLst xmlns:p="http://schemas.openxmlformats.org/presentationml/2006/main">
  <p:tag name="PA" val="v5.2.11"/>
</p:tagLst>
</file>

<file path=ppt/tags/tag12.xml><?xml version="1.0" encoding="utf-8"?>
<p:tagLst xmlns:p="http://schemas.openxmlformats.org/presentationml/2006/main">
  <p:tag name="PA" val="v5.2.11"/>
</p:tagLst>
</file>

<file path=ppt/tags/tag13.xml><?xml version="1.0" encoding="utf-8"?>
<p:tagLst xmlns:p="http://schemas.openxmlformats.org/presentationml/2006/main">
  <p:tag name="PA" val="v5.2.11"/>
</p:tagLst>
</file>

<file path=ppt/tags/tag14.xml><?xml version="1.0" encoding="utf-8"?>
<p:tagLst xmlns:p="http://schemas.openxmlformats.org/presentationml/2006/main">
  <p:tag name="PA" val="v5.2.11"/>
</p:tagLst>
</file>

<file path=ppt/tags/tag15.xml><?xml version="1.0" encoding="utf-8"?>
<p:tagLst xmlns:p="http://schemas.openxmlformats.org/presentationml/2006/main">
  <p:tag name="PA" val="v5.2.11"/>
</p:tagLst>
</file>

<file path=ppt/tags/tag16.xml><?xml version="1.0" encoding="utf-8"?>
<p:tagLst xmlns:p="http://schemas.openxmlformats.org/presentationml/2006/main">
  <p:tag name="PA" val="v5.2.11"/>
</p:tagLst>
</file>

<file path=ppt/tags/tag17.xml><?xml version="1.0" encoding="utf-8"?>
<p:tagLst xmlns:p="http://schemas.openxmlformats.org/presentationml/2006/main">
  <p:tag name="PA" val="v5.2.11"/>
</p:tagLst>
</file>

<file path=ppt/tags/tag18.xml><?xml version="1.0" encoding="utf-8"?>
<p:tagLst xmlns:p="http://schemas.openxmlformats.org/presentationml/2006/main">
  <p:tag name="PA" val="v5.2.11"/>
</p:tagLst>
</file>

<file path=ppt/tags/tag19.xml><?xml version="1.0" encoding="utf-8"?>
<p:tagLst xmlns:p="http://schemas.openxmlformats.org/presentationml/2006/main">
  <p:tag name="PA" val="v5.2.11"/>
</p:tagLst>
</file>

<file path=ppt/tags/tag20.xml><?xml version="1.0" encoding="utf-8"?>
<p:tagLst xmlns:p="http://schemas.openxmlformats.org/presentationml/2006/main">
  <p:tag name="KSO_WM_DIAGRAM_VIRTUALLY_FRAME" val="{&quot;height&quot;:259.3,&quot;left&quot;:34.4,&quot;top&quot;:142.65,&quot;width&quot;:428.1}"/>
</p:tagLst>
</file>

<file path=ppt/tags/tag21.xml><?xml version="1.0" encoding="utf-8"?>
<p:tagLst xmlns:p="http://schemas.openxmlformats.org/presentationml/2006/main">
  <p:tag name="KSO_WM_DIAGRAM_VIRTUALLY_FRAME" val="{&quot;height&quot;:259.3,&quot;left&quot;:34.4,&quot;top&quot;:142.65,&quot;width&quot;:428.1}"/>
</p:tagLst>
</file>

<file path=ppt/tags/tag22.xml><?xml version="1.0" encoding="utf-8"?>
<p:tagLst xmlns:p="http://schemas.openxmlformats.org/presentationml/2006/main">
  <p:tag name="KSO_WM_DIAGRAM_VIRTUALLY_FRAME" val="{&quot;height&quot;:259.3,&quot;left&quot;:34.4,&quot;top&quot;:142.65,&quot;width&quot;:428.1}"/>
</p:tagLst>
</file>

<file path=ppt/tags/tag23.xml><?xml version="1.0" encoding="utf-8"?>
<p:tagLst xmlns:p="http://schemas.openxmlformats.org/presentationml/2006/main">
  <p:tag name="KSO_WM_DIAGRAM_VIRTUALLY_FRAME" val="{&quot;height&quot;:259.3,&quot;left&quot;:34.4,&quot;top&quot;:142.65,&quot;width&quot;:428.1}"/>
</p:tagLst>
</file>

<file path=ppt/tags/tag24.xml><?xml version="1.0" encoding="utf-8"?>
<p:tagLst xmlns:p="http://schemas.openxmlformats.org/presentationml/2006/main">
  <p:tag name="KSO_WM_DIAGRAM_VIRTUALLY_FRAME" val="{&quot;height&quot;:259.3,&quot;left&quot;:34.4,&quot;top&quot;:142.65,&quot;width&quot;:428.1}"/>
</p:tagLst>
</file>

<file path=ppt/tags/tag25.xml><?xml version="1.0" encoding="utf-8"?>
<p:tagLst xmlns:p="http://schemas.openxmlformats.org/presentationml/2006/main">
  <p:tag name="KSO_WM_DIAGRAM_VIRTUALLY_FRAME" val="{&quot;height&quot;:259.3,&quot;left&quot;:34.4,&quot;top&quot;:142.65,&quot;width&quot;:428.1}"/>
</p:tagLst>
</file>

<file path=ppt/tags/tag26.xml><?xml version="1.0" encoding="utf-8"?>
<p:tagLst xmlns:p="http://schemas.openxmlformats.org/presentationml/2006/main">
  <p:tag name="ISLIDE.ICON" val="#90858;#90858;#380063;"/>
</p:tagLst>
</file>

<file path=ppt/tags/tag27.xml><?xml version="1.0" encoding="utf-8"?>
<p:tagLst xmlns:p="http://schemas.openxmlformats.org/presentationml/2006/main">
  <p:tag name="ISLIDE.ICON" val="#90858;#90858;#380063;"/>
</p:tagLst>
</file>

<file path=ppt/tags/tag28.xml><?xml version="1.0" encoding="utf-8"?>
<p:tagLst xmlns:p="http://schemas.openxmlformats.org/presentationml/2006/main">
  <p:tag name="PA" val="v5.2.11"/>
</p:tagLst>
</file>

<file path=ppt/tags/tag29.xml><?xml version="1.0" encoding="utf-8"?>
<p:tagLst xmlns:p="http://schemas.openxmlformats.org/presentationml/2006/main">
  <p:tag name="PA" val="v5.2.11"/>
</p:tagLst>
</file>

<file path=ppt/tags/tag30.xml><?xml version="1.0" encoding="utf-8"?>
<p:tagLst xmlns:p="http://schemas.openxmlformats.org/presentationml/2006/main">
  <p:tag name="PA" val="v5.2.11"/>
</p:tagLst>
</file>

<file path=ppt/tags/tag31.xml><?xml version="1.0" encoding="utf-8"?>
<p:tagLst xmlns:p="http://schemas.openxmlformats.org/presentationml/2006/main">
  <p:tag name="PA" val="v5.2.11"/>
</p:tagLst>
</file>

<file path=ppt/tags/tag32.xml><?xml version="1.0" encoding="utf-8"?>
<p:tagLst xmlns:p="http://schemas.openxmlformats.org/presentationml/2006/main">
  <p:tag name="PA" val="v5.2.11"/>
</p:tagLst>
</file>

<file path=ppt/tags/tag33.xml><?xml version="1.0" encoding="utf-8"?>
<p:tagLst xmlns:p="http://schemas.openxmlformats.org/presentationml/2006/main">
  <p:tag name="PA" val="v5.2.11"/>
</p:tagLst>
</file>

<file path=ppt/tags/tag34.xml><?xml version="1.0" encoding="utf-8"?>
<p:tagLst xmlns:p="http://schemas.openxmlformats.org/presentationml/2006/main">
  <p:tag name="PA" val="v5.2.11"/>
</p:tagLst>
</file>

<file path=ppt/tags/tag35.xml><?xml version="1.0" encoding="utf-8"?>
<p:tagLst xmlns:p="http://schemas.openxmlformats.org/presentationml/2006/main">
  <p:tag name="PA" val="v5.2.11"/>
</p:tagLst>
</file>

<file path=ppt/tags/tag36.xml><?xml version="1.0" encoding="utf-8"?>
<p:tagLst xmlns:p="http://schemas.openxmlformats.org/presentationml/2006/main">
  <p:tag name="PA" val="v5.2.11"/>
</p:tagLst>
</file>

<file path=ppt/tags/tag37.xml><?xml version="1.0" encoding="utf-8"?>
<p:tagLst xmlns:p="http://schemas.openxmlformats.org/presentationml/2006/main">
  <p:tag name="PA" val="v5.2.11"/>
</p:tagLst>
</file>

<file path=ppt/tags/tag38.xml><?xml version="1.0" encoding="utf-8"?>
<p:tagLst xmlns:p="http://schemas.openxmlformats.org/presentationml/2006/main">
  <p:tag name="PA" val="v5.2.11"/>
</p:tagLst>
</file>

<file path=ppt/tags/tag39.xml><?xml version="1.0" encoding="utf-8"?>
<p:tagLst xmlns:p="http://schemas.openxmlformats.org/presentationml/2006/main">
  <p:tag name="PA" val="v5.2.11"/>
</p:tagLst>
</file>

<file path=ppt/tags/tag40.xml><?xml version="1.0" encoding="utf-8"?>
<p:tagLst xmlns:p="http://schemas.openxmlformats.org/presentationml/2006/main">
  <p:tag name="PA" val="v5.2.11"/>
</p:tagLst>
</file>

<file path=ppt/tags/tag41.xml><?xml version="1.0" encoding="utf-8"?>
<p:tagLst xmlns:p="http://schemas.openxmlformats.org/presentationml/2006/main">
  <p:tag name="PA" val="v5.2.11"/>
</p:tagLst>
</file>

<file path=ppt/tags/tag42.xml><?xml version="1.0" encoding="utf-8"?>
<p:tagLst xmlns:p="http://schemas.openxmlformats.org/presentationml/2006/main">
  <p:tag name="PA" val="v5.2.11"/>
</p:tagLst>
</file>

<file path=ppt/tags/tag43.xml><?xml version="1.0" encoding="utf-8"?>
<p:tagLst xmlns:p="http://schemas.openxmlformats.org/presentationml/2006/main">
  <p:tag name="PA" val="v5.2.11"/>
</p:tagLst>
</file>

<file path=ppt/tags/tag44.xml><?xml version="1.0" encoding="utf-8"?>
<p:tagLst xmlns:p="http://schemas.openxmlformats.org/presentationml/2006/main">
  <p:tag name="PA" val="v5.2.11"/>
</p:tagLst>
</file>

<file path=ppt/tags/tag45.xml><?xml version="1.0" encoding="utf-8"?>
<p:tagLst xmlns:p="http://schemas.openxmlformats.org/presentationml/2006/main">
  <p:tag name="ISLIDE.ICON" val="#90858;#90858;#380063;"/>
</p:tagLst>
</file>

<file path=ppt/tags/tag46.xml><?xml version="1.0" encoding="utf-8"?>
<p:tagLst xmlns:p="http://schemas.openxmlformats.org/presentationml/2006/main">
  <p:tag name="PA" val="v5.2.11"/>
</p:tagLst>
</file>

<file path=ppt/tags/tag47.xml><?xml version="1.0" encoding="utf-8"?>
<p:tagLst xmlns:p="http://schemas.openxmlformats.org/presentationml/2006/main">
  <p:tag name="PA" val="v5.2.11"/>
</p:tagLst>
</file>

<file path=ppt/tags/tag48.xml><?xml version="1.0" encoding="utf-8"?>
<p:tagLst xmlns:p="http://schemas.openxmlformats.org/presentationml/2006/main">
  <p:tag name="PA" val="v5.2.11"/>
</p:tagLst>
</file>

<file path=ppt/tags/tag49.xml><?xml version="1.0" encoding="utf-8"?>
<p:tagLst xmlns:p="http://schemas.openxmlformats.org/presentationml/2006/main">
  <p:tag name="PA" val="v5.2.11"/>
</p:tagLst>
</file>

<file path=ppt/tags/tag50.xml><?xml version="1.0" encoding="utf-8"?>
<p:tagLst xmlns:p="http://schemas.openxmlformats.org/presentationml/2006/main">
  <p:tag name="PA" val="v5.2.11"/>
</p:tagLst>
</file>

<file path=ppt/tags/tag51.xml><?xml version="1.0" encoding="utf-8"?>
<p:tagLst xmlns:p="http://schemas.openxmlformats.org/presentationml/2006/main">
  <p:tag name="PA" val="v5.2.11"/>
</p:tagLst>
</file>

<file path=ppt/tags/tag52.xml><?xml version="1.0" encoding="utf-8"?>
<p:tagLst xmlns:p="http://schemas.openxmlformats.org/presentationml/2006/main">
  <p:tag name="PA" val="v5.2.11"/>
</p:tagLst>
</file>

<file path=ppt/tags/tag53.xml><?xml version="1.0" encoding="utf-8"?>
<p:tagLst xmlns:p="http://schemas.openxmlformats.org/presentationml/2006/main">
  <p:tag name="PA" val="v5.2.11"/>
</p:tagLst>
</file>

<file path=ppt/tags/tag54.xml><?xml version="1.0" encoding="utf-8"?>
<p:tagLst xmlns:p="http://schemas.openxmlformats.org/presentationml/2006/main">
  <p:tag name="PA" val="v5.2.11"/>
</p:tagLst>
</file>

<file path=ppt/tags/tag55.xml><?xml version="1.0" encoding="utf-8"?>
<p:tagLst xmlns:p="http://schemas.openxmlformats.org/presentationml/2006/main">
  <p:tag name="PA" val="v5.2.11"/>
</p:tagLst>
</file>

<file path=ppt/tags/tag56.xml><?xml version="1.0" encoding="utf-8"?>
<p:tagLst xmlns:p="http://schemas.openxmlformats.org/presentationml/2006/main">
  <p:tag name="PA" val="v5.2.11"/>
</p:tagLst>
</file>

<file path=ppt/tags/tag57.xml><?xml version="1.0" encoding="utf-8"?>
<p:tagLst xmlns:p="http://schemas.openxmlformats.org/presentationml/2006/main">
  <p:tag name="PA" val="v5.2.11"/>
</p:tagLst>
</file>

<file path=ppt/tags/tag58.xml><?xml version="1.0" encoding="utf-8"?>
<p:tagLst xmlns:p="http://schemas.openxmlformats.org/presentationml/2006/main">
  <p:tag name="PA" val="v5.2.11"/>
</p:tagLst>
</file>

<file path=ppt/tags/tag59.xml><?xml version="1.0" encoding="utf-8"?>
<p:tagLst xmlns:p="http://schemas.openxmlformats.org/presentationml/2006/main">
  <p:tag name="PA" val="v5.2.11"/>
</p:tagLst>
</file>

<file path=ppt/tags/tag60.xml><?xml version="1.0" encoding="utf-8"?>
<p:tagLst xmlns:p="http://schemas.openxmlformats.org/presentationml/2006/main">
  <p:tag name="PA" val="v5.2.11"/>
</p:tagLst>
</file>

<file path=ppt/tags/tag61.xml><?xml version="1.0" encoding="utf-8"?>
<p:tagLst xmlns:p="http://schemas.openxmlformats.org/presentationml/2006/main">
  <p:tag name="PA" val="v5.2.11"/>
</p:tagLst>
</file>

<file path=ppt/tags/tag62.xml><?xml version="1.0" encoding="utf-8"?>
<p:tagLst xmlns:p="http://schemas.openxmlformats.org/presentationml/2006/main">
  <p:tag name="PA" val="v5.2.11"/>
</p:tagLst>
</file>

<file path=ppt/tags/tag63.xml><?xml version="1.0" encoding="utf-8"?>
<p:tagLst xmlns:p="http://schemas.openxmlformats.org/presentationml/2006/main">
  <p:tag name="ISLIDE.ICON" val="#90858;#90858;#380063;"/>
  <p:tag name="resource_record_key" val="{&quot;13&quot;:[4364878]}"/>
</p:tagLst>
</file>

<file path=ppt/tags/tag64.xml><?xml version="1.0" encoding="utf-8"?>
<p:tagLst xmlns:p="http://schemas.openxmlformats.org/presentationml/2006/main">
  <p:tag name="PA" val="v5.2.11"/>
</p:tagLst>
</file>

<file path=ppt/tags/tag65.xml><?xml version="1.0" encoding="utf-8"?>
<p:tagLst xmlns:p="http://schemas.openxmlformats.org/presentationml/2006/main">
  <p:tag name="PA" val="v5.2.11"/>
</p:tagLst>
</file>

<file path=ppt/tags/tag66.xml><?xml version="1.0" encoding="utf-8"?>
<p:tagLst xmlns:p="http://schemas.openxmlformats.org/presentationml/2006/main">
  <p:tag name="PA" val="v5.2.11"/>
</p:tagLst>
</file>

<file path=ppt/tags/tag67.xml><?xml version="1.0" encoding="utf-8"?>
<p:tagLst xmlns:p="http://schemas.openxmlformats.org/presentationml/2006/main">
  <p:tag name="PA" val="v5.2.11"/>
</p:tagLst>
</file>

<file path=ppt/tags/tag68.xml><?xml version="1.0" encoding="utf-8"?>
<p:tagLst xmlns:p="http://schemas.openxmlformats.org/presentationml/2006/main">
  <p:tag name="PA" val="v5.2.11"/>
</p:tagLst>
</file>

<file path=ppt/tags/tag69.xml><?xml version="1.0" encoding="utf-8"?>
<p:tagLst xmlns:p="http://schemas.openxmlformats.org/presentationml/2006/main">
  <p:tag name="PA" val="v5.2.11"/>
</p:tagLst>
</file>

<file path=ppt/tags/tag70.xml><?xml version="1.0" encoding="utf-8"?>
<p:tagLst xmlns:p="http://schemas.openxmlformats.org/presentationml/2006/main">
  <p:tag name="PA" val="v5.2.11"/>
</p:tagLst>
</file>

<file path=ppt/tags/tag71.xml><?xml version="1.0" encoding="utf-8"?>
<p:tagLst xmlns:p="http://schemas.openxmlformats.org/presentationml/2006/main">
  <p:tag name="PA" val="v5.2.11"/>
</p:tagLst>
</file>

<file path=ppt/tags/tag72.xml><?xml version="1.0" encoding="utf-8"?>
<p:tagLst xmlns:p="http://schemas.openxmlformats.org/presentationml/2006/main">
  <p:tag name="PA" val="v5.2.11"/>
</p:tagLst>
</file>

<file path=ppt/tags/tag73.xml><?xml version="1.0" encoding="utf-8"?>
<p:tagLst xmlns:p="http://schemas.openxmlformats.org/presentationml/2006/main">
  <p:tag name="PA" val="v5.2.11"/>
</p:tagLst>
</file>

<file path=ppt/tags/tag74.xml><?xml version="1.0" encoding="utf-8"?>
<p:tagLst xmlns:p="http://schemas.openxmlformats.org/presentationml/2006/main">
  <p:tag name="PA" val="v5.2.11"/>
</p:tagLst>
</file>

<file path=ppt/tags/tag75.xml><?xml version="1.0" encoding="utf-8"?>
<p:tagLst xmlns:p="http://schemas.openxmlformats.org/presentationml/2006/main">
  <p:tag name="PA" val="v5.2.11"/>
</p:tagLst>
</file>

<file path=ppt/tags/tag76.xml><?xml version="1.0" encoding="utf-8"?>
<p:tagLst xmlns:p="http://schemas.openxmlformats.org/presentationml/2006/main">
  <p:tag name="PA" val="v5.2.11"/>
</p:tagLst>
</file>

<file path=ppt/tags/tag77.xml><?xml version="1.0" encoding="utf-8"?>
<p:tagLst xmlns:p="http://schemas.openxmlformats.org/presentationml/2006/main">
  <p:tag name="PA" val="v5.2.11"/>
</p:tagLst>
</file>

<file path=ppt/tags/tag78.xml><?xml version="1.0" encoding="utf-8"?>
<p:tagLst xmlns:p="http://schemas.openxmlformats.org/presentationml/2006/main">
  <p:tag name="PA" val="v5.2.11"/>
</p:tagLst>
</file>

<file path=ppt/tags/tag79.xml><?xml version="1.0" encoding="utf-8"?>
<p:tagLst xmlns:p="http://schemas.openxmlformats.org/presentationml/2006/main">
  <p:tag name="PA" val="v5.2.11"/>
</p:tagLst>
</file>

<file path=ppt/tags/tag80.xml><?xml version="1.0" encoding="utf-8"?>
<p:tagLst xmlns:p="http://schemas.openxmlformats.org/presentationml/2006/main">
  <p:tag name="PA" val="v5.2.11"/>
</p:tagLst>
</file>

<file path=ppt/tags/tag81.xml><?xml version="1.0" encoding="utf-8"?>
<p:tagLst xmlns:p="http://schemas.openxmlformats.org/presentationml/2006/main">
  <p:tag name="PA" val="v5.2.11"/>
</p:tagLst>
</file>

<file path=ppt/tags/tag82.xml><?xml version="1.0" encoding="utf-8"?>
<p:tagLst xmlns:p="http://schemas.openxmlformats.org/presentationml/2006/main">
  <p:tag name="PA" val="v5.2.11"/>
</p:tagLst>
</file>

<file path=ppt/tags/tag83.xml><?xml version="1.0" encoding="utf-8"?>
<p:tagLst xmlns:p="http://schemas.openxmlformats.org/presentationml/2006/main">
  <p:tag name="PA" val="v5.2.11"/>
</p:tagLst>
</file>

<file path=ppt/tags/tag84.xml><?xml version="1.0" encoding="utf-8"?>
<p:tagLst xmlns:p="http://schemas.openxmlformats.org/presentationml/2006/main">
  <p:tag name="PA" val="v5.2.11"/>
</p:tagLst>
</file>

<file path=ppt/tags/tag85.xml><?xml version="1.0" encoding="utf-8"?>
<p:tagLst xmlns:p="http://schemas.openxmlformats.org/presentationml/2006/main">
  <p:tag name="PA" val="v5.2.11"/>
</p:tagLst>
</file>

<file path=ppt/tags/tag86.xml><?xml version="1.0" encoding="utf-8"?>
<p:tagLst xmlns:p="http://schemas.openxmlformats.org/presentationml/2006/main">
  <p:tag name="PA" val="v5.2.11"/>
</p:tagLst>
</file>

<file path=ppt/tags/tag87.xml><?xml version="1.0" encoding="utf-8"?>
<p:tagLst xmlns:p="http://schemas.openxmlformats.org/presentationml/2006/main">
  <p:tag name="ISLIDE.ICON" val="#90858;#90858;#380063;"/>
</p:tagLst>
</file>

<file path=ppt/tags/tag88.xml><?xml version="1.0" encoding="utf-8"?>
<p:tagLst xmlns:p="http://schemas.openxmlformats.org/presentationml/2006/main">
  <p:tag name="ISLIDE.ICON" val="#90858;#90858;#380063;"/>
</p:tagLst>
</file>

<file path=ppt/tags/tag89.xml><?xml version="1.0" encoding="utf-8"?>
<p:tagLst xmlns:p="http://schemas.openxmlformats.org/presentationml/2006/main">
  <p:tag name="PA" val="v5.2.11"/>
</p:tagLst>
</file>

<file path=ppt/tags/tag90.xml><?xml version="1.0" encoding="utf-8"?>
<p:tagLst xmlns:p="http://schemas.openxmlformats.org/presentationml/2006/main">
  <p:tag name="PA" val="v5.2.11"/>
</p:tagLst>
</file>

<file path=ppt/tags/tag91.xml><?xml version="1.0" encoding="utf-8"?>
<p:tagLst xmlns:p="http://schemas.openxmlformats.org/presentationml/2006/main">
  <p:tag name="PA" val="v5.2.11"/>
</p:tagLst>
</file>

<file path=ppt/tags/tag92.xml><?xml version="1.0" encoding="utf-8"?>
<p:tagLst xmlns:p="http://schemas.openxmlformats.org/presentationml/2006/main">
  <p:tag name="PA" val="v5.2.11"/>
</p:tagLst>
</file>

<file path=ppt/tags/tag93.xml><?xml version="1.0" encoding="utf-8"?>
<p:tagLst xmlns:p="http://schemas.openxmlformats.org/presentationml/2006/main">
  <p:tag name="PA" val="v5.2.11"/>
</p:tagLst>
</file>

<file path=ppt/tags/tag94.xml><?xml version="1.0" encoding="utf-8"?>
<p:tagLst xmlns:p="http://schemas.openxmlformats.org/presentationml/2006/main">
  <p:tag name="PA" val="v5.2.11"/>
</p:tagLst>
</file>

<file path=ppt/tags/tag95.xml><?xml version="1.0" encoding="utf-8"?>
<p:tagLst xmlns:p="http://schemas.openxmlformats.org/presentationml/2006/main">
  <p:tag name="PA" val="v5.2.11"/>
</p:tagLst>
</file>

<file path=ppt/tags/tag96.xml><?xml version="1.0" encoding="utf-8"?>
<p:tagLst xmlns:p="http://schemas.openxmlformats.org/presentationml/2006/main">
  <p:tag name="PA" val="v5.2.11"/>
</p:tagLst>
</file>

<file path=ppt/tags/tag97.xml><?xml version="1.0" encoding="utf-8"?>
<p:tagLst xmlns:p="http://schemas.openxmlformats.org/presentationml/2006/main">
  <p:tag name="PA" val="v5.2.11"/>
</p:tagLst>
</file>

<file path=ppt/tags/tag98.xml><?xml version="1.0" encoding="utf-8"?>
<p:tagLst xmlns:p="http://schemas.openxmlformats.org/presentationml/2006/main">
  <p:tag name="PA" val="v5.2.11"/>
</p:tagLst>
</file>

<file path=ppt/tags/tag99.xml><?xml version="1.0" encoding="utf-8"?>
<p:tagLst xmlns:p="http://schemas.openxmlformats.org/presentationml/2006/main">
  <p:tag name="PA" val="v5.2.11"/>
</p:tagLst>
</file>

<file path=ppt/tags/tag100.xml><?xml version="1.0" encoding="utf-8"?>
<p:tagLst xmlns:p="http://schemas.openxmlformats.org/presentationml/2006/main">
  <p:tag name="PA" val="v5.2.11"/>
</p:tagLst>
</file>

<file path=ppt/tags/tag101.xml><?xml version="1.0" encoding="utf-8"?>
<p:tagLst xmlns:p="http://schemas.openxmlformats.org/presentationml/2006/main">
  <p:tag name="PA" val="v5.2.11"/>
</p:tagLst>
</file>

<file path=ppt/tags/tag102.xml><?xml version="1.0" encoding="utf-8"?>
<p:tagLst xmlns:p="http://schemas.openxmlformats.org/presentationml/2006/main">
  <p:tag name="PA" val="v5.2.11"/>
</p:tagLst>
</file>

<file path=ppt/tags/tag103.xml><?xml version="1.0" encoding="utf-8"?>
<p:tagLst xmlns:p="http://schemas.openxmlformats.org/presentationml/2006/main">
  <p:tag name="PA" val="v5.2.11"/>
</p:tagLst>
</file>

<file path=ppt/tags/tag104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05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06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07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08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09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10.xml><?xml version="1.0" encoding="utf-8"?>
<p:tagLst xmlns:p="http://schemas.openxmlformats.org/presentationml/2006/main">
  <p:tag name="KSO_WM_DIAGRAM_VIRTUALLY_FRAME" val="{&quot;height&quot;:430.4,&quot;left&quot;:6.300000000000023,&quot;top&quot;:77.77496062992127,&quot;width&quot;:900.0897637795275}"/>
</p:tagLst>
</file>

<file path=ppt/tags/tag111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12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13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14.xml><?xml version="1.0" encoding="utf-8"?>
<p:tagLst xmlns:p="http://schemas.openxmlformats.org/presentationml/2006/main">
  <p:tag name="KSO_WM_DIAGRAM_VIRTUALLY_FRAME" val="{&quot;height&quot;:430.4,&quot;left&quot;:6.300000000000023,&quot;top&quot;:77.77496062992127,&quot;width&quot;:900.0897637795275}"/>
</p:tagLst>
</file>

<file path=ppt/tags/tag115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16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17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18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19.xml><?xml version="1.0" encoding="utf-8"?>
<p:tagLst xmlns:p="http://schemas.openxmlformats.org/presentationml/2006/main">
  <p:tag name="KSO_WM_DIAGRAM_VIRTUALLY_FRAME" val="{&quot;height&quot;:430.4,&quot;left&quot;:6.300000000000023,&quot;top&quot;:77.77496062992127,&quot;width&quot;:900.0897637795275}"/>
</p:tagLst>
</file>

<file path=ppt/tags/tag120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21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22.xml><?xml version="1.0" encoding="utf-8"?>
<p:tagLst xmlns:p="http://schemas.openxmlformats.org/presentationml/2006/main">
  <p:tag name="KSO_WM_DIAGRAM_VIRTUALLY_FRAME" val="{&quot;height&quot;:452.0037007874016,&quot;left&quot;:6.300000000000023,&quot;top&quot;:77.77496062992127,&quot;width&quot;:900.0897637795275}"/>
</p:tagLst>
</file>

<file path=ppt/tags/tag123.xml><?xml version="1.0" encoding="utf-8"?>
<p:tagLst xmlns:p="http://schemas.openxmlformats.org/presentationml/2006/main">
  <p:tag name="PA" val="v5.2.11"/>
</p:tagLst>
</file>

<file path=ppt/tags/tag124.xml><?xml version="1.0" encoding="utf-8"?>
<p:tagLst xmlns:p="http://schemas.openxmlformats.org/presentationml/2006/main">
  <p:tag name="PA" val="v5.2.11"/>
</p:tagLst>
</file>

<file path=ppt/tags/tag125.xml><?xml version="1.0" encoding="utf-8"?>
<p:tagLst xmlns:p="http://schemas.openxmlformats.org/presentationml/2006/main">
  <p:tag name="PA" val="v5.2.11"/>
</p:tagLst>
</file>

<file path=ppt/tags/tag126.xml><?xml version="1.0" encoding="utf-8"?>
<p:tagLst xmlns:p="http://schemas.openxmlformats.org/presentationml/2006/main">
  <p:tag name="PA" val="v5.2.11"/>
</p:tagLst>
</file>

<file path=ppt/tags/tag127.xml><?xml version="1.0" encoding="utf-8"?>
<p:tagLst xmlns:p="http://schemas.openxmlformats.org/presentationml/2006/main">
  <p:tag name="PA" val="v5.2.11"/>
</p:tagLst>
</file>

<file path=ppt/tags/tag128.xml><?xml version="1.0" encoding="utf-8"?>
<p:tagLst xmlns:p="http://schemas.openxmlformats.org/presentationml/2006/main">
  <p:tag name="PA" val="v5.2.11"/>
</p:tagLst>
</file>

<file path=ppt/tags/tag129.xml><?xml version="1.0" encoding="utf-8"?>
<p:tagLst xmlns:p="http://schemas.openxmlformats.org/presentationml/2006/main">
  <p:tag name="PA" val="v5.2.11"/>
</p:tagLst>
</file>

<file path=ppt/tags/tag130.xml><?xml version="1.0" encoding="utf-8"?>
<p:tagLst xmlns:p="http://schemas.openxmlformats.org/presentationml/2006/main">
  <p:tag name="PA" val="v5.2.11"/>
</p:tagLst>
</file>

<file path=ppt/tags/tag131.xml><?xml version="1.0" encoding="utf-8"?>
<p:tagLst xmlns:p="http://schemas.openxmlformats.org/presentationml/2006/main">
  <p:tag name="PA" val="v5.2.11"/>
</p:tagLst>
</file>

<file path=ppt/tags/tag132.xml><?xml version="1.0" encoding="utf-8"?>
<p:tagLst xmlns:p="http://schemas.openxmlformats.org/presentationml/2006/main">
  <p:tag name="PA" val="v5.2.11"/>
</p:tagLst>
</file>

<file path=ppt/tags/tag133.xml><?xml version="1.0" encoding="utf-8"?>
<p:tagLst xmlns:p="http://schemas.openxmlformats.org/presentationml/2006/main">
  <p:tag name="PA" val="v5.2.11"/>
</p:tagLst>
</file>

<file path=ppt/tags/tag134.xml><?xml version="1.0" encoding="utf-8"?>
<p:tagLst xmlns:p="http://schemas.openxmlformats.org/presentationml/2006/main">
  <p:tag name="PA" val="v5.2.11"/>
</p:tagLst>
</file>

<file path=ppt/tags/tag135.xml><?xml version="1.0" encoding="utf-8"?>
<p:tagLst xmlns:p="http://schemas.openxmlformats.org/presentationml/2006/main">
  <p:tag name="PA" val="v5.2.11"/>
</p:tagLst>
</file>

<file path=ppt/tags/tag136.xml><?xml version="1.0" encoding="utf-8"?>
<p:tagLst xmlns:p="http://schemas.openxmlformats.org/presentationml/2006/main">
  <p:tag name="PA" val="v5.2.11"/>
</p:tagLst>
</file>

<file path=ppt/tags/tag137.xml><?xml version="1.0" encoding="utf-8"?>
<p:tagLst xmlns:p="http://schemas.openxmlformats.org/presentationml/2006/main">
  <p:tag name="PA" val="v5.2.11"/>
</p:tagLst>
</file>

<file path=ppt/tags/tag138.xml><?xml version="1.0" encoding="utf-8"?>
<p:tagLst xmlns:p="http://schemas.openxmlformats.org/presentationml/2006/main">
  <p:tag name="PA" val="v5.2.11"/>
</p:tagLst>
</file>

<file path=ppt/tags/tag139.xml><?xml version="1.0" encoding="utf-8"?>
<p:tagLst xmlns:p="http://schemas.openxmlformats.org/presentationml/2006/main">
  <p:tag name="PA" val="v5.2.11"/>
</p:tagLst>
</file>

<file path=ppt/tags/tag140.xml><?xml version="1.0" encoding="utf-8"?>
<p:tagLst xmlns:p="http://schemas.openxmlformats.org/presentationml/2006/main">
  <p:tag name="PA" val="v5.2.11"/>
</p:tagLst>
</file>

<file path=ppt/tags/tag141.xml><?xml version="1.0" encoding="utf-8"?>
<p:tagLst xmlns:p="http://schemas.openxmlformats.org/presentationml/2006/main">
  <p:tag name="PA" val="v5.2.11"/>
</p:tagLst>
</file>

<file path=ppt/tags/tag142.xml><?xml version="1.0" encoding="utf-8"?>
<p:tagLst xmlns:p="http://schemas.openxmlformats.org/presentationml/2006/main">
  <p:tag name="PA" val="v5.2.11"/>
</p:tagLst>
</file>

<file path=ppt/tags/tag143.xml><?xml version="1.0" encoding="utf-8"?>
<p:tagLst xmlns:p="http://schemas.openxmlformats.org/presentationml/2006/main">
  <p:tag name="PA" val="v5.2.11"/>
</p:tagLst>
</file>

<file path=ppt/tags/tag144.xml><?xml version="1.0" encoding="utf-8"?>
<p:tagLst xmlns:p="http://schemas.openxmlformats.org/presentationml/2006/main">
  <p:tag name="PA" val="v5.2.11"/>
</p:tagLst>
</file>

<file path=ppt/tags/tag145.xml><?xml version="1.0" encoding="utf-8"?>
<p:tagLst xmlns:p="http://schemas.openxmlformats.org/presentationml/2006/main">
  <p:tag name="PA" val="v5.2.11"/>
</p:tagLst>
</file>

<file path=ppt/tags/tag146.xml><?xml version="1.0" encoding="utf-8"?>
<p:tagLst xmlns:p="http://schemas.openxmlformats.org/presentationml/2006/main">
  <p:tag name="PA" val="v5.2.11"/>
</p:tagLst>
</file>

<file path=ppt/tags/tag147.xml><?xml version="1.0" encoding="utf-8"?>
<p:tagLst xmlns:p="http://schemas.openxmlformats.org/presentationml/2006/main">
  <p:tag name="PA" val="v5.2.11"/>
</p:tagLst>
</file>

<file path=ppt/tags/tag148.xml><?xml version="1.0" encoding="utf-8"?>
<p:tagLst xmlns:p="http://schemas.openxmlformats.org/presentationml/2006/main">
  <p:tag name="PA" val="v5.2.11"/>
</p:tagLst>
</file>

<file path=ppt/tags/tag149.xml><?xml version="1.0" encoding="utf-8"?>
<p:tagLst xmlns:p="http://schemas.openxmlformats.org/presentationml/2006/main">
  <p:tag name="PA" val="v5.2.11"/>
</p:tagLst>
</file>

<file path=ppt/tags/tag150.xml><?xml version="1.0" encoding="utf-8"?>
<p:tagLst xmlns:p="http://schemas.openxmlformats.org/presentationml/2006/main">
  <p:tag name="PA" val="v5.2.11"/>
</p:tagLst>
</file>

<file path=ppt/tags/tag151.xml><?xml version="1.0" encoding="utf-8"?>
<p:tagLst xmlns:p="http://schemas.openxmlformats.org/presentationml/2006/main">
  <p:tag name="PA" val="v5.2.11"/>
</p:tagLst>
</file>

<file path=ppt/tags/tag152.xml><?xml version="1.0" encoding="utf-8"?>
<p:tagLst xmlns:p="http://schemas.openxmlformats.org/presentationml/2006/main">
  <p:tag name="PA" val="v5.2.11"/>
</p:tagLst>
</file>

<file path=ppt/tags/tag153.xml><?xml version="1.0" encoding="utf-8"?>
<p:tagLst xmlns:p="http://schemas.openxmlformats.org/presentationml/2006/main">
  <p:tag name="ISLIDE.ICON" val="#90858;#90858;#380063;"/>
</p:tagLst>
</file>

<file path=ppt/tags/tag154.xml><?xml version="1.0" encoding="utf-8"?>
<p:tagLst xmlns:p="http://schemas.openxmlformats.org/presentationml/2006/main">
  <p:tag name="PA" val="v5.2.11"/>
</p:tagLst>
</file>

<file path=ppt/tags/tag155.xml><?xml version="1.0" encoding="utf-8"?>
<p:tagLst xmlns:p="http://schemas.openxmlformats.org/presentationml/2006/main">
  <p:tag name="PA" val="v5.2.11"/>
</p:tagLst>
</file>

<file path=ppt/tags/tag156.xml><?xml version="1.0" encoding="utf-8"?>
<p:tagLst xmlns:p="http://schemas.openxmlformats.org/presentationml/2006/main">
  <p:tag name="PA" val="v5.2.11"/>
</p:tagLst>
</file>

<file path=ppt/tags/tag157.xml><?xml version="1.0" encoding="utf-8"?>
<p:tagLst xmlns:p="http://schemas.openxmlformats.org/presentationml/2006/main">
  <p:tag name="PA" val="v5.2.11"/>
</p:tagLst>
</file>

<file path=ppt/tags/tag158.xml><?xml version="1.0" encoding="utf-8"?>
<p:tagLst xmlns:p="http://schemas.openxmlformats.org/presentationml/2006/main">
  <p:tag name="PA" val="v5.2.11"/>
</p:tagLst>
</file>

<file path=ppt/tags/tag159.xml><?xml version="1.0" encoding="utf-8"?>
<p:tagLst xmlns:p="http://schemas.openxmlformats.org/presentationml/2006/main">
  <p:tag name="PA" val="v5.2.11"/>
</p:tagLst>
</file>

<file path=ppt/tags/tag160.xml><?xml version="1.0" encoding="utf-8"?>
<p:tagLst xmlns:p="http://schemas.openxmlformats.org/presentationml/2006/main">
  <p:tag name="PA" val="v5.2.11"/>
</p:tagLst>
</file>

<file path=ppt/tags/tag161.xml><?xml version="1.0" encoding="utf-8"?>
<p:tagLst xmlns:p="http://schemas.openxmlformats.org/presentationml/2006/main">
  <p:tag name="PA" val="v5.2.11"/>
</p:tagLst>
</file>

<file path=ppt/tags/tag162.xml><?xml version="1.0" encoding="utf-8"?>
<p:tagLst xmlns:p="http://schemas.openxmlformats.org/presentationml/2006/main">
  <p:tag name="PA" val="v5.2.11"/>
</p:tagLst>
</file>

<file path=ppt/tags/tag163.xml><?xml version="1.0" encoding="utf-8"?>
<p:tagLst xmlns:p="http://schemas.openxmlformats.org/presentationml/2006/main">
  <p:tag name="PA" val="v5.2.11"/>
</p:tagLst>
</file>

<file path=ppt/tags/tag164.xml><?xml version="1.0" encoding="utf-8"?>
<p:tagLst xmlns:p="http://schemas.openxmlformats.org/presentationml/2006/main">
  <p:tag name="PA" val="v5.2.11"/>
</p:tagLst>
</file>

<file path=ppt/tags/tag165.xml><?xml version="1.0" encoding="utf-8"?>
<p:tagLst xmlns:p="http://schemas.openxmlformats.org/presentationml/2006/main">
  <p:tag name="PA" val="v5.2.11"/>
</p:tagLst>
</file>

<file path=ppt/tags/tag166.xml><?xml version="1.0" encoding="utf-8"?>
<p:tagLst xmlns:p="http://schemas.openxmlformats.org/presentationml/2006/main">
  <p:tag name="PA" val="v5.2.11"/>
</p:tagLst>
</file>

<file path=ppt/tags/tag167.xml><?xml version="1.0" encoding="utf-8"?>
<p:tagLst xmlns:p="http://schemas.openxmlformats.org/presentationml/2006/main">
  <p:tag name="PA" val="v5.2.11"/>
</p:tagLst>
</file>

<file path=ppt/tags/tag168.xml><?xml version="1.0" encoding="utf-8"?>
<p:tagLst xmlns:p="http://schemas.openxmlformats.org/presentationml/2006/main">
  <p:tag name="PA" val="v5.2.11"/>
</p:tagLst>
</file>

<file path=ppt/tags/tag169.xml><?xml version="1.0" encoding="utf-8"?>
<p:tagLst xmlns:p="http://schemas.openxmlformats.org/presentationml/2006/main">
  <p:tag name="ISLIDE.ICON" val="#90858;#90858;#380063;"/>
  <p:tag name="resource_record_key" val="{&quot;13&quot;:[4364957,4364912]}"/>
</p:tagLst>
</file>

<file path=ppt/tags/tag170.xml><?xml version="1.0" encoding="utf-8"?>
<p:tagLst xmlns:p="http://schemas.openxmlformats.org/presentationml/2006/main">
  <p:tag name="PA" val="v5.2.11"/>
</p:tagLst>
</file>

<file path=ppt/tags/tag171.xml><?xml version="1.0" encoding="utf-8"?>
<p:tagLst xmlns:p="http://schemas.openxmlformats.org/presentationml/2006/main">
  <p:tag name="PA" val="v5.2.11"/>
</p:tagLst>
</file>

<file path=ppt/tags/tag172.xml><?xml version="1.0" encoding="utf-8"?>
<p:tagLst xmlns:p="http://schemas.openxmlformats.org/presentationml/2006/main">
  <p:tag name="PA" val="v5.2.11"/>
</p:tagLst>
</file>

<file path=ppt/tags/tag173.xml><?xml version="1.0" encoding="utf-8"?>
<p:tagLst xmlns:p="http://schemas.openxmlformats.org/presentationml/2006/main">
  <p:tag name="PA" val="v5.2.11"/>
</p:tagLst>
</file>

<file path=ppt/tags/tag174.xml><?xml version="1.0" encoding="utf-8"?>
<p:tagLst xmlns:p="http://schemas.openxmlformats.org/presentationml/2006/main">
  <p:tag name="PA" val="v5.2.11"/>
</p:tagLst>
</file>

<file path=ppt/tags/tag175.xml><?xml version="1.0" encoding="utf-8"?>
<p:tagLst xmlns:p="http://schemas.openxmlformats.org/presentationml/2006/main">
  <p:tag name="PA" val="v5.2.11"/>
</p:tagLst>
</file>

<file path=ppt/tags/tag176.xml><?xml version="1.0" encoding="utf-8"?>
<p:tagLst xmlns:p="http://schemas.openxmlformats.org/presentationml/2006/main">
  <p:tag name="PA" val="v5.2.11"/>
</p:tagLst>
</file>

<file path=ppt/tags/tag177.xml><?xml version="1.0" encoding="utf-8"?>
<p:tagLst xmlns:p="http://schemas.openxmlformats.org/presentationml/2006/main">
  <p:tag name="PA" val="v5.2.11"/>
</p:tagLst>
</file>

<file path=ppt/tags/tag178.xml><?xml version="1.0" encoding="utf-8"?>
<p:tagLst xmlns:p="http://schemas.openxmlformats.org/presentationml/2006/main">
  <p:tag name="PA" val="v5.2.11"/>
</p:tagLst>
</file>

<file path=ppt/tags/tag179.xml><?xml version="1.0" encoding="utf-8"?>
<p:tagLst xmlns:p="http://schemas.openxmlformats.org/presentationml/2006/main">
  <p:tag name="PA" val="v5.2.11"/>
</p:tagLst>
</file>

<file path=ppt/tags/tag180.xml><?xml version="1.0" encoding="utf-8"?>
<p:tagLst xmlns:p="http://schemas.openxmlformats.org/presentationml/2006/main">
  <p:tag name="PA" val="v5.2.11"/>
</p:tagLst>
</file>

<file path=ppt/tags/tag181.xml><?xml version="1.0" encoding="utf-8"?>
<p:tagLst xmlns:p="http://schemas.openxmlformats.org/presentationml/2006/main">
  <p:tag name="PA" val="v5.2.11"/>
</p:tagLst>
</file>

<file path=ppt/tags/tag182.xml><?xml version="1.0" encoding="utf-8"?>
<p:tagLst xmlns:p="http://schemas.openxmlformats.org/presentationml/2006/main">
  <p:tag name="PA" val="v5.2.11"/>
</p:tagLst>
</file>

<file path=ppt/tags/tag183.xml><?xml version="1.0" encoding="utf-8"?>
<p:tagLst xmlns:p="http://schemas.openxmlformats.org/presentationml/2006/main">
  <p:tag name="PA" val="v5.2.11"/>
</p:tagLst>
</file>

<file path=ppt/tags/tag184.xml><?xml version="1.0" encoding="utf-8"?>
<p:tagLst xmlns:p="http://schemas.openxmlformats.org/presentationml/2006/main">
  <p:tag name="PA" val="v5.2.11"/>
</p:tagLst>
</file>

<file path=ppt/tags/tag185.xml><?xml version="1.0" encoding="utf-8"?>
<p:tagLst xmlns:p="http://schemas.openxmlformats.org/presentationml/2006/main">
  <p:tag name="ISLIDE.ICON" val="#90858;#90858;#380063;"/>
</p:tagLst>
</file>

<file path=ppt/tags/tag186.xml><?xml version="1.0" encoding="utf-8"?>
<p:tagLst xmlns:p="http://schemas.openxmlformats.org/presentationml/2006/main">
  <p:tag name="PA" val="v5.2.11"/>
</p:tagLst>
</file>

<file path=ppt/tags/tag187.xml><?xml version="1.0" encoding="utf-8"?>
<p:tagLst xmlns:p="http://schemas.openxmlformats.org/presentationml/2006/main">
  <p:tag name="PA" val="v5.2.11"/>
</p:tagLst>
</file>

<file path=ppt/tags/tag188.xml><?xml version="1.0" encoding="utf-8"?>
<p:tagLst xmlns:p="http://schemas.openxmlformats.org/presentationml/2006/main">
  <p:tag name="PA" val="v5.2.11"/>
</p:tagLst>
</file>

<file path=ppt/tags/tag189.xml><?xml version="1.0" encoding="utf-8"?>
<p:tagLst xmlns:p="http://schemas.openxmlformats.org/presentationml/2006/main">
  <p:tag name="PA" val="v5.2.11"/>
</p:tagLst>
</file>

<file path=ppt/tags/tag190.xml><?xml version="1.0" encoding="utf-8"?>
<p:tagLst xmlns:p="http://schemas.openxmlformats.org/presentationml/2006/main">
  <p:tag name="PA" val="v5.2.11"/>
</p:tagLst>
</file>

<file path=ppt/tags/tag191.xml><?xml version="1.0" encoding="utf-8"?>
<p:tagLst xmlns:p="http://schemas.openxmlformats.org/presentationml/2006/main">
  <p:tag name="PA" val="v5.2.11"/>
</p:tagLst>
</file>

<file path=ppt/tags/tag192.xml><?xml version="1.0" encoding="utf-8"?>
<p:tagLst xmlns:p="http://schemas.openxmlformats.org/presentationml/2006/main">
  <p:tag name="PA" val="v5.2.11"/>
</p:tagLst>
</file>

<file path=ppt/tags/tag193.xml><?xml version="1.0" encoding="utf-8"?>
<p:tagLst xmlns:p="http://schemas.openxmlformats.org/presentationml/2006/main">
  <p:tag name="PA" val="v5.2.11"/>
</p:tagLst>
</file>

<file path=ppt/tags/tag194.xml><?xml version="1.0" encoding="utf-8"?>
<p:tagLst xmlns:p="http://schemas.openxmlformats.org/presentationml/2006/main">
  <p:tag name="PA" val="v5.2.11"/>
</p:tagLst>
</file>

<file path=ppt/tags/tag195.xml><?xml version="1.0" encoding="utf-8"?>
<p:tagLst xmlns:p="http://schemas.openxmlformats.org/presentationml/2006/main">
  <p:tag name="PA" val="v5.2.11"/>
</p:tagLst>
</file>

<file path=ppt/tags/tag196.xml><?xml version="1.0" encoding="utf-8"?>
<p:tagLst xmlns:p="http://schemas.openxmlformats.org/presentationml/2006/main">
  <p:tag name="PA" val="v5.2.11"/>
</p:tagLst>
</file>

<file path=ppt/tags/tag197.xml><?xml version="1.0" encoding="utf-8"?>
<p:tagLst xmlns:p="http://schemas.openxmlformats.org/presentationml/2006/main">
  <p:tag name="PA" val="v5.2.11"/>
</p:tagLst>
</file>

<file path=ppt/tags/tag198.xml><?xml version="1.0" encoding="utf-8"?>
<p:tagLst xmlns:p="http://schemas.openxmlformats.org/presentationml/2006/main">
  <p:tag name="PA" val="v5.2.11"/>
</p:tagLst>
</file>

<file path=ppt/tags/tag199.xml><?xml version="1.0" encoding="utf-8"?>
<p:tagLst xmlns:p="http://schemas.openxmlformats.org/presentationml/2006/main">
  <p:tag name="PA" val="v5.2.11"/>
</p:tagLst>
</file>

<file path=ppt/tags/tag200.xml><?xml version="1.0" encoding="utf-8"?>
<p:tagLst xmlns:p="http://schemas.openxmlformats.org/presentationml/2006/main">
  <p:tag name="PA" val="v5.2.11"/>
</p:tagLst>
</file>

<file path=ppt/tags/tag201.xml><?xml version="1.0" encoding="utf-8"?>
<p:tagLst xmlns:p="http://schemas.openxmlformats.org/presentationml/2006/main">
  <p:tag name="ISLIDE.ICON" val="#90858;#90858;#380063;"/>
</p:tagLst>
</file>

<file path=ppt/tags/tag202.xml><?xml version="1.0" encoding="utf-8"?>
<p:tagLst xmlns:p="http://schemas.openxmlformats.org/presentationml/2006/main">
  <p:tag name="PA" val="v5.2.11"/>
</p:tagLst>
</file>

<file path=ppt/tags/tag203.xml><?xml version="1.0" encoding="utf-8"?>
<p:tagLst xmlns:p="http://schemas.openxmlformats.org/presentationml/2006/main">
  <p:tag name="PA" val="v5.2.11"/>
</p:tagLst>
</file>

<file path=ppt/tags/tag204.xml><?xml version="1.0" encoding="utf-8"?>
<p:tagLst xmlns:p="http://schemas.openxmlformats.org/presentationml/2006/main">
  <p:tag name="PA" val="v5.2.11"/>
</p:tagLst>
</file>

<file path=ppt/tags/tag205.xml><?xml version="1.0" encoding="utf-8"?>
<p:tagLst xmlns:p="http://schemas.openxmlformats.org/presentationml/2006/main">
  <p:tag name="PA" val="v5.2.11"/>
</p:tagLst>
</file>

<file path=ppt/tags/tag206.xml><?xml version="1.0" encoding="utf-8"?>
<p:tagLst xmlns:p="http://schemas.openxmlformats.org/presentationml/2006/main">
  <p:tag name="PA" val="v5.2.11"/>
</p:tagLst>
</file>

<file path=ppt/tags/tag207.xml><?xml version="1.0" encoding="utf-8"?>
<p:tagLst xmlns:p="http://schemas.openxmlformats.org/presentationml/2006/main">
  <p:tag name="PA" val="v5.2.11"/>
</p:tagLst>
</file>

<file path=ppt/tags/tag208.xml><?xml version="1.0" encoding="utf-8"?>
<p:tagLst xmlns:p="http://schemas.openxmlformats.org/presentationml/2006/main">
  <p:tag name="PA" val="v5.2.11"/>
</p:tagLst>
</file>

<file path=ppt/tags/tag209.xml><?xml version="1.0" encoding="utf-8"?>
<p:tagLst xmlns:p="http://schemas.openxmlformats.org/presentationml/2006/main">
  <p:tag name="PA" val="v5.2.11"/>
</p:tagLst>
</file>

<file path=ppt/tags/tag210.xml><?xml version="1.0" encoding="utf-8"?>
<p:tagLst xmlns:p="http://schemas.openxmlformats.org/presentationml/2006/main">
  <p:tag name="PA" val="v5.2.11"/>
</p:tagLst>
</file>

<file path=ppt/tags/tag211.xml><?xml version="1.0" encoding="utf-8"?>
<p:tagLst xmlns:p="http://schemas.openxmlformats.org/presentationml/2006/main">
  <p:tag name="PA" val="v5.2.11"/>
</p:tagLst>
</file>

<file path=ppt/tags/tag212.xml><?xml version="1.0" encoding="utf-8"?>
<p:tagLst xmlns:p="http://schemas.openxmlformats.org/presentationml/2006/main">
  <p:tag name="PA" val="v5.2.11"/>
</p:tagLst>
</file>

<file path=ppt/tags/tag213.xml><?xml version="1.0" encoding="utf-8"?>
<p:tagLst xmlns:p="http://schemas.openxmlformats.org/presentationml/2006/main">
  <p:tag name="PA" val="v5.2.11"/>
</p:tagLst>
</file>

<file path=ppt/tags/tag214.xml><?xml version="1.0" encoding="utf-8"?>
<p:tagLst xmlns:p="http://schemas.openxmlformats.org/presentationml/2006/main">
  <p:tag name="PA" val="v5.2.11"/>
</p:tagLst>
</file>

<file path=ppt/tags/tag215.xml><?xml version="1.0" encoding="utf-8"?>
<p:tagLst xmlns:p="http://schemas.openxmlformats.org/presentationml/2006/main">
  <p:tag name="PA" val="v5.2.11"/>
</p:tagLst>
</file>

<file path=ppt/tags/tag216.xml><?xml version="1.0" encoding="utf-8"?>
<p:tagLst xmlns:p="http://schemas.openxmlformats.org/presentationml/2006/main">
  <p:tag name="PA" val="v5.2.11"/>
</p:tagLst>
</file>

<file path=ppt/tags/tag217.xml><?xml version="1.0" encoding="utf-8"?>
<p:tagLst xmlns:p="http://schemas.openxmlformats.org/presentationml/2006/main">
  <p:tag name="ISLIDE.ICON" val="#90858;#90858;#380063;"/>
</p:tagLst>
</file>

<file path=ppt/tags/tag218.xml><?xml version="1.0" encoding="utf-8"?>
<p:tagLst xmlns:p="http://schemas.openxmlformats.org/presentationml/2006/main">
  <p:tag name="PA" val="v5.2.11"/>
</p:tagLst>
</file>

<file path=ppt/tags/tag219.xml><?xml version="1.0" encoding="utf-8"?>
<p:tagLst xmlns:p="http://schemas.openxmlformats.org/presentationml/2006/main">
  <p:tag name="PA" val="v5.2.11"/>
</p:tagLst>
</file>

<file path=ppt/tags/tag220.xml><?xml version="1.0" encoding="utf-8"?>
<p:tagLst xmlns:p="http://schemas.openxmlformats.org/presentationml/2006/main">
  <p:tag name="PA" val="v5.2.11"/>
</p:tagLst>
</file>

<file path=ppt/tags/tag221.xml><?xml version="1.0" encoding="utf-8"?>
<p:tagLst xmlns:p="http://schemas.openxmlformats.org/presentationml/2006/main">
  <p:tag name="PA" val="v5.2.11"/>
</p:tagLst>
</file>

<file path=ppt/tags/tag222.xml><?xml version="1.0" encoding="utf-8"?>
<p:tagLst xmlns:p="http://schemas.openxmlformats.org/presentationml/2006/main">
  <p:tag name="PA" val="v5.2.11"/>
</p:tagLst>
</file>

<file path=ppt/tags/tag223.xml><?xml version="1.0" encoding="utf-8"?>
<p:tagLst xmlns:p="http://schemas.openxmlformats.org/presentationml/2006/main">
  <p:tag name="PA" val="v5.2.11"/>
</p:tagLst>
</file>

<file path=ppt/tags/tag224.xml><?xml version="1.0" encoding="utf-8"?>
<p:tagLst xmlns:p="http://schemas.openxmlformats.org/presentationml/2006/main">
  <p:tag name="PA" val="v5.2.11"/>
</p:tagLst>
</file>

<file path=ppt/tags/tag225.xml><?xml version="1.0" encoding="utf-8"?>
<p:tagLst xmlns:p="http://schemas.openxmlformats.org/presentationml/2006/main">
  <p:tag name="PA" val="v5.2.11"/>
</p:tagLst>
</file>

<file path=ppt/tags/tag226.xml><?xml version="1.0" encoding="utf-8"?>
<p:tagLst xmlns:p="http://schemas.openxmlformats.org/presentationml/2006/main">
  <p:tag name="PA" val="v5.2.11"/>
</p:tagLst>
</file>

<file path=ppt/tags/tag227.xml><?xml version="1.0" encoding="utf-8"?>
<p:tagLst xmlns:p="http://schemas.openxmlformats.org/presentationml/2006/main">
  <p:tag name="PA" val="v5.2.11"/>
</p:tagLst>
</file>

<file path=ppt/tags/tag228.xml><?xml version="1.0" encoding="utf-8"?>
<p:tagLst xmlns:p="http://schemas.openxmlformats.org/presentationml/2006/main">
  <p:tag name="PA" val="v5.2.11"/>
</p:tagLst>
</file>

<file path=ppt/tags/tag229.xml><?xml version="1.0" encoding="utf-8"?>
<p:tagLst xmlns:p="http://schemas.openxmlformats.org/presentationml/2006/main">
  <p:tag name="PA" val="v5.2.11"/>
</p:tagLst>
</file>

<file path=ppt/tags/tag230.xml><?xml version="1.0" encoding="utf-8"?>
<p:tagLst xmlns:p="http://schemas.openxmlformats.org/presentationml/2006/main">
  <p:tag name="PA" val="v5.2.11"/>
</p:tagLst>
</file>

<file path=ppt/tags/tag231.xml><?xml version="1.0" encoding="utf-8"?>
<p:tagLst xmlns:p="http://schemas.openxmlformats.org/presentationml/2006/main">
  <p:tag name="PA" val="v5.2.11"/>
</p:tagLst>
</file>

<file path=ppt/tags/tag232.xml><?xml version="1.0" encoding="utf-8"?>
<p:tagLst xmlns:p="http://schemas.openxmlformats.org/presentationml/2006/main">
  <p:tag name="PA" val="v5.2.11"/>
</p:tagLst>
</file>

<file path=ppt/tags/tag233.xml><?xml version="1.0" encoding="utf-8"?>
<p:tagLst xmlns:p="http://schemas.openxmlformats.org/presentationml/2006/main">
  <p:tag name="ISLIDE.ICON" val="#90858;#90858;#380063;"/>
</p:tagLst>
</file>

<file path=ppt/tags/tag234.xml><?xml version="1.0" encoding="utf-8"?>
<p:tagLst xmlns:p="http://schemas.openxmlformats.org/presentationml/2006/main">
  <p:tag name="PA" val="v5.2.11"/>
</p:tagLst>
</file>

<file path=ppt/tags/tag235.xml><?xml version="1.0" encoding="utf-8"?>
<p:tagLst xmlns:p="http://schemas.openxmlformats.org/presentationml/2006/main">
  <p:tag name="PA" val="v5.2.11"/>
</p:tagLst>
</file>

<file path=ppt/tags/tag236.xml><?xml version="1.0" encoding="utf-8"?>
<p:tagLst xmlns:p="http://schemas.openxmlformats.org/presentationml/2006/main">
  <p:tag name="PA" val="v5.2.11"/>
</p:tagLst>
</file>

<file path=ppt/tags/tag237.xml><?xml version="1.0" encoding="utf-8"?>
<p:tagLst xmlns:p="http://schemas.openxmlformats.org/presentationml/2006/main">
  <p:tag name="PA" val="v5.2.11"/>
</p:tagLst>
</file>

<file path=ppt/tags/tag238.xml><?xml version="1.0" encoding="utf-8"?>
<p:tagLst xmlns:p="http://schemas.openxmlformats.org/presentationml/2006/main">
  <p:tag name="PA" val="v5.2.11"/>
</p:tagLst>
</file>

<file path=ppt/tags/tag239.xml><?xml version="1.0" encoding="utf-8"?>
<p:tagLst xmlns:p="http://schemas.openxmlformats.org/presentationml/2006/main">
  <p:tag name="PA" val="v5.2.11"/>
</p:tagLst>
</file>

<file path=ppt/tags/tag240.xml><?xml version="1.0" encoding="utf-8"?>
<p:tagLst xmlns:p="http://schemas.openxmlformats.org/presentationml/2006/main">
  <p:tag name="PA" val="v5.2.11"/>
</p:tagLst>
</file>

<file path=ppt/tags/tag241.xml><?xml version="1.0" encoding="utf-8"?>
<p:tagLst xmlns:p="http://schemas.openxmlformats.org/presentationml/2006/main">
  <p:tag name="PA" val="v5.2.11"/>
</p:tagLst>
</file>

<file path=ppt/tags/tag242.xml><?xml version="1.0" encoding="utf-8"?>
<p:tagLst xmlns:p="http://schemas.openxmlformats.org/presentationml/2006/main">
  <p:tag name="PA" val="v5.2.11"/>
</p:tagLst>
</file>

<file path=ppt/tags/tag243.xml><?xml version="1.0" encoding="utf-8"?>
<p:tagLst xmlns:p="http://schemas.openxmlformats.org/presentationml/2006/main">
  <p:tag name="PA" val="v5.2.11"/>
</p:tagLst>
</file>

<file path=ppt/tags/tag244.xml><?xml version="1.0" encoding="utf-8"?>
<p:tagLst xmlns:p="http://schemas.openxmlformats.org/presentationml/2006/main">
  <p:tag name="PA" val="v5.2.11"/>
</p:tagLst>
</file>

<file path=ppt/tags/tag245.xml><?xml version="1.0" encoding="utf-8"?>
<p:tagLst xmlns:p="http://schemas.openxmlformats.org/presentationml/2006/main">
  <p:tag name="PA" val="v5.2.11"/>
</p:tagLst>
</file>

<file path=ppt/tags/tag246.xml><?xml version="1.0" encoding="utf-8"?>
<p:tagLst xmlns:p="http://schemas.openxmlformats.org/presentationml/2006/main">
  <p:tag name="PA" val="v5.2.11"/>
</p:tagLst>
</file>

<file path=ppt/tags/tag247.xml><?xml version="1.0" encoding="utf-8"?>
<p:tagLst xmlns:p="http://schemas.openxmlformats.org/presentationml/2006/main">
  <p:tag name="PA" val="v5.2.11"/>
</p:tagLst>
</file>

<file path=ppt/tags/tag248.xml><?xml version="1.0" encoding="utf-8"?>
<p:tagLst xmlns:p="http://schemas.openxmlformats.org/presentationml/2006/main">
  <p:tag name="PA" val="v5.2.11"/>
</p:tagLst>
</file>

<file path=ppt/tags/tag249.xml><?xml version="1.0" encoding="utf-8"?>
<p:tagLst xmlns:p="http://schemas.openxmlformats.org/presentationml/2006/main">
  <p:tag name="KSO_WM_UNIT_TABLE_BEAUTIFY" val="smartTable{078a3cc8-b0e6-423f-ad02-4c66089ab7ec}"/>
  <p:tag name="TABLE_RECT" val="278.113*104.562*520.55*387.7"/>
  <p:tag name="TABLE_EMPHASIZE_COLOR" val="6579300"/>
  <p:tag name="TABLE_ONEKEY_SKIN_IDX" val="0"/>
  <p:tag name="TABLE_SKINIDX" val="-1"/>
  <p:tag name="TABLE_COLORIDX" val="l"/>
  <p:tag name="TABLE_ENDDRAG_ORIGIN_RECT" val="453*347"/>
  <p:tag name="TABLE_ENDDRAG_RECT" val="487*147*453*347"/>
</p:tagLst>
</file>

<file path=ppt/tags/tag250.xml><?xml version="1.0" encoding="utf-8"?>
<p:tagLst xmlns:p="http://schemas.openxmlformats.org/presentationml/2006/main">
  <p:tag name="TABLE_ENDDRAG_ORIGIN_RECT" val="363*332"/>
  <p:tag name="TABLE_ENDDRAG_RECT" val="53*157*363*332"/>
</p:tagLst>
</file>

<file path=ppt/tags/tag251.xml><?xml version="1.0" encoding="utf-8"?>
<p:tagLst xmlns:p="http://schemas.openxmlformats.org/presentationml/2006/main">
  <p:tag name="ISLIDE.ICON" val="#90858;#90858;#380063;"/>
</p:tagLst>
</file>

<file path=ppt/tags/tag252.xml><?xml version="1.0" encoding="utf-8"?>
<p:tagLst xmlns:p="http://schemas.openxmlformats.org/presentationml/2006/main">
  <p:tag name="PA" val="v5.2.11"/>
</p:tagLst>
</file>

<file path=ppt/tags/tag253.xml><?xml version="1.0" encoding="utf-8"?>
<p:tagLst xmlns:p="http://schemas.openxmlformats.org/presentationml/2006/main">
  <p:tag name="PA" val="v5.2.11"/>
</p:tagLst>
</file>

<file path=ppt/tags/tag254.xml><?xml version="1.0" encoding="utf-8"?>
<p:tagLst xmlns:p="http://schemas.openxmlformats.org/presentationml/2006/main">
  <p:tag name="PA" val="v5.2.11"/>
</p:tagLst>
</file>

<file path=ppt/tags/tag255.xml><?xml version="1.0" encoding="utf-8"?>
<p:tagLst xmlns:p="http://schemas.openxmlformats.org/presentationml/2006/main">
  <p:tag name="PA" val="v5.2.11"/>
</p:tagLst>
</file>

<file path=ppt/tags/tag256.xml><?xml version="1.0" encoding="utf-8"?>
<p:tagLst xmlns:p="http://schemas.openxmlformats.org/presentationml/2006/main">
  <p:tag name="PA" val="v5.2.11"/>
</p:tagLst>
</file>

<file path=ppt/tags/tag257.xml><?xml version="1.0" encoding="utf-8"?>
<p:tagLst xmlns:p="http://schemas.openxmlformats.org/presentationml/2006/main">
  <p:tag name="PA" val="v5.2.11"/>
</p:tagLst>
</file>

<file path=ppt/tags/tag258.xml><?xml version="1.0" encoding="utf-8"?>
<p:tagLst xmlns:p="http://schemas.openxmlformats.org/presentationml/2006/main">
  <p:tag name="PA" val="v5.2.11"/>
</p:tagLst>
</file>

<file path=ppt/tags/tag259.xml><?xml version="1.0" encoding="utf-8"?>
<p:tagLst xmlns:p="http://schemas.openxmlformats.org/presentationml/2006/main">
  <p:tag name="PA" val="v5.2.11"/>
</p:tagLst>
</file>

<file path=ppt/tags/tag260.xml><?xml version="1.0" encoding="utf-8"?>
<p:tagLst xmlns:p="http://schemas.openxmlformats.org/presentationml/2006/main">
  <p:tag name="PA" val="v5.2.11"/>
</p:tagLst>
</file>

<file path=ppt/tags/tag261.xml><?xml version="1.0" encoding="utf-8"?>
<p:tagLst xmlns:p="http://schemas.openxmlformats.org/presentationml/2006/main">
  <p:tag name="PA" val="v5.2.11"/>
</p:tagLst>
</file>

<file path=ppt/tags/tag262.xml><?xml version="1.0" encoding="utf-8"?>
<p:tagLst xmlns:p="http://schemas.openxmlformats.org/presentationml/2006/main">
  <p:tag name="PA" val="v5.2.11"/>
</p:tagLst>
</file>

<file path=ppt/tags/tag263.xml><?xml version="1.0" encoding="utf-8"?>
<p:tagLst xmlns:p="http://schemas.openxmlformats.org/presentationml/2006/main">
  <p:tag name="PA" val="v5.2.11"/>
</p:tagLst>
</file>

<file path=ppt/tags/tag264.xml><?xml version="1.0" encoding="utf-8"?>
<p:tagLst xmlns:p="http://schemas.openxmlformats.org/presentationml/2006/main">
  <p:tag name="PA" val="v5.2.11"/>
</p:tagLst>
</file>

<file path=ppt/tags/tag265.xml><?xml version="1.0" encoding="utf-8"?>
<p:tagLst xmlns:p="http://schemas.openxmlformats.org/presentationml/2006/main">
  <p:tag name="PA" val="v5.2.11"/>
</p:tagLst>
</file>

<file path=ppt/tags/tag266.xml><?xml version="1.0" encoding="utf-8"?>
<p:tagLst xmlns:p="http://schemas.openxmlformats.org/presentationml/2006/main">
  <p:tag name="PA" val="v5.2.11"/>
</p:tagLst>
</file>

<file path=ppt/tags/tag267.xml><?xml version="1.0" encoding="utf-8"?>
<p:tagLst xmlns:p="http://schemas.openxmlformats.org/presentationml/2006/main">
  <p:tag name="TABLE_ENDDRAG_ORIGIN_RECT" val="468*330"/>
  <p:tag name="TABLE_ENDDRAG_RECT" val="34*159*468*330"/>
</p:tagLst>
</file>

<file path=ppt/tags/tag268.xml><?xml version="1.0" encoding="utf-8"?>
<p:tagLst xmlns:p="http://schemas.openxmlformats.org/presentationml/2006/main">
  <p:tag name="ISLIDE.ICON" val="#90858;#90858;#380063;"/>
  <p:tag name="resource_record_key" val="{&quot;13&quot;:[4364912]}"/>
</p:tagLst>
</file>

<file path=ppt/tags/tag269.xml><?xml version="1.0" encoding="utf-8"?>
<p:tagLst xmlns:p="http://schemas.openxmlformats.org/presentationml/2006/main">
  <p:tag name="ISLIDE.ICON" val="#90858;#90858;#380063;"/>
</p:tagLst>
</file>

<file path=ppt/tags/tag270.xml><?xml version="1.0" encoding="utf-8"?>
<p:tagLst xmlns:p="http://schemas.openxmlformats.org/presentationml/2006/main">
  <p:tag name="PA" val="v5.2.11"/>
</p:tagLst>
</file>

<file path=ppt/tags/tag271.xml><?xml version="1.0" encoding="utf-8"?>
<p:tagLst xmlns:p="http://schemas.openxmlformats.org/presentationml/2006/main">
  <p:tag name="PA" val="v5.2.11"/>
</p:tagLst>
</file>

<file path=ppt/tags/tag272.xml><?xml version="1.0" encoding="utf-8"?>
<p:tagLst xmlns:p="http://schemas.openxmlformats.org/presentationml/2006/main">
  <p:tag name="PA" val="v5.2.11"/>
</p:tagLst>
</file>

<file path=ppt/tags/tag273.xml><?xml version="1.0" encoding="utf-8"?>
<p:tagLst xmlns:p="http://schemas.openxmlformats.org/presentationml/2006/main">
  <p:tag name="PA" val="v5.2.11"/>
</p:tagLst>
</file>

<file path=ppt/tags/tag274.xml><?xml version="1.0" encoding="utf-8"?>
<p:tagLst xmlns:p="http://schemas.openxmlformats.org/presentationml/2006/main">
  <p:tag name="PA" val="v5.2.11"/>
</p:tagLst>
</file>

<file path=ppt/tags/tag275.xml><?xml version="1.0" encoding="utf-8"?>
<p:tagLst xmlns:p="http://schemas.openxmlformats.org/presentationml/2006/main">
  <p:tag name="PA" val="v5.2.11"/>
</p:tagLst>
</file>

<file path=ppt/tags/tag276.xml><?xml version="1.0" encoding="utf-8"?>
<p:tagLst xmlns:p="http://schemas.openxmlformats.org/presentationml/2006/main">
  <p:tag name="PA" val="v5.2.11"/>
</p:tagLst>
</file>

<file path=ppt/tags/tag277.xml><?xml version="1.0" encoding="utf-8"?>
<p:tagLst xmlns:p="http://schemas.openxmlformats.org/presentationml/2006/main">
  <p:tag name="PA" val="v5.2.11"/>
</p:tagLst>
</file>

<file path=ppt/tags/tag278.xml><?xml version="1.0" encoding="utf-8"?>
<p:tagLst xmlns:p="http://schemas.openxmlformats.org/presentationml/2006/main">
  <p:tag name="PA" val="v5.2.11"/>
</p:tagLst>
</file>

<file path=ppt/tags/tag279.xml><?xml version="1.0" encoding="utf-8"?>
<p:tagLst xmlns:p="http://schemas.openxmlformats.org/presentationml/2006/main">
  <p:tag name="PA" val="v5.2.11"/>
</p:tagLst>
</file>

<file path=ppt/tags/tag280.xml><?xml version="1.0" encoding="utf-8"?>
<p:tagLst xmlns:p="http://schemas.openxmlformats.org/presentationml/2006/main">
  <p:tag name="PA" val="v5.2.11"/>
</p:tagLst>
</file>

<file path=ppt/tags/tag281.xml><?xml version="1.0" encoding="utf-8"?>
<p:tagLst xmlns:p="http://schemas.openxmlformats.org/presentationml/2006/main">
  <p:tag name="PA" val="v5.2.11"/>
</p:tagLst>
</file>

<file path=ppt/tags/tag282.xml><?xml version="1.0" encoding="utf-8"?>
<p:tagLst xmlns:p="http://schemas.openxmlformats.org/presentationml/2006/main">
  <p:tag name="PA" val="v5.2.11"/>
</p:tagLst>
</file>

<file path=ppt/tags/tag283.xml><?xml version="1.0" encoding="utf-8"?>
<p:tagLst xmlns:p="http://schemas.openxmlformats.org/presentationml/2006/main">
  <p:tag name="PA" val="v5.2.11"/>
</p:tagLst>
</file>

<file path=ppt/tags/tag284.xml><?xml version="1.0" encoding="utf-8"?>
<p:tagLst xmlns:p="http://schemas.openxmlformats.org/presentationml/2006/main">
  <p:tag name="PA" val="v5.2.11"/>
</p:tagLst>
</file>

<file path=ppt/tags/tag285.xml><?xml version="1.0" encoding="utf-8"?>
<p:tagLst xmlns:p="http://schemas.openxmlformats.org/presentationml/2006/main">
  <p:tag name="ISLIDE.ICON" val="#90858;#90858;#380063;"/>
</p:tagLst>
</file>

<file path=ppt/tags/tag286.xml><?xml version="1.0" encoding="utf-8"?>
<p:tagLst xmlns:p="http://schemas.openxmlformats.org/presentationml/2006/main">
  <p:tag name="PA" val="v5.2.11"/>
</p:tagLst>
</file>

<file path=ppt/tags/tag287.xml><?xml version="1.0" encoding="utf-8"?>
<p:tagLst xmlns:p="http://schemas.openxmlformats.org/presentationml/2006/main">
  <p:tag name="PA" val="v5.2.11"/>
</p:tagLst>
</file>

<file path=ppt/tags/tag288.xml><?xml version="1.0" encoding="utf-8"?>
<p:tagLst xmlns:p="http://schemas.openxmlformats.org/presentationml/2006/main">
  <p:tag name="PA" val="v5.2.11"/>
</p:tagLst>
</file>

<file path=ppt/tags/tag289.xml><?xml version="1.0" encoding="utf-8"?>
<p:tagLst xmlns:p="http://schemas.openxmlformats.org/presentationml/2006/main">
  <p:tag name="PA" val="v5.2.11"/>
</p:tagLst>
</file>

<file path=ppt/tags/tag290.xml><?xml version="1.0" encoding="utf-8"?>
<p:tagLst xmlns:p="http://schemas.openxmlformats.org/presentationml/2006/main">
  <p:tag name="PA" val="v5.2.11"/>
</p:tagLst>
</file>

<file path=ppt/tags/tag291.xml><?xml version="1.0" encoding="utf-8"?>
<p:tagLst xmlns:p="http://schemas.openxmlformats.org/presentationml/2006/main">
  <p:tag name="PA" val="v5.2.11"/>
</p:tagLst>
</file>

<file path=ppt/tags/tag292.xml><?xml version="1.0" encoding="utf-8"?>
<p:tagLst xmlns:p="http://schemas.openxmlformats.org/presentationml/2006/main">
  <p:tag name="PA" val="v5.2.11"/>
</p:tagLst>
</file>

<file path=ppt/tags/tag293.xml><?xml version="1.0" encoding="utf-8"?>
<p:tagLst xmlns:p="http://schemas.openxmlformats.org/presentationml/2006/main">
  <p:tag name="PA" val="v5.2.11"/>
</p:tagLst>
</file>

<file path=ppt/tags/tag294.xml><?xml version="1.0" encoding="utf-8"?>
<p:tagLst xmlns:p="http://schemas.openxmlformats.org/presentationml/2006/main">
  <p:tag name="PA" val="v5.2.11"/>
</p:tagLst>
</file>

<file path=ppt/tags/tag295.xml><?xml version="1.0" encoding="utf-8"?>
<p:tagLst xmlns:p="http://schemas.openxmlformats.org/presentationml/2006/main">
  <p:tag name="PA" val="v5.2.11"/>
</p:tagLst>
</file>

<file path=ppt/tags/tag296.xml><?xml version="1.0" encoding="utf-8"?>
<p:tagLst xmlns:p="http://schemas.openxmlformats.org/presentationml/2006/main">
  <p:tag name="PA" val="v5.2.11"/>
</p:tagLst>
</file>

<file path=ppt/tags/tag297.xml><?xml version="1.0" encoding="utf-8"?>
<p:tagLst xmlns:p="http://schemas.openxmlformats.org/presentationml/2006/main">
  <p:tag name="PA" val="v5.2.11"/>
</p:tagLst>
</file>

<file path=ppt/tags/tag298.xml><?xml version="1.0" encoding="utf-8"?>
<p:tagLst xmlns:p="http://schemas.openxmlformats.org/presentationml/2006/main">
  <p:tag name="PA" val="v5.2.11"/>
</p:tagLst>
</file>

<file path=ppt/tags/tag299.xml><?xml version="1.0" encoding="utf-8"?>
<p:tagLst xmlns:p="http://schemas.openxmlformats.org/presentationml/2006/main">
  <p:tag name="PA" val="v5.2.11"/>
</p:tagLst>
</file>

<file path=ppt/tags/tag300.xml><?xml version="1.0" encoding="utf-8"?>
<p:tagLst xmlns:p="http://schemas.openxmlformats.org/presentationml/2006/main">
  <p:tag name="PA" val="v5.2.11"/>
</p:tagLst>
</file>

<file path=ppt/tags/tag301.xml><?xml version="1.0" encoding="utf-8"?>
<p:tagLst xmlns:p="http://schemas.openxmlformats.org/presentationml/2006/main">
  <p:tag name="ISLIDE.ICON" val="#90858;#90858;#380063;"/>
  <p:tag name="resource_record_key" val="{&quot;13&quot;:[4364878]}"/>
</p:tagLst>
</file>

<file path=ppt/tags/tag302.xml><?xml version="1.0" encoding="utf-8"?>
<p:tagLst xmlns:p="http://schemas.openxmlformats.org/presentationml/2006/main">
  <p:tag name="ISLIDE.ICON" val="#90858;#90858;#380063;"/>
  <p:tag name="resource_record_key" val="{&quot;13&quot;:[4364942,4364878]}"/>
</p:tagLst>
</file>

<file path=ppt/tags/tag303.xml><?xml version="1.0" encoding="utf-8"?>
<p:tagLst xmlns:p="http://schemas.openxmlformats.org/presentationml/2006/main">
  <p:tag name="PA" val="v5.2.11"/>
</p:tagLst>
</file>

<file path=ppt/tags/tag304.xml><?xml version="1.0" encoding="utf-8"?>
<p:tagLst xmlns:p="http://schemas.openxmlformats.org/presentationml/2006/main">
  <p:tag name="PA" val="v5.2.11"/>
</p:tagLst>
</file>

<file path=ppt/tags/tag305.xml><?xml version="1.0" encoding="utf-8"?>
<p:tagLst xmlns:p="http://schemas.openxmlformats.org/presentationml/2006/main">
  <p:tag name="TEXTZ '" val="0"/>
  <p:tag name="TEXTSHADOWSIZE" val="102"/>
</p:tagLst>
</file>

<file path=ppt/tags/tag306.xml><?xml version="1.0" encoding="utf-8"?>
<p:tagLst xmlns:p="http://schemas.openxmlformats.org/presentationml/2006/main">
  <p:tag name="resource_record_key" val="{&quot;12&quot;:[25002166],&quot;13&quot;:[20042469,4364915,4364942,4364957,4364912,4364878]}"/>
</p:tagLst>
</file>

<file path=ppt/theme/theme1.xml><?xml version="1.0" encoding="utf-8"?>
<a:theme xmlns:a="http://schemas.openxmlformats.org/drawingml/2006/main" name="2_Office 主题​​">
  <a:themeElements>
    <a:clrScheme name="自定义 15">
      <a:dk1>
        <a:sysClr val="windowText" lastClr="000000"/>
      </a:dk1>
      <a:lt1>
        <a:sysClr val="window" lastClr="FFFFFF"/>
      </a:lt1>
      <a:dk2>
        <a:srgbClr val="BCFFDA"/>
      </a:dk2>
      <a:lt2>
        <a:srgbClr val="E2DFCC"/>
      </a:lt2>
      <a:accent1>
        <a:srgbClr val="206252"/>
      </a:accent1>
      <a:accent2>
        <a:srgbClr val="30937B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思源宋+黑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70D6">
                <a:lumMod val="40000"/>
                <a:lumOff val="60000"/>
              </a:srgbClr>
            </a:gs>
            <a:gs pos="100000">
              <a:srgbClr val="0070D6">
                <a:lumMod val="75000"/>
              </a:srgbClr>
            </a:gs>
          </a:gsLst>
          <a:lin ang="0" scaled="0"/>
        </a:gradFill>
        <a:ln w="12700" cap="flat" cmpd="sng" algn="ctr">
          <a:noFill/>
          <a:prstDash val="solid"/>
          <a:miter lim="800000"/>
        </a:ln>
      </a:spPr>
      <a:bodyPr wrap="square" rtlCol="0" anchor="ctr"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思源黑体 CN Normal" panose="020B0400000000000000" charset="-122"/>
            <a:ea typeface="思源黑体 CN Normal" panose="020B0400000000000000" charset="-122"/>
            <a:cs typeface="+mn-cs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4453</Words>
  <Application>WPS 演示</Application>
  <PresentationFormat>宽屏</PresentationFormat>
  <Paragraphs>994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60" baseType="lpstr">
      <vt:lpstr>Arial</vt:lpstr>
      <vt:lpstr>宋体</vt:lpstr>
      <vt:lpstr>Wingdings</vt:lpstr>
      <vt:lpstr>思源黑体 CN Normal</vt:lpstr>
      <vt:lpstr>黑体</vt:lpstr>
      <vt:lpstr>演示新手书</vt:lpstr>
      <vt:lpstr>等线</vt:lpstr>
      <vt:lpstr>阿里妈妈数黑体</vt:lpstr>
      <vt:lpstr>字魂95号-手刻宋</vt:lpstr>
      <vt:lpstr>OPPOSans B</vt:lpstr>
      <vt:lpstr>OPPOSans M</vt:lpstr>
      <vt:lpstr>Roboto Regular</vt:lpstr>
      <vt:lpstr>思源黑体 CN Regular</vt:lpstr>
      <vt:lpstr>思源宋体 CN Heavy</vt:lpstr>
      <vt:lpstr>Arial</vt:lpstr>
      <vt:lpstr>微软雅黑</vt:lpstr>
      <vt:lpstr>Montserrat</vt:lpstr>
      <vt:lpstr>思源宋体 CN</vt:lpstr>
      <vt:lpstr>Roboto</vt:lpstr>
      <vt:lpstr>思源宋体 CN Heavy</vt:lpstr>
      <vt:lpstr>Wingdings</vt:lpstr>
      <vt:lpstr>Calibri</vt:lpstr>
      <vt:lpstr>楷体</vt:lpstr>
      <vt:lpstr>Arial Unicode MS</vt:lpstr>
      <vt:lpstr>思源宋体 CN Light</vt:lpstr>
      <vt:lpstr>汉仪超粗宋简</vt:lpstr>
      <vt:lpstr>Prism</vt:lpstr>
      <vt:lpstr>Segoe Print</vt:lpstr>
      <vt:lpstr>HarmonyOS Sans SC</vt:lpstr>
      <vt:lpstr>仿宋</vt:lpstr>
      <vt:lpstr>思源黑体 CN Normal</vt:lpstr>
      <vt:lpstr>OPPOSans R</vt:lpstr>
      <vt:lpstr>Times New Roman</vt:lpstr>
      <vt:lpstr>思源宋体 CN Heavy</vt:lpstr>
      <vt:lpstr>思源黑体 CN Regular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 wang</dc:creator>
  <cp:lastModifiedBy>WPS_1696686260</cp:lastModifiedBy>
  <cp:revision>14</cp:revision>
  <dcterms:created xsi:type="dcterms:W3CDTF">2025-08-08T14:26:00Z</dcterms:created>
  <dcterms:modified xsi:type="dcterms:W3CDTF">2025-11-02T08:28:25Z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BABF2052130D4E5C9F2CE0C4F67A92BC_12</vt:lpwstr>
  </property>
  <property fmtid="{D5CDD505-2E9C-101B-9397-08002B2CF9AE}" pid="3" name="KSOProductBuildVer">
    <vt:lpwstr>2052-12.1.0.22089</vt:lpwstr>
  </property>
</Properties>
</file>